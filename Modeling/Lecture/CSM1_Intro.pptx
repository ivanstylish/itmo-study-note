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42"/>
  </p:notesMasterIdLst>
  <p:handoutMasterIdLst>
    <p:handoutMasterId r:id="rId43"/>
  </p:handoutMasterIdLst>
  <p:sldIdLst>
    <p:sldId id="265" r:id="rId2"/>
    <p:sldId id="324" r:id="rId3"/>
    <p:sldId id="496" r:id="rId4"/>
    <p:sldId id="488" r:id="rId5"/>
    <p:sldId id="489" r:id="rId6"/>
    <p:sldId id="371" r:id="rId7"/>
    <p:sldId id="490" r:id="rId8"/>
    <p:sldId id="491" r:id="rId9"/>
    <p:sldId id="497" r:id="rId10"/>
    <p:sldId id="498" r:id="rId11"/>
    <p:sldId id="487" r:id="rId12"/>
    <p:sldId id="492" r:id="rId13"/>
    <p:sldId id="439" r:id="rId14"/>
    <p:sldId id="495" r:id="rId15"/>
    <p:sldId id="440" r:id="rId16"/>
    <p:sldId id="441" r:id="rId17"/>
    <p:sldId id="493" r:id="rId18"/>
    <p:sldId id="494" r:id="rId19"/>
    <p:sldId id="442" r:id="rId20"/>
    <p:sldId id="476" r:id="rId21"/>
    <p:sldId id="477" r:id="rId22"/>
    <p:sldId id="478" r:id="rId23"/>
    <p:sldId id="475" r:id="rId24"/>
    <p:sldId id="438" r:id="rId25"/>
    <p:sldId id="480" r:id="rId26"/>
    <p:sldId id="474" r:id="rId27"/>
    <p:sldId id="479" r:id="rId28"/>
    <p:sldId id="444" r:id="rId29"/>
    <p:sldId id="443" r:id="rId30"/>
    <p:sldId id="446" r:id="rId31"/>
    <p:sldId id="465" r:id="rId32"/>
    <p:sldId id="467" r:id="rId33"/>
    <p:sldId id="468" r:id="rId34"/>
    <p:sldId id="466" r:id="rId35"/>
    <p:sldId id="470" r:id="rId36"/>
    <p:sldId id="471" r:id="rId37"/>
    <p:sldId id="469" r:id="rId38"/>
    <p:sldId id="472" r:id="rId39"/>
    <p:sldId id="473" r:id="rId40"/>
    <p:sldId id="263" r:id="rId4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3CC76A-F53F-45D6-93C6-FB756FA62516}" v="31" dt="2026-08-21T07:20:11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898" y="77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Bessmertny" userId="f456b81cce04875c" providerId="LiveId" clId="{71FEDAE9-FC3D-4892-A033-4EA816D00CAB}"/>
    <pc:docChg chg="custSel addSld delSld modSld sldOrd">
      <pc:chgData name="Igor Bessmertny" userId="f456b81cce04875c" providerId="LiveId" clId="{71FEDAE9-FC3D-4892-A033-4EA816D00CAB}" dt="2026-08-21T07:39:45.193" v="1346" actId="47"/>
      <pc:docMkLst>
        <pc:docMk/>
      </pc:docMkLst>
      <pc:sldChg chg="modSp mod">
        <pc:chgData name="Igor Bessmertny" userId="f456b81cce04875c" providerId="LiveId" clId="{71FEDAE9-FC3D-4892-A033-4EA816D00CAB}" dt="2026-08-20T18:18:45.059" v="1085" actId="20577"/>
        <pc:sldMkLst>
          <pc:docMk/>
          <pc:sldMk cId="87172503" sldId="265"/>
        </pc:sldMkLst>
        <pc:spChg chg="mod">
          <ac:chgData name="Igor Bessmertny" userId="f456b81cce04875c" providerId="LiveId" clId="{71FEDAE9-FC3D-4892-A033-4EA816D00CAB}" dt="2026-08-20T17:33:11.012" v="994" actId="20577"/>
          <ac:spMkLst>
            <pc:docMk/>
            <pc:sldMk cId="87172503" sldId="265"/>
            <ac:spMk id="3" creationId="{131DE11B-282D-5710-8607-EF8DB1AA4697}"/>
          </ac:spMkLst>
        </pc:spChg>
        <pc:spChg chg="mod">
          <ac:chgData name="Igor Bessmertny" userId="f456b81cce04875c" providerId="LiveId" clId="{71FEDAE9-FC3D-4892-A033-4EA816D00CAB}" dt="2026-08-20T18:18:45.059" v="1085" actId="20577"/>
          <ac:spMkLst>
            <pc:docMk/>
            <pc:sldMk cId="87172503" sldId="265"/>
            <ac:spMk id="5" creationId="{00000000-0000-0000-0000-000000000000}"/>
          </ac:spMkLst>
        </pc:spChg>
      </pc:sldChg>
      <pc:sldChg chg="addSp delSp modSp mod">
        <pc:chgData name="Igor Bessmertny" userId="f456b81cce04875c" providerId="LiveId" clId="{71FEDAE9-FC3D-4892-A033-4EA816D00CAB}" dt="2026-08-21T07:11:04.788" v="1140" actId="113"/>
        <pc:sldMkLst>
          <pc:docMk/>
          <pc:sldMk cId="2016919607" sldId="371"/>
        </pc:sldMkLst>
        <pc:spChg chg="mod">
          <ac:chgData name="Igor Bessmertny" userId="f456b81cce04875c" providerId="LiveId" clId="{71FEDAE9-FC3D-4892-A033-4EA816D00CAB}" dt="2026-08-20T09:05:36.057" v="109" actId="20577"/>
          <ac:spMkLst>
            <pc:docMk/>
            <pc:sldMk cId="2016919607" sldId="371"/>
            <ac:spMk id="4" creationId="{BD03A893-ECFA-DEED-F342-DE63BD722266}"/>
          </ac:spMkLst>
        </pc:spChg>
        <pc:spChg chg="mod">
          <ac:chgData name="Igor Bessmertny" userId="f456b81cce04875c" providerId="LiveId" clId="{71FEDAE9-FC3D-4892-A033-4EA816D00CAB}" dt="2026-08-21T07:11:04.788" v="1140" actId="113"/>
          <ac:spMkLst>
            <pc:docMk/>
            <pc:sldMk cId="2016919607" sldId="371"/>
            <ac:spMk id="5" creationId="{2BEA39AC-0C16-00A4-A7D1-16251640B1AD}"/>
          </ac:spMkLst>
        </pc:spChg>
        <pc:spChg chg="del">
          <ac:chgData name="Igor Bessmertny" userId="f456b81cce04875c" providerId="LiveId" clId="{71FEDAE9-FC3D-4892-A033-4EA816D00CAB}" dt="2026-08-20T08:50:56.573" v="21" actId="478"/>
          <ac:spMkLst>
            <pc:docMk/>
            <pc:sldMk cId="2016919607" sldId="371"/>
            <ac:spMk id="6" creationId="{CCF234F8-723C-C3E2-1598-7819E0895E20}"/>
          </ac:spMkLst>
        </pc:spChg>
        <pc:picChg chg="add mod">
          <ac:chgData name="Igor Bessmertny" userId="f456b81cce04875c" providerId="LiveId" clId="{71FEDAE9-FC3D-4892-A033-4EA816D00CAB}" dt="2026-08-20T08:52:51.805" v="55" actId="1076"/>
          <ac:picMkLst>
            <pc:docMk/>
            <pc:sldMk cId="2016919607" sldId="371"/>
            <ac:picMk id="3" creationId="{75B00613-FCC4-55BD-1AF0-A095CE18241D}"/>
          </ac:picMkLst>
        </pc:picChg>
        <pc:picChg chg="add mod">
          <ac:chgData name="Igor Bessmertny" userId="f456b81cce04875c" providerId="LiveId" clId="{71FEDAE9-FC3D-4892-A033-4EA816D00CAB}" dt="2026-08-20T08:55:58.170" v="64" actId="1076"/>
          <ac:picMkLst>
            <pc:docMk/>
            <pc:sldMk cId="2016919607" sldId="371"/>
            <ac:picMk id="8" creationId="{E82BB848-1CEC-6DC9-023E-BB48B50036E0}"/>
          </ac:picMkLst>
        </pc:picChg>
      </pc:sldChg>
      <pc:sldChg chg="addSp modSp mod">
        <pc:chgData name="Igor Bessmertny" userId="f456b81cce04875c" providerId="LiveId" clId="{71FEDAE9-FC3D-4892-A033-4EA816D00CAB}" dt="2026-08-20T13:52:38.811" v="882" actId="14100"/>
        <pc:sldMkLst>
          <pc:docMk/>
          <pc:sldMk cId="4077570548" sldId="439"/>
        </pc:sldMkLst>
        <pc:spChg chg="add mod">
          <ac:chgData name="Igor Bessmertny" userId="f456b81cce04875c" providerId="LiveId" clId="{71FEDAE9-FC3D-4892-A033-4EA816D00CAB}" dt="2026-08-20T13:40:17.172" v="644" actId="404"/>
          <ac:spMkLst>
            <pc:docMk/>
            <pc:sldMk cId="4077570548" sldId="439"/>
            <ac:spMk id="6" creationId="{20FD8AC4-5AF9-F1AC-F34D-BD11D9E2BABF}"/>
          </ac:spMkLst>
        </pc:spChg>
        <pc:picChg chg="mod">
          <ac:chgData name="Igor Bessmertny" userId="f456b81cce04875c" providerId="LiveId" clId="{71FEDAE9-FC3D-4892-A033-4EA816D00CAB}" dt="2026-08-20T13:52:38.811" v="882" actId="14100"/>
          <ac:picMkLst>
            <pc:docMk/>
            <pc:sldMk cId="4077570548" sldId="439"/>
            <ac:picMk id="2050" creationId="{42AC1BB2-AFA3-3EB8-34B7-5B34F7860A97}"/>
          </ac:picMkLst>
        </pc:picChg>
      </pc:sldChg>
      <pc:sldChg chg="addSp modSp mod">
        <pc:chgData name="Igor Bessmertny" userId="f456b81cce04875c" providerId="LiveId" clId="{71FEDAE9-FC3D-4892-A033-4EA816D00CAB}" dt="2026-08-20T13:52:03.707" v="881" actId="20577"/>
        <pc:sldMkLst>
          <pc:docMk/>
          <pc:sldMk cId="1633909684" sldId="440"/>
        </pc:sldMkLst>
        <pc:spChg chg="mod">
          <ac:chgData name="Igor Bessmertny" userId="f456b81cce04875c" providerId="LiveId" clId="{71FEDAE9-FC3D-4892-A033-4EA816D00CAB}" dt="2026-08-20T13:46:08.578" v="728" actId="14100"/>
          <ac:spMkLst>
            <pc:docMk/>
            <pc:sldMk cId="1633909684" sldId="440"/>
            <ac:spMk id="5" creationId="{2BEA39AC-0C16-00A4-A7D1-16251640B1AD}"/>
          </ac:spMkLst>
        </pc:spChg>
        <pc:spChg chg="add mod">
          <ac:chgData name="Igor Bessmertny" userId="f456b81cce04875c" providerId="LiveId" clId="{71FEDAE9-FC3D-4892-A033-4EA816D00CAB}" dt="2026-08-20T13:52:03.707" v="881" actId="20577"/>
          <ac:spMkLst>
            <pc:docMk/>
            <pc:sldMk cId="1633909684" sldId="440"/>
            <ac:spMk id="6" creationId="{AF685603-AF3F-4E62-E232-AF2EF7773054}"/>
          </ac:spMkLst>
        </pc:spChg>
        <pc:picChg chg="mod">
          <ac:chgData name="Igor Bessmertny" userId="f456b81cce04875c" providerId="LiveId" clId="{71FEDAE9-FC3D-4892-A033-4EA816D00CAB}" dt="2026-08-20T13:46:20.015" v="732" actId="1076"/>
          <ac:picMkLst>
            <pc:docMk/>
            <pc:sldMk cId="1633909684" sldId="440"/>
            <ac:picMk id="3074" creationId="{0082E852-B01D-F37C-B9DD-125D7DE27D21}"/>
          </ac:picMkLst>
        </pc:picChg>
      </pc:sldChg>
      <pc:sldChg chg="modSp mod">
        <pc:chgData name="Igor Bessmertny" userId="f456b81cce04875c" providerId="LiveId" clId="{71FEDAE9-FC3D-4892-A033-4EA816D00CAB}" dt="2026-08-20T13:34:27.806" v="557" actId="27636"/>
        <pc:sldMkLst>
          <pc:docMk/>
          <pc:sldMk cId="1122126500" sldId="441"/>
        </pc:sldMkLst>
        <pc:spChg chg="mod">
          <ac:chgData name="Igor Bessmertny" userId="f456b81cce04875c" providerId="LiveId" clId="{71FEDAE9-FC3D-4892-A033-4EA816D00CAB}" dt="2026-08-20T13:34:27.806" v="557" actId="27636"/>
          <ac:spMkLst>
            <pc:docMk/>
            <pc:sldMk cId="1122126500" sldId="441"/>
            <ac:spMk id="5" creationId="{2BEA39AC-0C16-00A4-A7D1-16251640B1AD}"/>
          </ac:spMkLst>
        </pc:spChg>
      </pc:sldChg>
      <pc:sldChg chg="modSp mod">
        <pc:chgData name="Igor Bessmertny" userId="f456b81cce04875c" providerId="LiveId" clId="{71FEDAE9-FC3D-4892-A033-4EA816D00CAB}" dt="2026-08-20T14:01:36.460" v="928" actId="14100"/>
        <pc:sldMkLst>
          <pc:docMk/>
          <pc:sldMk cId="158812082" sldId="442"/>
        </pc:sldMkLst>
        <pc:graphicFrameChg chg="mod">
          <ac:chgData name="Igor Bessmertny" userId="f456b81cce04875c" providerId="LiveId" clId="{71FEDAE9-FC3D-4892-A033-4EA816D00CAB}" dt="2026-08-20T14:01:36.460" v="928" actId="14100"/>
          <ac:graphicFrameMkLst>
            <pc:docMk/>
            <pc:sldMk cId="158812082" sldId="442"/>
            <ac:graphicFrameMk id="3" creationId="{A498763D-38BA-4848-965D-885568258635}"/>
          </ac:graphicFrameMkLst>
        </pc:graphicFrameChg>
      </pc:sldChg>
      <pc:sldChg chg="del">
        <pc:chgData name="Igor Bessmertny" userId="f456b81cce04875c" providerId="LiveId" clId="{71FEDAE9-FC3D-4892-A033-4EA816D00CAB}" dt="2026-08-21T07:38:53.175" v="1338" actId="47"/>
        <pc:sldMkLst>
          <pc:docMk/>
          <pc:sldMk cId="3784061851" sldId="445"/>
        </pc:sldMkLst>
      </pc:sldChg>
      <pc:sldChg chg="modSp mod">
        <pc:chgData name="Igor Bessmertny" userId="f456b81cce04875c" providerId="LiveId" clId="{71FEDAE9-FC3D-4892-A033-4EA816D00CAB}" dt="2026-08-20T17:32:41.572" v="993" actId="20577"/>
        <pc:sldMkLst>
          <pc:docMk/>
          <pc:sldMk cId="3726072687" sldId="446"/>
        </pc:sldMkLst>
        <pc:spChg chg="mod">
          <ac:chgData name="Igor Bessmertny" userId="f456b81cce04875c" providerId="LiveId" clId="{71FEDAE9-FC3D-4892-A033-4EA816D00CAB}" dt="2026-08-20T17:32:41.572" v="993" actId="20577"/>
          <ac:spMkLst>
            <pc:docMk/>
            <pc:sldMk cId="3726072687" sldId="446"/>
            <ac:spMk id="5" creationId="{2BEA39AC-0C16-00A4-A7D1-16251640B1AD}"/>
          </ac:spMkLst>
        </pc:spChg>
      </pc:sldChg>
      <pc:sldChg chg="del">
        <pc:chgData name="Igor Bessmertny" userId="f456b81cce04875c" providerId="LiveId" clId="{71FEDAE9-FC3D-4892-A033-4EA816D00CAB}" dt="2026-08-21T07:39:00.192" v="1342" actId="47"/>
        <pc:sldMkLst>
          <pc:docMk/>
          <pc:sldMk cId="860454942" sldId="447"/>
        </pc:sldMkLst>
      </pc:sldChg>
      <pc:sldChg chg="del">
        <pc:chgData name="Igor Bessmertny" userId="f456b81cce04875c" providerId="LiveId" clId="{71FEDAE9-FC3D-4892-A033-4EA816D00CAB}" dt="2026-08-21T07:38:57.154" v="1341" actId="47"/>
        <pc:sldMkLst>
          <pc:docMk/>
          <pc:sldMk cId="3803201255" sldId="448"/>
        </pc:sldMkLst>
      </pc:sldChg>
      <pc:sldChg chg="del">
        <pc:chgData name="Igor Bessmertny" userId="f456b81cce04875c" providerId="LiveId" clId="{71FEDAE9-FC3D-4892-A033-4EA816D00CAB}" dt="2026-08-21T07:38:56.029" v="1340" actId="47"/>
        <pc:sldMkLst>
          <pc:docMk/>
          <pc:sldMk cId="3031368210" sldId="449"/>
        </pc:sldMkLst>
      </pc:sldChg>
      <pc:sldChg chg="del">
        <pc:chgData name="Igor Bessmertny" userId="f456b81cce04875c" providerId="LiveId" clId="{71FEDAE9-FC3D-4892-A033-4EA816D00CAB}" dt="2026-08-21T07:38:54.664" v="1339" actId="47"/>
        <pc:sldMkLst>
          <pc:docMk/>
          <pc:sldMk cId="1653750885" sldId="450"/>
        </pc:sldMkLst>
      </pc:sldChg>
      <pc:sldChg chg="del">
        <pc:chgData name="Igor Bessmertny" userId="f456b81cce04875c" providerId="LiveId" clId="{71FEDAE9-FC3D-4892-A033-4EA816D00CAB}" dt="2026-08-21T07:39:02.475" v="1344" actId="47"/>
        <pc:sldMkLst>
          <pc:docMk/>
          <pc:sldMk cId="906123119" sldId="451"/>
        </pc:sldMkLst>
      </pc:sldChg>
      <pc:sldChg chg="del">
        <pc:chgData name="Igor Bessmertny" userId="f456b81cce04875c" providerId="LiveId" clId="{71FEDAE9-FC3D-4892-A033-4EA816D00CAB}" dt="2026-08-21T07:39:01.219" v="1343" actId="47"/>
        <pc:sldMkLst>
          <pc:docMk/>
          <pc:sldMk cId="1323095489" sldId="452"/>
        </pc:sldMkLst>
      </pc:sldChg>
      <pc:sldChg chg="del">
        <pc:chgData name="Igor Bessmertny" userId="f456b81cce04875c" providerId="LiveId" clId="{71FEDAE9-FC3D-4892-A033-4EA816D00CAB}" dt="2026-08-21T07:37:59.817" v="1329" actId="47"/>
        <pc:sldMkLst>
          <pc:docMk/>
          <pc:sldMk cId="3475120486" sldId="453"/>
        </pc:sldMkLst>
      </pc:sldChg>
      <pc:sldChg chg="del">
        <pc:chgData name="Igor Bessmertny" userId="f456b81cce04875c" providerId="LiveId" clId="{71FEDAE9-FC3D-4892-A033-4EA816D00CAB}" dt="2026-08-21T07:37:55.312" v="1327" actId="47"/>
        <pc:sldMkLst>
          <pc:docMk/>
          <pc:sldMk cId="3207980485" sldId="454"/>
        </pc:sldMkLst>
      </pc:sldChg>
      <pc:sldChg chg="del">
        <pc:chgData name="Igor Bessmertny" userId="f456b81cce04875c" providerId="LiveId" clId="{71FEDAE9-FC3D-4892-A033-4EA816D00CAB}" dt="2026-08-21T07:38:05.154" v="1332" actId="47"/>
        <pc:sldMkLst>
          <pc:docMk/>
          <pc:sldMk cId="1411923160" sldId="455"/>
        </pc:sldMkLst>
      </pc:sldChg>
      <pc:sldChg chg="del">
        <pc:chgData name="Igor Bessmertny" userId="f456b81cce04875c" providerId="LiveId" clId="{71FEDAE9-FC3D-4892-A033-4EA816D00CAB}" dt="2026-08-21T07:39:03.394" v="1345" actId="47"/>
        <pc:sldMkLst>
          <pc:docMk/>
          <pc:sldMk cId="4220033003" sldId="456"/>
        </pc:sldMkLst>
      </pc:sldChg>
      <pc:sldChg chg="del">
        <pc:chgData name="Igor Bessmertny" userId="f456b81cce04875c" providerId="LiveId" clId="{71FEDAE9-FC3D-4892-A033-4EA816D00CAB}" dt="2026-08-21T07:38:04.111" v="1331" actId="47"/>
        <pc:sldMkLst>
          <pc:docMk/>
          <pc:sldMk cId="1728572110" sldId="457"/>
        </pc:sldMkLst>
      </pc:sldChg>
      <pc:sldChg chg="del">
        <pc:chgData name="Igor Bessmertny" userId="f456b81cce04875c" providerId="LiveId" clId="{71FEDAE9-FC3D-4892-A033-4EA816D00CAB}" dt="2026-08-21T07:37:57.676" v="1328" actId="47"/>
        <pc:sldMkLst>
          <pc:docMk/>
          <pc:sldMk cId="210518778" sldId="458"/>
        </pc:sldMkLst>
      </pc:sldChg>
      <pc:sldChg chg="del">
        <pc:chgData name="Igor Bessmertny" userId="f456b81cce04875c" providerId="LiveId" clId="{71FEDAE9-FC3D-4892-A033-4EA816D00CAB}" dt="2026-08-21T07:37:53.030" v="1326" actId="47"/>
        <pc:sldMkLst>
          <pc:docMk/>
          <pc:sldMk cId="3100600840" sldId="459"/>
        </pc:sldMkLst>
      </pc:sldChg>
      <pc:sldChg chg="del">
        <pc:chgData name="Igor Bessmertny" userId="f456b81cce04875c" providerId="LiveId" clId="{71FEDAE9-FC3D-4892-A033-4EA816D00CAB}" dt="2026-08-21T07:37:44.665" v="1323" actId="47"/>
        <pc:sldMkLst>
          <pc:docMk/>
          <pc:sldMk cId="2318530267" sldId="460"/>
        </pc:sldMkLst>
      </pc:sldChg>
      <pc:sldChg chg="del">
        <pc:chgData name="Igor Bessmertny" userId="f456b81cce04875c" providerId="LiveId" clId="{71FEDAE9-FC3D-4892-A033-4EA816D00CAB}" dt="2026-08-21T07:38:02.853" v="1330" actId="47"/>
        <pc:sldMkLst>
          <pc:docMk/>
          <pc:sldMk cId="4058682394" sldId="461"/>
        </pc:sldMkLst>
      </pc:sldChg>
      <pc:sldChg chg="del">
        <pc:chgData name="Igor Bessmertny" userId="f456b81cce04875c" providerId="LiveId" clId="{71FEDAE9-FC3D-4892-A033-4EA816D00CAB}" dt="2026-08-21T07:37:49.785" v="1325" actId="47"/>
        <pc:sldMkLst>
          <pc:docMk/>
          <pc:sldMk cId="1737549684" sldId="462"/>
        </pc:sldMkLst>
      </pc:sldChg>
      <pc:sldChg chg="del">
        <pc:chgData name="Igor Bessmertny" userId="f456b81cce04875c" providerId="LiveId" clId="{71FEDAE9-FC3D-4892-A033-4EA816D00CAB}" dt="2026-08-21T07:37:47.004" v="1324" actId="47"/>
        <pc:sldMkLst>
          <pc:docMk/>
          <pc:sldMk cId="4186807314" sldId="463"/>
        </pc:sldMkLst>
      </pc:sldChg>
      <pc:sldChg chg="del">
        <pc:chgData name="Igor Bessmertny" userId="f456b81cce04875c" providerId="LiveId" clId="{71FEDAE9-FC3D-4892-A033-4EA816D00CAB}" dt="2026-08-21T07:37:40.541" v="1322" actId="47"/>
        <pc:sldMkLst>
          <pc:docMk/>
          <pc:sldMk cId="2837546012" sldId="464"/>
        </pc:sldMkLst>
      </pc:sldChg>
      <pc:sldChg chg="modSp mod">
        <pc:chgData name="Igor Bessmertny" userId="f456b81cce04875c" providerId="LiveId" clId="{71FEDAE9-FC3D-4892-A033-4EA816D00CAB}" dt="2026-08-20T17:24:19.125" v="992" actId="14100"/>
        <pc:sldMkLst>
          <pc:docMk/>
          <pc:sldMk cId="1935861313" sldId="475"/>
        </pc:sldMkLst>
        <pc:spChg chg="mod">
          <ac:chgData name="Igor Bessmertny" userId="f456b81cce04875c" providerId="LiveId" clId="{71FEDAE9-FC3D-4892-A033-4EA816D00CAB}" dt="2026-08-20T17:24:11.022" v="990" actId="20577"/>
          <ac:spMkLst>
            <pc:docMk/>
            <pc:sldMk cId="1935861313" sldId="475"/>
            <ac:spMk id="5" creationId="{2BEA39AC-0C16-00A4-A7D1-16251640B1AD}"/>
          </ac:spMkLst>
        </pc:spChg>
        <pc:picChg chg="mod">
          <ac:chgData name="Igor Bessmertny" userId="f456b81cce04875c" providerId="LiveId" clId="{71FEDAE9-FC3D-4892-A033-4EA816D00CAB}" dt="2026-08-20T17:24:19.125" v="992" actId="14100"/>
          <ac:picMkLst>
            <pc:docMk/>
            <pc:sldMk cId="1935861313" sldId="475"/>
            <ac:picMk id="5122" creationId="{FD71A991-53C1-7472-7A78-518AA7AFD0D3}"/>
          </ac:picMkLst>
        </pc:picChg>
      </pc:sldChg>
      <pc:sldChg chg="addSp modSp mod">
        <pc:chgData name="Igor Bessmertny" userId="f456b81cce04875c" providerId="LiveId" clId="{71FEDAE9-FC3D-4892-A033-4EA816D00CAB}" dt="2026-08-20T14:09:43.207" v="939" actId="1076"/>
        <pc:sldMkLst>
          <pc:docMk/>
          <pc:sldMk cId="2926751212" sldId="476"/>
        </pc:sldMkLst>
        <pc:graphicFrameChg chg="mod">
          <ac:chgData name="Igor Bessmertny" userId="f456b81cce04875c" providerId="LiveId" clId="{71FEDAE9-FC3D-4892-A033-4EA816D00CAB}" dt="2026-08-20T14:03:40.749" v="935" actId="1076"/>
          <ac:graphicFrameMkLst>
            <pc:docMk/>
            <pc:sldMk cId="2926751212" sldId="476"/>
            <ac:graphicFrameMk id="3" creationId="{A498763D-38BA-4848-965D-885568258635}"/>
          </ac:graphicFrameMkLst>
        </pc:graphicFrameChg>
        <pc:picChg chg="add mod">
          <ac:chgData name="Igor Bessmertny" userId="f456b81cce04875c" providerId="LiveId" clId="{71FEDAE9-FC3D-4892-A033-4EA816D00CAB}" dt="2026-08-20T14:03:26.080" v="931" actId="1076"/>
          <ac:picMkLst>
            <pc:docMk/>
            <pc:sldMk cId="2926751212" sldId="476"/>
            <ac:picMk id="7" creationId="{B4F35BDB-A0AF-3557-D06A-A88E486B9BDC}"/>
          </ac:picMkLst>
        </pc:picChg>
        <pc:picChg chg="add mod">
          <ac:chgData name="Igor Bessmertny" userId="f456b81cce04875c" providerId="LiveId" clId="{71FEDAE9-FC3D-4892-A033-4EA816D00CAB}" dt="2026-08-20T14:09:43.207" v="939" actId="1076"/>
          <ac:picMkLst>
            <pc:docMk/>
            <pc:sldMk cId="2926751212" sldId="476"/>
            <ac:picMk id="8" creationId="{76E5B176-D311-6703-B423-CD9B2736783A}"/>
          </ac:picMkLst>
        </pc:picChg>
      </pc:sldChg>
      <pc:sldChg chg="addSp delSp modSp mod">
        <pc:chgData name="Igor Bessmertny" userId="f456b81cce04875c" providerId="LiveId" clId="{71FEDAE9-FC3D-4892-A033-4EA816D00CAB}" dt="2026-08-20T17:23:40.330" v="987" actId="1076"/>
        <pc:sldMkLst>
          <pc:docMk/>
          <pc:sldMk cId="3090709736" sldId="478"/>
        </pc:sldMkLst>
        <pc:graphicFrameChg chg="mod modGraphic">
          <ac:chgData name="Igor Bessmertny" userId="f456b81cce04875c" providerId="LiveId" clId="{71FEDAE9-FC3D-4892-A033-4EA816D00CAB}" dt="2026-08-20T17:23:40.330" v="987" actId="1076"/>
          <ac:graphicFrameMkLst>
            <pc:docMk/>
            <pc:sldMk cId="3090709736" sldId="478"/>
            <ac:graphicFrameMk id="3" creationId="{A498763D-38BA-4848-965D-885568258635}"/>
          </ac:graphicFrameMkLst>
        </pc:graphicFrameChg>
        <pc:picChg chg="add mod">
          <ac:chgData name="Igor Bessmertny" userId="f456b81cce04875c" providerId="LiveId" clId="{71FEDAE9-FC3D-4892-A033-4EA816D00CAB}" dt="2026-08-20T17:19:17.684" v="972" actId="1076"/>
          <ac:picMkLst>
            <pc:docMk/>
            <pc:sldMk cId="3090709736" sldId="478"/>
            <ac:picMk id="6" creationId="{2F130D7F-803C-2BF3-1555-D8F4F56A3BFA}"/>
          </ac:picMkLst>
        </pc:picChg>
        <pc:picChg chg="add mod">
          <ac:chgData name="Igor Bessmertny" userId="f456b81cce04875c" providerId="LiveId" clId="{71FEDAE9-FC3D-4892-A033-4EA816D00CAB}" dt="2026-08-20T17:19:15.866" v="971" actId="1076"/>
          <ac:picMkLst>
            <pc:docMk/>
            <pc:sldMk cId="3090709736" sldId="478"/>
            <ac:picMk id="7" creationId="{0E9C8E1F-DBD5-01E4-C522-B585538D32A1}"/>
          </ac:picMkLst>
        </pc:picChg>
        <pc:picChg chg="add mod">
          <ac:chgData name="Igor Bessmertny" userId="f456b81cce04875c" providerId="LiveId" clId="{71FEDAE9-FC3D-4892-A033-4EA816D00CAB}" dt="2026-08-20T17:23:32.006" v="986" actId="1076"/>
          <ac:picMkLst>
            <pc:docMk/>
            <pc:sldMk cId="3090709736" sldId="478"/>
            <ac:picMk id="8" creationId="{AE02D7F7-740B-DED8-30CF-BFD6AC45C7D7}"/>
          </ac:picMkLst>
        </pc:picChg>
        <pc:picChg chg="add del mod">
          <ac:chgData name="Igor Bessmertny" userId="f456b81cce04875c" providerId="LiveId" clId="{71FEDAE9-FC3D-4892-A033-4EA816D00CAB}" dt="2026-08-20T17:23:07.407" v="981" actId="478"/>
          <ac:picMkLst>
            <pc:docMk/>
            <pc:sldMk cId="3090709736" sldId="478"/>
            <ac:picMk id="9" creationId="{0DA6204B-61D8-6AD5-53E7-FE6C1AFE6B32}"/>
          </ac:picMkLst>
        </pc:picChg>
        <pc:picChg chg="add mod">
          <ac:chgData name="Igor Bessmertny" userId="f456b81cce04875c" providerId="LiveId" clId="{71FEDAE9-FC3D-4892-A033-4EA816D00CAB}" dt="2026-08-20T17:23:26.371" v="985" actId="14100"/>
          <ac:picMkLst>
            <pc:docMk/>
            <pc:sldMk cId="3090709736" sldId="478"/>
            <ac:picMk id="11" creationId="{90D60406-A390-739D-727E-29EAC2F676DE}"/>
          </ac:picMkLst>
        </pc:picChg>
      </pc:sldChg>
      <pc:sldChg chg="del">
        <pc:chgData name="Igor Bessmertny" userId="f456b81cce04875c" providerId="LiveId" clId="{71FEDAE9-FC3D-4892-A033-4EA816D00CAB}" dt="2026-08-21T07:38:35.076" v="1333" actId="47"/>
        <pc:sldMkLst>
          <pc:docMk/>
          <pc:sldMk cId="1725965042" sldId="481"/>
        </pc:sldMkLst>
      </pc:sldChg>
      <pc:sldChg chg="del">
        <pc:chgData name="Igor Bessmertny" userId="f456b81cce04875c" providerId="LiveId" clId="{71FEDAE9-FC3D-4892-A033-4EA816D00CAB}" dt="2026-08-21T07:38:36.555" v="1334" actId="47"/>
        <pc:sldMkLst>
          <pc:docMk/>
          <pc:sldMk cId="418226708" sldId="482"/>
        </pc:sldMkLst>
      </pc:sldChg>
      <pc:sldChg chg="del">
        <pc:chgData name="Igor Bessmertny" userId="f456b81cce04875c" providerId="LiveId" clId="{71FEDAE9-FC3D-4892-A033-4EA816D00CAB}" dt="2026-08-21T07:38:37.351" v="1335" actId="47"/>
        <pc:sldMkLst>
          <pc:docMk/>
          <pc:sldMk cId="835609847" sldId="483"/>
        </pc:sldMkLst>
      </pc:sldChg>
      <pc:sldChg chg="del">
        <pc:chgData name="Igor Bessmertny" userId="f456b81cce04875c" providerId="LiveId" clId="{71FEDAE9-FC3D-4892-A033-4EA816D00CAB}" dt="2026-08-21T07:38:38.068" v="1336" actId="47"/>
        <pc:sldMkLst>
          <pc:docMk/>
          <pc:sldMk cId="1272394781" sldId="484"/>
        </pc:sldMkLst>
      </pc:sldChg>
      <pc:sldChg chg="del">
        <pc:chgData name="Igor Bessmertny" userId="f456b81cce04875c" providerId="LiveId" clId="{71FEDAE9-FC3D-4892-A033-4EA816D00CAB}" dt="2026-08-21T07:38:38.810" v="1337" actId="47"/>
        <pc:sldMkLst>
          <pc:docMk/>
          <pc:sldMk cId="3515602247" sldId="485"/>
        </pc:sldMkLst>
      </pc:sldChg>
      <pc:sldChg chg="del">
        <pc:chgData name="Igor Bessmertny" userId="f456b81cce04875c" providerId="LiveId" clId="{71FEDAE9-FC3D-4892-A033-4EA816D00CAB}" dt="2026-08-21T07:39:45.193" v="1346" actId="47"/>
        <pc:sldMkLst>
          <pc:docMk/>
          <pc:sldMk cId="173914710" sldId="486"/>
        </pc:sldMkLst>
      </pc:sldChg>
      <pc:sldChg chg="add">
        <pc:chgData name="Igor Bessmertny" userId="f456b81cce04875c" providerId="LiveId" clId="{71FEDAE9-FC3D-4892-A033-4EA816D00CAB}" dt="2026-08-20T08:50:30.246" v="0" actId="2890"/>
        <pc:sldMkLst>
          <pc:docMk/>
          <pc:sldMk cId="995287959" sldId="487"/>
        </pc:sldMkLst>
      </pc:sldChg>
      <pc:sldChg chg="addSp delSp modSp add mod ord">
        <pc:chgData name="Igor Bessmertny" userId="f456b81cce04875c" providerId="LiveId" clId="{71FEDAE9-FC3D-4892-A033-4EA816D00CAB}" dt="2026-08-21T07:10:39.453" v="1137" actId="113"/>
        <pc:sldMkLst>
          <pc:docMk/>
          <pc:sldMk cId="3076238553" sldId="488"/>
        </pc:sldMkLst>
        <pc:spChg chg="mod">
          <ac:chgData name="Igor Bessmertny" userId="f456b81cce04875c" providerId="LiveId" clId="{71FEDAE9-FC3D-4892-A033-4EA816D00CAB}" dt="2026-08-20T09:04:44.553" v="94" actId="6549"/>
          <ac:spMkLst>
            <pc:docMk/>
            <pc:sldMk cId="3076238553" sldId="488"/>
            <ac:spMk id="4" creationId="{B9F2534E-252D-038C-497B-D6A8C94CF218}"/>
          </ac:spMkLst>
        </pc:spChg>
        <pc:spChg chg="mod">
          <ac:chgData name="Igor Bessmertny" userId="f456b81cce04875c" providerId="LiveId" clId="{71FEDAE9-FC3D-4892-A033-4EA816D00CAB}" dt="2026-08-21T07:10:39.453" v="1137" actId="113"/>
          <ac:spMkLst>
            <pc:docMk/>
            <pc:sldMk cId="3076238553" sldId="488"/>
            <ac:spMk id="5" creationId="{9FBFF055-A6FD-6B42-7FDF-0F0786E9DB12}"/>
          </ac:spMkLst>
        </pc:spChg>
        <pc:picChg chg="del">
          <ac:chgData name="Igor Bessmertny" userId="f456b81cce04875c" providerId="LiveId" clId="{71FEDAE9-FC3D-4892-A033-4EA816D00CAB}" dt="2026-08-20T08:59:17.759" v="72" actId="478"/>
          <ac:picMkLst>
            <pc:docMk/>
            <pc:sldMk cId="3076238553" sldId="488"/>
            <ac:picMk id="3" creationId="{AEDE9B21-BB11-8E90-FE87-0359A0EE1846}"/>
          </ac:picMkLst>
        </pc:picChg>
        <pc:picChg chg="add del mod">
          <ac:chgData name="Igor Bessmertny" userId="f456b81cce04875c" providerId="LiveId" clId="{71FEDAE9-FC3D-4892-A033-4EA816D00CAB}" dt="2026-08-20T09:04:46.338" v="95" actId="478"/>
          <ac:picMkLst>
            <pc:docMk/>
            <pc:sldMk cId="3076238553" sldId="488"/>
            <ac:picMk id="6" creationId="{B991AADB-6F19-404C-77F1-B98B2F1B3922}"/>
          </ac:picMkLst>
        </pc:picChg>
        <pc:picChg chg="add mod">
          <ac:chgData name="Igor Bessmertny" userId="f456b81cce04875c" providerId="LiveId" clId="{71FEDAE9-FC3D-4892-A033-4EA816D00CAB}" dt="2026-08-20T09:04:52.176" v="98" actId="1076"/>
          <ac:picMkLst>
            <pc:docMk/>
            <pc:sldMk cId="3076238553" sldId="488"/>
            <ac:picMk id="7" creationId="{D6F71E7E-443F-A47D-D34B-4137765F359E}"/>
          </ac:picMkLst>
        </pc:picChg>
        <pc:picChg chg="del">
          <ac:chgData name="Igor Bessmertny" userId="f456b81cce04875c" providerId="LiveId" clId="{71FEDAE9-FC3D-4892-A033-4EA816D00CAB}" dt="2026-08-20T08:59:16.827" v="71" actId="478"/>
          <ac:picMkLst>
            <pc:docMk/>
            <pc:sldMk cId="3076238553" sldId="488"/>
            <ac:picMk id="8" creationId="{89FE7BBD-1F33-F365-0343-FD40E0C4F56E}"/>
          </ac:picMkLst>
        </pc:picChg>
      </pc:sldChg>
      <pc:sldChg chg="modSp add mod">
        <pc:chgData name="Igor Bessmertny" userId="f456b81cce04875c" providerId="LiveId" clId="{71FEDAE9-FC3D-4892-A033-4EA816D00CAB}" dt="2026-08-21T07:10:52.979" v="1138"/>
        <pc:sldMkLst>
          <pc:docMk/>
          <pc:sldMk cId="443924905" sldId="489"/>
        </pc:sldMkLst>
        <pc:spChg chg="mod">
          <ac:chgData name="Igor Bessmertny" userId="f456b81cce04875c" providerId="LiveId" clId="{71FEDAE9-FC3D-4892-A033-4EA816D00CAB}" dt="2026-08-21T07:10:52.979" v="1138"/>
          <ac:spMkLst>
            <pc:docMk/>
            <pc:sldMk cId="443924905" sldId="489"/>
            <ac:spMk id="5" creationId="{433C91E6-8B3B-C781-43FF-71DCBB5C63BF}"/>
          </ac:spMkLst>
        </pc:spChg>
      </pc:sldChg>
      <pc:sldChg chg="addSp delSp modSp add mod">
        <pc:chgData name="Igor Bessmertny" userId="f456b81cce04875c" providerId="LiveId" clId="{71FEDAE9-FC3D-4892-A033-4EA816D00CAB}" dt="2026-08-21T07:12:27.153" v="1145" actId="14100"/>
        <pc:sldMkLst>
          <pc:docMk/>
          <pc:sldMk cId="3642852233" sldId="490"/>
        </pc:sldMkLst>
        <pc:spChg chg="mod">
          <ac:chgData name="Igor Bessmertny" userId="f456b81cce04875c" providerId="LiveId" clId="{71FEDAE9-FC3D-4892-A033-4EA816D00CAB}" dt="2026-08-20T09:07:43.192" v="121" actId="20577"/>
          <ac:spMkLst>
            <pc:docMk/>
            <pc:sldMk cId="3642852233" sldId="490"/>
            <ac:spMk id="4" creationId="{BD88F4B2-AB1D-12D4-5ECA-A30E91E63757}"/>
          </ac:spMkLst>
        </pc:spChg>
        <pc:spChg chg="mod">
          <ac:chgData name="Igor Bessmertny" userId="f456b81cce04875c" providerId="LiveId" clId="{71FEDAE9-FC3D-4892-A033-4EA816D00CAB}" dt="2026-08-21T07:12:27.153" v="1145" actId="14100"/>
          <ac:spMkLst>
            <pc:docMk/>
            <pc:sldMk cId="3642852233" sldId="490"/>
            <ac:spMk id="5" creationId="{C4EAAF09-2709-2F74-68A1-62A0C6E0FEC4}"/>
          </ac:spMkLst>
        </pc:spChg>
        <pc:picChg chg="mod">
          <ac:chgData name="Igor Bessmertny" userId="f456b81cce04875c" providerId="LiveId" clId="{71FEDAE9-FC3D-4892-A033-4EA816D00CAB}" dt="2026-08-20T09:08:46.648" v="132" actId="1076"/>
          <ac:picMkLst>
            <pc:docMk/>
            <pc:sldMk cId="3642852233" sldId="490"/>
            <ac:picMk id="3" creationId="{03CF720D-6AA3-6EAC-C651-F48E54E7C7A2}"/>
          </ac:picMkLst>
        </pc:picChg>
        <pc:picChg chg="add mod">
          <ac:chgData name="Igor Bessmertny" userId="f456b81cce04875c" providerId="LiveId" clId="{71FEDAE9-FC3D-4892-A033-4EA816D00CAB}" dt="2026-08-20T09:08:48.284" v="133" actId="1076"/>
          <ac:picMkLst>
            <pc:docMk/>
            <pc:sldMk cId="3642852233" sldId="490"/>
            <ac:picMk id="7" creationId="{9BE2B263-6948-863E-6BA1-0D62E1BD69F5}"/>
          </ac:picMkLst>
        </pc:picChg>
        <pc:picChg chg="del">
          <ac:chgData name="Igor Bessmertny" userId="f456b81cce04875c" providerId="LiveId" clId="{71FEDAE9-FC3D-4892-A033-4EA816D00CAB}" dt="2026-08-20T09:07:58.223" v="122" actId="478"/>
          <ac:picMkLst>
            <pc:docMk/>
            <pc:sldMk cId="3642852233" sldId="490"/>
            <ac:picMk id="8" creationId="{37B7413A-8DF8-9418-4469-048BEB5EF6A8}"/>
          </ac:picMkLst>
        </pc:picChg>
        <pc:picChg chg="add mod">
          <ac:chgData name="Igor Bessmertny" userId="f456b81cce04875c" providerId="LiveId" clId="{71FEDAE9-FC3D-4892-A033-4EA816D00CAB}" dt="2026-08-20T09:08:49.626" v="134" actId="1076"/>
          <ac:picMkLst>
            <pc:docMk/>
            <pc:sldMk cId="3642852233" sldId="490"/>
            <ac:picMk id="10" creationId="{4EA8AE0D-E0C7-442E-84DA-1B641AB873F7}"/>
          </ac:picMkLst>
        </pc:picChg>
      </pc:sldChg>
      <pc:sldChg chg="addSp delSp modSp add mod">
        <pc:chgData name="Igor Bessmertny" userId="f456b81cce04875c" providerId="LiveId" clId="{71FEDAE9-FC3D-4892-A033-4EA816D00CAB}" dt="2026-08-21T07:13:32.504" v="1151" actId="20577"/>
        <pc:sldMkLst>
          <pc:docMk/>
          <pc:sldMk cId="2508076427" sldId="491"/>
        </pc:sldMkLst>
        <pc:spChg chg="mod">
          <ac:chgData name="Igor Bessmertny" userId="f456b81cce04875c" providerId="LiveId" clId="{71FEDAE9-FC3D-4892-A033-4EA816D00CAB}" dt="2026-08-20T09:10:03.084" v="252" actId="20577"/>
          <ac:spMkLst>
            <pc:docMk/>
            <pc:sldMk cId="2508076427" sldId="491"/>
            <ac:spMk id="4" creationId="{98F05EE2-DFD5-3ECE-B8FE-0FA49B97025E}"/>
          </ac:spMkLst>
        </pc:spChg>
        <pc:spChg chg="mod ord">
          <ac:chgData name="Igor Bessmertny" userId="f456b81cce04875c" providerId="LiveId" clId="{71FEDAE9-FC3D-4892-A033-4EA816D00CAB}" dt="2026-08-21T07:13:32.504" v="1151" actId="20577"/>
          <ac:spMkLst>
            <pc:docMk/>
            <pc:sldMk cId="2508076427" sldId="491"/>
            <ac:spMk id="5" creationId="{6330CCE7-C1EC-C966-D47A-602460C79C06}"/>
          </ac:spMkLst>
        </pc:spChg>
        <pc:picChg chg="del">
          <ac:chgData name="Igor Bessmertny" userId="f456b81cce04875c" providerId="LiveId" clId="{71FEDAE9-FC3D-4892-A033-4EA816D00CAB}" dt="2026-08-20T09:10:07.732" v="255" actId="478"/>
          <ac:picMkLst>
            <pc:docMk/>
            <pc:sldMk cId="2508076427" sldId="491"/>
            <ac:picMk id="3" creationId="{E4D5FCF7-9368-C084-1F75-89EFC182DA61}"/>
          </ac:picMkLst>
        </pc:picChg>
        <pc:picChg chg="add mod">
          <ac:chgData name="Igor Bessmertny" userId="f456b81cce04875c" providerId="LiveId" clId="{71FEDAE9-FC3D-4892-A033-4EA816D00CAB}" dt="2026-08-20T09:11:49.189" v="264" actId="1076"/>
          <ac:picMkLst>
            <pc:docMk/>
            <pc:sldMk cId="2508076427" sldId="491"/>
            <ac:picMk id="6" creationId="{6D700BF5-142A-B741-49B1-982038E1004C}"/>
          </ac:picMkLst>
        </pc:picChg>
        <pc:picChg chg="del">
          <ac:chgData name="Igor Bessmertny" userId="f456b81cce04875c" providerId="LiveId" clId="{71FEDAE9-FC3D-4892-A033-4EA816D00CAB}" dt="2026-08-20T09:10:06.883" v="254" actId="478"/>
          <ac:picMkLst>
            <pc:docMk/>
            <pc:sldMk cId="2508076427" sldId="491"/>
            <ac:picMk id="7" creationId="{E5AC5370-8A30-73FD-85A7-D5401D9A827F}"/>
          </ac:picMkLst>
        </pc:picChg>
        <pc:picChg chg="add mod">
          <ac:chgData name="Igor Bessmertny" userId="f456b81cce04875c" providerId="LiveId" clId="{71FEDAE9-FC3D-4892-A033-4EA816D00CAB}" dt="2026-08-20T09:13:45.133" v="269" actId="14100"/>
          <ac:picMkLst>
            <pc:docMk/>
            <pc:sldMk cId="2508076427" sldId="491"/>
            <ac:picMk id="8" creationId="{274AE189-D9E7-FA4B-F99D-2045797C6C3D}"/>
          </ac:picMkLst>
        </pc:picChg>
        <pc:picChg chg="del">
          <ac:chgData name="Igor Bessmertny" userId="f456b81cce04875c" providerId="LiveId" clId="{71FEDAE9-FC3D-4892-A033-4EA816D00CAB}" dt="2026-08-20T09:10:06.092" v="253" actId="478"/>
          <ac:picMkLst>
            <pc:docMk/>
            <pc:sldMk cId="2508076427" sldId="491"/>
            <ac:picMk id="10" creationId="{131EAC63-668B-3511-E065-B13F986B234D}"/>
          </ac:picMkLst>
        </pc:picChg>
      </pc:sldChg>
      <pc:sldChg chg="addSp delSp modSp add mod ord">
        <pc:chgData name="Igor Bessmertny" userId="f456b81cce04875c" providerId="LiveId" clId="{71FEDAE9-FC3D-4892-A033-4EA816D00CAB}" dt="2026-08-21T07:23:30.873" v="1321"/>
        <pc:sldMkLst>
          <pc:docMk/>
          <pc:sldMk cId="1904051873" sldId="492"/>
        </pc:sldMkLst>
        <pc:spChg chg="mod">
          <ac:chgData name="Igor Bessmertny" userId="f456b81cce04875c" providerId="LiveId" clId="{71FEDAE9-FC3D-4892-A033-4EA816D00CAB}" dt="2026-08-20T09:15:22.643" v="330" actId="20577"/>
          <ac:spMkLst>
            <pc:docMk/>
            <pc:sldMk cId="1904051873" sldId="492"/>
            <ac:spMk id="4" creationId="{403DAEE2-D0E5-0D69-EB49-21AD2787E61E}"/>
          </ac:spMkLst>
        </pc:spChg>
        <pc:spChg chg="mod">
          <ac:chgData name="Igor Bessmertny" userId="f456b81cce04875c" providerId="LiveId" clId="{71FEDAE9-FC3D-4892-A033-4EA816D00CAB}" dt="2026-08-21T07:11:58.639" v="1142" actId="113"/>
          <ac:spMkLst>
            <pc:docMk/>
            <pc:sldMk cId="1904051873" sldId="492"/>
            <ac:spMk id="5" creationId="{946FDE32-6266-6AFD-6A3C-E77385258D87}"/>
          </ac:spMkLst>
        </pc:spChg>
        <pc:picChg chg="add mod">
          <ac:chgData name="Igor Bessmertny" userId="f456b81cce04875c" providerId="LiveId" clId="{71FEDAE9-FC3D-4892-A033-4EA816D00CAB}" dt="2026-08-20T09:17:07.519" v="336" actId="1076"/>
          <ac:picMkLst>
            <pc:docMk/>
            <pc:sldMk cId="1904051873" sldId="492"/>
            <ac:picMk id="3" creationId="{61529B93-A4BB-7AAD-3874-DF888AC7297E}"/>
          </ac:picMkLst>
        </pc:picChg>
        <pc:picChg chg="del">
          <ac:chgData name="Igor Bessmertny" userId="f456b81cce04875c" providerId="LiveId" clId="{71FEDAE9-FC3D-4892-A033-4EA816D00CAB}" dt="2026-08-20T09:15:26.487" v="332" actId="478"/>
          <ac:picMkLst>
            <pc:docMk/>
            <pc:sldMk cId="1904051873" sldId="492"/>
            <ac:picMk id="6" creationId="{1185F398-DCE8-223D-C499-08682B529B7F}"/>
          </ac:picMkLst>
        </pc:picChg>
        <pc:picChg chg="del">
          <ac:chgData name="Igor Bessmertny" userId="f456b81cce04875c" providerId="LiveId" clId="{71FEDAE9-FC3D-4892-A033-4EA816D00CAB}" dt="2026-08-20T09:15:25.381" v="331" actId="478"/>
          <ac:picMkLst>
            <pc:docMk/>
            <pc:sldMk cId="1904051873" sldId="492"/>
            <ac:picMk id="8" creationId="{FA534319-A0E3-030B-514A-077D5102BBF4}"/>
          </ac:picMkLst>
        </pc:picChg>
      </pc:sldChg>
      <pc:sldChg chg="addSp delSp modSp add mod">
        <pc:chgData name="Igor Bessmertny" userId="f456b81cce04875c" providerId="LiveId" clId="{71FEDAE9-FC3D-4892-A033-4EA816D00CAB}" dt="2026-08-20T13:38:58.221" v="643" actId="14100"/>
        <pc:sldMkLst>
          <pc:docMk/>
          <pc:sldMk cId="4156931527" sldId="493"/>
        </pc:sldMkLst>
        <pc:spChg chg="mod">
          <ac:chgData name="Igor Bessmertny" userId="f456b81cce04875c" providerId="LiveId" clId="{71FEDAE9-FC3D-4892-A033-4EA816D00CAB}" dt="2026-08-20T13:38:58.221" v="643" actId="14100"/>
          <ac:spMkLst>
            <pc:docMk/>
            <pc:sldMk cId="4156931527" sldId="493"/>
            <ac:spMk id="5" creationId="{EAB52D0A-EC43-8C45-B24F-1F9B1D80926A}"/>
          </ac:spMkLst>
        </pc:spChg>
        <pc:spChg chg="del">
          <ac:chgData name="Igor Bessmertny" userId="f456b81cce04875c" providerId="LiveId" clId="{71FEDAE9-FC3D-4892-A033-4EA816D00CAB}" dt="2026-08-20T13:36:14.749" v="567" actId="478"/>
          <ac:spMkLst>
            <pc:docMk/>
            <pc:sldMk cId="4156931527" sldId="493"/>
            <ac:spMk id="6" creationId="{D49D26C8-FDE8-C01C-BB33-45FAC9AD96EB}"/>
          </ac:spMkLst>
        </pc:spChg>
        <pc:picChg chg="add del mod">
          <ac:chgData name="Igor Bessmertny" userId="f456b81cce04875c" providerId="LiveId" clId="{71FEDAE9-FC3D-4892-A033-4EA816D00CAB}" dt="2026-08-20T13:37:15.818" v="584" actId="478"/>
          <ac:picMkLst>
            <pc:docMk/>
            <pc:sldMk cId="4156931527" sldId="493"/>
            <ac:picMk id="3" creationId="{E31E148A-E1F5-CC37-4A37-1E43FD86FDC2}"/>
          </ac:picMkLst>
        </pc:picChg>
        <pc:picChg chg="add mod">
          <ac:chgData name="Igor Bessmertny" userId="f456b81cce04875c" providerId="LiveId" clId="{71FEDAE9-FC3D-4892-A033-4EA816D00CAB}" dt="2026-08-20T13:38:14.363" v="591" actId="1076"/>
          <ac:picMkLst>
            <pc:docMk/>
            <pc:sldMk cId="4156931527" sldId="493"/>
            <ac:picMk id="7" creationId="{BE78FA34-092D-E22A-84A2-B267C00AF846}"/>
          </ac:picMkLst>
        </pc:picChg>
        <pc:picChg chg="del">
          <ac:chgData name="Igor Bessmertny" userId="f456b81cce04875c" providerId="LiveId" clId="{71FEDAE9-FC3D-4892-A033-4EA816D00CAB}" dt="2026-08-20T13:36:04.846" v="565" actId="478"/>
          <ac:picMkLst>
            <pc:docMk/>
            <pc:sldMk cId="4156931527" sldId="493"/>
            <ac:picMk id="4098" creationId="{3346E600-CD75-2408-A50D-AA978F32DDAE}"/>
          </ac:picMkLst>
        </pc:picChg>
      </pc:sldChg>
      <pc:sldChg chg="addSp delSp modSp add mod">
        <pc:chgData name="Igor Bessmertny" userId="f456b81cce04875c" providerId="LiveId" clId="{71FEDAE9-FC3D-4892-A033-4EA816D00CAB}" dt="2026-08-20T14:00:13.304" v="927" actId="1076"/>
        <pc:sldMkLst>
          <pc:docMk/>
          <pc:sldMk cId="3077110918" sldId="494"/>
        </pc:sldMkLst>
        <pc:spChg chg="mod">
          <ac:chgData name="Igor Bessmertny" userId="f456b81cce04875c" providerId="LiveId" clId="{71FEDAE9-FC3D-4892-A033-4EA816D00CAB}" dt="2026-08-20T13:54:13.734" v="912" actId="14100"/>
          <ac:spMkLst>
            <pc:docMk/>
            <pc:sldMk cId="3077110918" sldId="494"/>
            <ac:spMk id="5" creationId="{A1FCE357-5058-BD34-61B3-B7922DCE1E4A}"/>
          </ac:spMkLst>
        </pc:spChg>
        <pc:picChg chg="add mod">
          <ac:chgData name="Igor Bessmertny" userId="f456b81cce04875c" providerId="LiveId" clId="{71FEDAE9-FC3D-4892-A033-4EA816D00CAB}" dt="2026-08-20T13:55:14.118" v="918" actId="1076"/>
          <ac:picMkLst>
            <pc:docMk/>
            <pc:sldMk cId="3077110918" sldId="494"/>
            <ac:picMk id="3" creationId="{75D94235-D1A5-9208-0095-49856EF505B9}"/>
          </ac:picMkLst>
        </pc:picChg>
        <pc:picChg chg="add mod">
          <ac:chgData name="Igor Bessmertny" userId="f456b81cce04875c" providerId="LiveId" clId="{71FEDAE9-FC3D-4892-A033-4EA816D00CAB}" dt="2026-08-20T13:56:55.122" v="923" actId="14100"/>
          <ac:picMkLst>
            <pc:docMk/>
            <pc:sldMk cId="3077110918" sldId="494"/>
            <ac:picMk id="6" creationId="{0E6682E9-DB01-299F-2C4E-16B9D8787203}"/>
          </ac:picMkLst>
        </pc:picChg>
        <pc:picChg chg="del">
          <ac:chgData name="Igor Bessmertny" userId="f456b81cce04875c" providerId="LiveId" clId="{71FEDAE9-FC3D-4892-A033-4EA816D00CAB}" dt="2026-08-20T13:53:32.259" v="884" actId="478"/>
          <ac:picMkLst>
            <pc:docMk/>
            <pc:sldMk cId="3077110918" sldId="494"/>
            <ac:picMk id="7" creationId="{099A27C9-54D6-F209-7B7D-41BF44CEF66D}"/>
          </ac:picMkLst>
        </pc:picChg>
        <pc:picChg chg="add mod">
          <ac:chgData name="Igor Bessmertny" userId="f456b81cce04875c" providerId="LiveId" clId="{71FEDAE9-FC3D-4892-A033-4EA816D00CAB}" dt="2026-08-20T14:00:13.304" v="927" actId="1076"/>
          <ac:picMkLst>
            <pc:docMk/>
            <pc:sldMk cId="3077110918" sldId="494"/>
            <ac:picMk id="8" creationId="{F15D26A4-43CD-8875-A28A-AC0E24D104F7}"/>
          </ac:picMkLst>
        </pc:picChg>
      </pc:sldChg>
      <pc:sldChg chg="addSp delSp modSp add mod">
        <pc:chgData name="Igor Bessmertny" userId="f456b81cce04875c" providerId="LiveId" clId="{71FEDAE9-FC3D-4892-A033-4EA816D00CAB}" dt="2026-08-20T18:03:50.084" v="1076" actId="404"/>
        <pc:sldMkLst>
          <pc:docMk/>
          <pc:sldMk cId="1652751037" sldId="495"/>
        </pc:sldMkLst>
        <pc:spChg chg="mod">
          <ac:chgData name="Igor Bessmertny" userId="f456b81cce04875c" providerId="LiveId" clId="{71FEDAE9-FC3D-4892-A033-4EA816D00CAB}" dt="2026-08-20T18:01:44.625" v="1047" actId="14100"/>
          <ac:spMkLst>
            <pc:docMk/>
            <pc:sldMk cId="1652751037" sldId="495"/>
            <ac:spMk id="5" creationId="{DB57B988-4A30-1FDD-F9AA-6AD9F7733AA8}"/>
          </ac:spMkLst>
        </pc:spChg>
        <pc:spChg chg="mod">
          <ac:chgData name="Igor Bessmertny" userId="f456b81cce04875c" providerId="LiveId" clId="{71FEDAE9-FC3D-4892-A033-4EA816D00CAB}" dt="2026-08-20T18:03:50.084" v="1076" actId="404"/>
          <ac:spMkLst>
            <pc:docMk/>
            <pc:sldMk cId="1652751037" sldId="495"/>
            <ac:spMk id="6" creationId="{030AF871-B45C-E1D8-AF59-9771B9837675}"/>
          </ac:spMkLst>
        </pc:spChg>
        <pc:picChg chg="add">
          <ac:chgData name="Igor Bessmertny" userId="f456b81cce04875c" providerId="LiveId" clId="{71FEDAE9-FC3D-4892-A033-4EA816D00CAB}" dt="2026-08-20T18:01:04.704" v="999" actId="22"/>
          <ac:picMkLst>
            <pc:docMk/>
            <pc:sldMk cId="1652751037" sldId="495"/>
            <ac:picMk id="7" creationId="{97978914-2049-E2BF-ECFF-F57CBDFAD527}"/>
          </ac:picMkLst>
        </pc:picChg>
        <pc:picChg chg="add">
          <ac:chgData name="Igor Bessmertny" userId="f456b81cce04875c" providerId="LiveId" clId="{71FEDAE9-FC3D-4892-A033-4EA816D00CAB}" dt="2026-08-20T18:01:04.704" v="999" actId="22"/>
          <ac:picMkLst>
            <pc:docMk/>
            <pc:sldMk cId="1652751037" sldId="495"/>
            <ac:picMk id="9" creationId="{3E0B397E-DAE3-5F3E-B5BB-BE629F2ED6DD}"/>
          </ac:picMkLst>
        </pc:picChg>
        <pc:picChg chg="del">
          <ac:chgData name="Igor Bessmertny" userId="f456b81cce04875c" providerId="LiveId" clId="{71FEDAE9-FC3D-4892-A033-4EA816D00CAB}" dt="2026-08-20T18:00:32.175" v="997" actId="478"/>
          <ac:picMkLst>
            <pc:docMk/>
            <pc:sldMk cId="1652751037" sldId="495"/>
            <ac:picMk id="1026" creationId="{2A794EA6-1C61-7EFE-1EDC-5FB00B6F8648}"/>
          </ac:picMkLst>
        </pc:picChg>
        <pc:picChg chg="del">
          <ac:chgData name="Igor Bessmertny" userId="f456b81cce04875c" providerId="LiveId" clId="{71FEDAE9-FC3D-4892-A033-4EA816D00CAB}" dt="2026-08-20T18:00:34.564" v="998" actId="478"/>
          <ac:picMkLst>
            <pc:docMk/>
            <pc:sldMk cId="1652751037" sldId="495"/>
            <ac:picMk id="2050" creationId="{F646C4A6-7653-F12F-E36E-40B3F4948FC8}"/>
          </ac:picMkLst>
        </pc:picChg>
      </pc:sldChg>
      <pc:sldChg chg="addSp delSp modSp add mod">
        <pc:chgData name="Igor Bessmertny" userId="f456b81cce04875c" providerId="LiveId" clId="{71FEDAE9-FC3D-4892-A033-4EA816D00CAB}" dt="2026-08-21T07:09:59.312" v="1135" actId="14100"/>
        <pc:sldMkLst>
          <pc:docMk/>
          <pc:sldMk cId="165671339" sldId="496"/>
        </pc:sldMkLst>
        <pc:spChg chg="mod">
          <ac:chgData name="Igor Bessmertny" userId="f456b81cce04875c" providerId="LiveId" clId="{71FEDAE9-FC3D-4892-A033-4EA816D00CAB}" dt="2026-08-21T07:09:11.128" v="1131" actId="20577"/>
          <ac:spMkLst>
            <pc:docMk/>
            <pc:sldMk cId="165671339" sldId="496"/>
            <ac:spMk id="4" creationId="{B0F0531D-727A-DAC1-8C03-D28F62A94810}"/>
          </ac:spMkLst>
        </pc:spChg>
        <pc:spChg chg="del">
          <ac:chgData name="Igor Bessmertny" userId="f456b81cce04875c" providerId="LiveId" clId="{71FEDAE9-FC3D-4892-A033-4EA816D00CAB}" dt="2026-08-21T07:08:45.385" v="1097" actId="478"/>
          <ac:spMkLst>
            <pc:docMk/>
            <pc:sldMk cId="165671339" sldId="496"/>
            <ac:spMk id="5" creationId="{F1BBC4B7-9931-AE03-1D7A-14933B1987FB}"/>
          </ac:spMkLst>
        </pc:spChg>
        <pc:spChg chg="add del mod">
          <ac:chgData name="Igor Bessmertny" userId="f456b81cce04875c" providerId="LiveId" clId="{71FEDAE9-FC3D-4892-A033-4EA816D00CAB}" dt="2026-08-21T07:08:48.391" v="1098" actId="478"/>
          <ac:spMkLst>
            <pc:docMk/>
            <pc:sldMk cId="165671339" sldId="496"/>
            <ac:spMk id="6" creationId="{8F1390A0-C55A-E864-7EDD-E79A846A53C7}"/>
          </ac:spMkLst>
        </pc:spChg>
        <pc:spChg chg="add mod">
          <ac:chgData name="Igor Bessmertny" userId="f456b81cce04875c" providerId="LiveId" clId="{71FEDAE9-FC3D-4892-A033-4EA816D00CAB}" dt="2026-08-21T07:09:59.312" v="1135" actId="14100"/>
          <ac:spMkLst>
            <pc:docMk/>
            <pc:sldMk cId="165671339" sldId="496"/>
            <ac:spMk id="9" creationId="{1D7884D5-003E-9092-8D38-A1579061765C}"/>
          </ac:spMkLst>
        </pc:spChg>
        <pc:picChg chg="add mod">
          <ac:chgData name="Igor Bessmertny" userId="f456b81cce04875c" providerId="LiveId" clId="{71FEDAE9-FC3D-4892-A033-4EA816D00CAB}" dt="2026-08-21T07:08:56.112" v="1101" actId="1076"/>
          <ac:picMkLst>
            <pc:docMk/>
            <pc:sldMk cId="165671339" sldId="496"/>
            <ac:picMk id="8" creationId="{9E568C2A-C54C-774C-ADEF-A3CD328A3CA4}"/>
          </ac:picMkLst>
        </pc:picChg>
      </pc:sldChg>
      <pc:sldChg chg="addSp delSp modSp add mod">
        <pc:chgData name="Igor Bessmertny" userId="f456b81cce04875c" providerId="LiveId" clId="{71FEDAE9-FC3D-4892-A033-4EA816D00CAB}" dt="2026-08-21T07:20:13.985" v="1318" actId="20577"/>
        <pc:sldMkLst>
          <pc:docMk/>
          <pc:sldMk cId="52298454" sldId="497"/>
        </pc:sldMkLst>
        <pc:spChg chg="mod">
          <ac:chgData name="Igor Bessmertny" userId="f456b81cce04875c" providerId="LiveId" clId="{71FEDAE9-FC3D-4892-A033-4EA816D00CAB}" dt="2026-08-21T07:14:44.624" v="1160" actId="20577"/>
          <ac:spMkLst>
            <pc:docMk/>
            <pc:sldMk cId="52298454" sldId="497"/>
            <ac:spMk id="4" creationId="{0BE40E8D-0126-ED1A-DE49-83F4858B8C32}"/>
          </ac:spMkLst>
        </pc:spChg>
        <pc:spChg chg="mod">
          <ac:chgData name="Igor Bessmertny" userId="f456b81cce04875c" providerId="LiveId" clId="{71FEDAE9-FC3D-4892-A033-4EA816D00CAB}" dt="2026-08-21T07:20:13.985" v="1318" actId="20577"/>
          <ac:spMkLst>
            <pc:docMk/>
            <pc:sldMk cId="52298454" sldId="497"/>
            <ac:spMk id="5" creationId="{4AC1706D-2A65-47F5-67B9-225C6B20C204}"/>
          </ac:spMkLst>
        </pc:spChg>
        <pc:picChg chg="add mod">
          <ac:chgData name="Igor Bessmertny" userId="f456b81cce04875c" providerId="LiveId" clId="{71FEDAE9-FC3D-4892-A033-4EA816D00CAB}" dt="2026-08-21T07:14:35.529" v="1158" actId="1076"/>
          <ac:picMkLst>
            <pc:docMk/>
            <pc:sldMk cId="52298454" sldId="497"/>
            <ac:picMk id="3" creationId="{AFC109C7-5DF9-B161-F0DF-A646AFF2DE60}"/>
          </ac:picMkLst>
        </pc:picChg>
        <pc:picChg chg="del">
          <ac:chgData name="Igor Bessmertny" userId="f456b81cce04875c" providerId="LiveId" clId="{71FEDAE9-FC3D-4892-A033-4EA816D00CAB}" dt="2026-08-21T07:14:22.255" v="1154" actId="478"/>
          <ac:picMkLst>
            <pc:docMk/>
            <pc:sldMk cId="52298454" sldId="497"/>
            <ac:picMk id="6" creationId="{2EAAD81B-2BA0-1405-63C9-1A5F64564EEF}"/>
          </ac:picMkLst>
        </pc:picChg>
        <pc:picChg chg="del">
          <ac:chgData name="Igor Bessmertny" userId="f456b81cce04875c" providerId="LiveId" clId="{71FEDAE9-FC3D-4892-A033-4EA816D00CAB}" dt="2026-08-21T07:13:45.667" v="1153" actId="478"/>
          <ac:picMkLst>
            <pc:docMk/>
            <pc:sldMk cId="52298454" sldId="497"/>
            <ac:picMk id="8" creationId="{0122FCDD-7D2A-FBB3-D8DC-2359687DFFF2}"/>
          </ac:picMkLst>
        </pc:picChg>
      </pc:sldChg>
      <pc:sldChg chg="add">
        <pc:chgData name="Igor Bessmertny" userId="f456b81cce04875c" providerId="LiveId" clId="{71FEDAE9-FC3D-4892-A033-4EA816D00CAB}" dt="2026-08-21T07:20:34.564" v="1319" actId="2890"/>
        <pc:sldMkLst>
          <pc:docMk/>
          <pc:sldMk cId="3449523972" sldId="49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91CCA4-7E7D-4707-AD24-8A2521CBC91D}" type="doc">
      <dgm:prSet loTypeId="urn:microsoft.com/office/officeart/2005/8/layout/orgChart1" loCatId="hierarchy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ru-RU"/>
        </a:p>
      </dgm:t>
    </dgm:pt>
    <dgm:pt modelId="{0BD8935A-2060-4F1C-B399-543C0FB63449}">
      <dgm:prSet phldrT="[Текст]" custT="1"/>
      <dgm:spPr/>
      <dgm:t>
        <a:bodyPr/>
        <a:lstStyle/>
        <a:p>
          <a:r>
            <a:rPr lang="ru-RU" sz="1000" dirty="0"/>
            <a:t>Модели</a:t>
          </a:r>
        </a:p>
      </dgm:t>
    </dgm:pt>
    <dgm:pt modelId="{4718FDA2-18BE-4970-93F7-0BB6E31D7426}" type="parTrans" cxnId="{236D2AA1-AD57-4B79-B2BF-68C3ECDB5C1D}">
      <dgm:prSet/>
      <dgm:spPr/>
      <dgm:t>
        <a:bodyPr/>
        <a:lstStyle/>
        <a:p>
          <a:endParaRPr lang="ru-RU" sz="3600"/>
        </a:p>
      </dgm:t>
    </dgm:pt>
    <dgm:pt modelId="{B9A265F5-721A-4D07-975B-64CA1B98EC52}" type="sibTrans" cxnId="{236D2AA1-AD57-4B79-B2BF-68C3ECDB5C1D}">
      <dgm:prSet/>
      <dgm:spPr/>
      <dgm:t>
        <a:bodyPr/>
        <a:lstStyle/>
        <a:p>
          <a:endParaRPr lang="ru-RU" sz="3600"/>
        </a:p>
      </dgm:t>
    </dgm:pt>
    <dgm:pt modelId="{C2E16FA4-1AC8-4147-9A1D-DC1BE9525DDD}">
      <dgm:prSet phldrT="[Текст]" custT="1"/>
      <dgm:spPr/>
      <dgm:t>
        <a:bodyPr/>
        <a:lstStyle/>
        <a:p>
          <a:r>
            <a:rPr lang="ru-RU" sz="1000" dirty="0"/>
            <a:t>Материальные</a:t>
          </a:r>
        </a:p>
      </dgm:t>
    </dgm:pt>
    <dgm:pt modelId="{E72E3D8F-74F1-4251-9C72-A213E96D72A0}" type="parTrans" cxnId="{EBFEE3B8-749A-42D8-A3FB-017818FDECD7}">
      <dgm:prSet/>
      <dgm:spPr/>
      <dgm:t>
        <a:bodyPr/>
        <a:lstStyle/>
        <a:p>
          <a:endParaRPr lang="ru-RU" sz="3600"/>
        </a:p>
      </dgm:t>
    </dgm:pt>
    <dgm:pt modelId="{323F39E6-7E2E-4CD8-9CB9-D1256BE54625}" type="sibTrans" cxnId="{EBFEE3B8-749A-42D8-A3FB-017818FDECD7}">
      <dgm:prSet/>
      <dgm:spPr/>
      <dgm:t>
        <a:bodyPr/>
        <a:lstStyle/>
        <a:p>
          <a:endParaRPr lang="ru-RU" sz="3600"/>
        </a:p>
      </dgm:t>
    </dgm:pt>
    <dgm:pt modelId="{42C2869E-7476-418D-9812-5CA790511A8F}">
      <dgm:prSet phldrT="[Текст]" custT="1"/>
      <dgm:spPr/>
      <dgm:t>
        <a:bodyPr/>
        <a:lstStyle/>
        <a:p>
          <a:r>
            <a:rPr lang="ru-RU" sz="1000" dirty="0"/>
            <a:t>Нематериальные</a:t>
          </a:r>
        </a:p>
      </dgm:t>
    </dgm:pt>
    <dgm:pt modelId="{0E76A380-9B72-445A-AB05-8D75393CD1DF}" type="parTrans" cxnId="{EFE60597-CA0C-4AA6-8CD4-A904C66FF5B7}">
      <dgm:prSet/>
      <dgm:spPr/>
      <dgm:t>
        <a:bodyPr/>
        <a:lstStyle/>
        <a:p>
          <a:endParaRPr lang="ru-RU" sz="3600"/>
        </a:p>
      </dgm:t>
    </dgm:pt>
    <dgm:pt modelId="{935C23B5-2743-420D-8335-99E4006912F7}" type="sibTrans" cxnId="{EFE60597-CA0C-4AA6-8CD4-A904C66FF5B7}">
      <dgm:prSet/>
      <dgm:spPr/>
      <dgm:t>
        <a:bodyPr/>
        <a:lstStyle/>
        <a:p>
          <a:endParaRPr lang="ru-RU" sz="3600"/>
        </a:p>
      </dgm:t>
    </dgm:pt>
    <dgm:pt modelId="{0A2D4A5F-64B8-4348-A7D2-73F15D910AA4}">
      <dgm:prSet phldrT="[Текст]" custT="1"/>
      <dgm:spPr/>
      <dgm:t>
        <a:bodyPr/>
        <a:lstStyle/>
        <a:p>
          <a:r>
            <a:rPr lang="ru-RU" sz="1000" dirty="0"/>
            <a:t>Математические</a:t>
          </a:r>
        </a:p>
      </dgm:t>
    </dgm:pt>
    <dgm:pt modelId="{CCD9D15A-931E-49D7-9A38-6EE9AA15B48E}" type="parTrans" cxnId="{5571E0F6-78F8-4176-8429-B7B75922DCEB}">
      <dgm:prSet/>
      <dgm:spPr/>
      <dgm:t>
        <a:bodyPr/>
        <a:lstStyle/>
        <a:p>
          <a:endParaRPr lang="ru-RU" sz="3600"/>
        </a:p>
      </dgm:t>
    </dgm:pt>
    <dgm:pt modelId="{1DD280C3-01D4-4BBF-AEFD-C01634728ABB}" type="sibTrans" cxnId="{5571E0F6-78F8-4176-8429-B7B75922DCEB}">
      <dgm:prSet/>
      <dgm:spPr/>
      <dgm:t>
        <a:bodyPr/>
        <a:lstStyle/>
        <a:p>
          <a:endParaRPr lang="ru-RU" sz="3600"/>
        </a:p>
      </dgm:t>
    </dgm:pt>
    <dgm:pt modelId="{601D302E-B52D-4A53-BBD6-C27D1EED6653}">
      <dgm:prSet phldrT="[Текст]" custT="1"/>
      <dgm:spPr/>
      <dgm:t>
        <a:bodyPr/>
        <a:lstStyle/>
        <a:p>
          <a:r>
            <a:rPr lang="ru-RU" sz="1000" dirty="0"/>
            <a:t>Вербальные</a:t>
          </a:r>
        </a:p>
      </dgm:t>
    </dgm:pt>
    <dgm:pt modelId="{8A21980A-95E7-4891-8ECE-0729015CE8C3}" type="parTrans" cxnId="{D397985F-FC71-40A9-9329-F19E092FA680}">
      <dgm:prSet/>
      <dgm:spPr/>
      <dgm:t>
        <a:bodyPr/>
        <a:lstStyle/>
        <a:p>
          <a:endParaRPr lang="ru-RU" sz="3600"/>
        </a:p>
      </dgm:t>
    </dgm:pt>
    <dgm:pt modelId="{E00DDAFA-8E07-4BCA-A75F-313ABA4EE2C3}" type="sibTrans" cxnId="{D397985F-FC71-40A9-9329-F19E092FA680}">
      <dgm:prSet/>
      <dgm:spPr/>
      <dgm:t>
        <a:bodyPr/>
        <a:lstStyle/>
        <a:p>
          <a:endParaRPr lang="ru-RU" sz="3600"/>
        </a:p>
      </dgm:t>
    </dgm:pt>
    <dgm:pt modelId="{49EE2E91-2E72-486E-BAE7-8F989CDFC066}">
      <dgm:prSet phldrT="[Текст]" custT="1"/>
      <dgm:spPr/>
      <dgm:t>
        <a:bodyPr/>
        <a:lstStyle/>
        <a:p>
          <a:r>
            <a:rPr lang="ru-RU" sz="1000" dirty="0"/>
            <a:t>Знаковые</a:t>
          </a:r>
        </a:p>
      </dgm:t>
    </dgm:pt>
    <dgm:pt modelId="{F3F94DC6-FD39-4244-97A4-A43B775DB0DE}" type="parTrans" cxnId="{00EEBD10-BCF9-40BE-9BCB-5D0A66D61C03}">
      <dgm:prSet/>
      <dgm:spPr/>
      <dgm:t>
        <a:bodyPr/>
        <a:lstStyle/>
        <a:p>
          <a:endParaRPr lang="ru-RU" sz="3600"/>
        </a:p>
      </dgm:t>
    </dgm:pt>
    <dgm:pt modelId="{AEB81760-29E1-4D64-A6CE-683D78EC7869}" type="sibTrans" cxnId="{00EEBD10-BCF9-40BE-9BCB-5D0A66D61C03}">
      <dgm:prSet/>
      <dgm:spPr/>
      <dgm:t>
        <a:bodyPr/>
        <a:lstStyle/>
        <a:p>
          <a:endParaRPr lang="ru-RU" sz="3600"/>
        </a:p>
      </dgm:t>
    </dgm:pt>
    <dgm:pt modelId="{E29501EE-550E-4487-875D-BC6321858528}">
      <dgm:prSet phldrT="[Текст]" custT="1"/>
      <dgm:spPr/>
      <dgm:t>
        <a:bodyPr/>
        <a:lstStyle/>
        <a:p>
          <a:r>
            <a:rPr lang="ru-RU" sz="1000" dirty="0"/>
            <a:t>Логические</a:t>
          </a:r>
        </a:p>
      </dgm:t>
    </dgm:pt>
    <dgm:pt modelId="{5E8B74C6-5EC3-4906-A91B-9D39D7E746D0}" type="parTrans" cxnId="{4E9EEAFE-BD06-4039-BC8F-0FE8B50FD6AD}">
      <dgm:prSet/>
      <dgm:spPr/>
      <dgm:t>
        <a:bodyPr/>
        <a:lstStyle/>
        <a:p>
          <a:endParaRPr lang="ru-RU" sz="3600"/>
        </a:p>
      </dgm:t>
    </dgm:pt>
    <dgm:pt modelId="{22B623FB-C387-4120-B8DA-A99D3A271FE0}" type="sibTrans" cxnId="{4E9EEAFE-BD06-4039-BC8F-0FE8B50FD6AD}">
      <dgm:prSet/>
      <dgm:spPr/>
      <dgm:t>
        <a:bodyPr/>
        <a:lstStyle/>
        <a:p>
          <a:endParaRPr lang="ru-RU" sz="3600"/>
        </a:p>
      </dgm:t>
    </dgm:pt>
    <dgm:pt modelId="{34EDA1E2-A0B7-48F1-B6CB-F061E3C14C8A}">
      <dgm:prSet phldrT="[Текст]" custT="1"/>
      <dgm:spPr/>
      <dgm:t>
        <a:bodyPr/>
        <a:lstStyle/>
        <a:p>
          <a:r>
            <a:rPr lang="ru-RU" sz="1000" dirty="0" err="1"/>
            <a:t>Графовые</a:t>
          </a:r>
          <a:endParaRPr lang="ru-RU" sz="1000" dirty="0"/>
        </a:p>
      </dgm:t>
    </dgm:pt>
    <dgm:pt modelId="{D0C49894-3975-4E6B-8694-74EDA0A0D07A}" type="parTrans" cxnId="{3750058A-9FEB-4484-A50A-82E26D211045}">
      <dgm:prSet/>
      <dgm:spPr/>
      <dgm:t>
        <a:bodyPr/>
        <a:lstStyle/>
        <a:p>
          <a:endParaRPr lang="ru-RU" sz="3600"/>
        </a:p>
      </dgm:t>
    </dgm:pt>
    <dgm:pt modelId="{6BC88C02-1C22-48CD-B55F-E246143E6FE6}" type="sibTrans" cxnId="{3750058A-9FEB-4484-A50A-82E26D211045}">
      <dgm:prSet/>
      <dgm:spPr/>
      <dgm:t>
        <a:bodyPr/>
        <a:lstStyle/>
        <a:p>
          <a:endParaRPr lang="ru-RU" sz="3600"/>
        </a:p>
      </dgm:t>
    </dgm:pt>
    <dgm:pt modelId="{8D266C71-971B-4757-AAB7-43ABC81E4AE5}">
      <dgm:prSet phldrT="[Текст]" custT="1"/>
      <dgm:spPr/>
      <dgm:t>
        <a:bodyPr/>
        <a:lstStyle/>
        <a:p>
          <a:r>
            <a:rPr lang="ru-RU" sz="1000" dirty="0"/>
            <a:t>Табличные</a:t>
          </a:r>
        </a:p>
      </dgm:t>
    </dgm:pt>
    <dgm:pt modelId="{854C487A-30FF-4D6E-A93C-49910E9A9613}" type="parTrans" cxnId="{12B3E548-81D7-49E5-BCD8-C639BB821013}">
      <dgm:prSet/>
      <dgm:spPr/>
      <dgm:t>
        <a:bodyPr/>
        <a:lstStyle/>
        <a:p>
          <a:endParaRPr lang="ru-RU" sz="3600"/>
        </a:p>
      </dgm:t>
    </dgm:pt>
    <dgm:pt modelId="{9106C417-4993-4B78-9C5E-D64F9326A8C1}" type="sibTrans" cxnId="{12B3E548-81D7-49E5-BCD8-C639BB821013}">
      <dgm:prSet/>
      <dgm:spPr/>
      <dgm:t>
        <a:bodyPr/>
        <a:lstStyle/>
        <a:p>
          <a:endParaRPr lang="ru-RU" sz="3600"/>
        </a:p>
      </dgm:t>
    </dgm:pt>
    <dgm:pt modelId="{8D5E9FAA-5DFF-4510-85C8-F6BF9D7C6712}">
      <dgm:prSet phldrT="[Текст]" custT="1"/>
      <dgm:spPr/>
      <dgm:t>
        <a:bodyPr/>
        <a:lstStyle/>
        <a:p>
          <a:r>
            <a:rPr lang="ru-RU" sz="1000" dirty="0"/>
            <a:t>Компьютерные </a:t>
          </a:r>
        </a:p>
      </dgm:t>
    </dgm:pt>
    <dgm:pt modelId="{5C02E5B5-0F2C-408B-9EAD-8895A69D0D9A}" type="parTrans" cxnId="{E54A83B4-DB81-4987-A119-0B53CE6A4B0B}">
      <dgm:prSet/>
      <dgm:spPr/>
      <dgm:t>
        <a:bodyPr/>
        <a:lstStyle/>
        <a:p>
          <a:endParaRPr lang="ru-RU" sz="3600"/>
        </a:p>
      </dgm:t>
    </dgm:pt>
    <dgm:pt modelId="{70779067-6A3C-40ED-8911-2BCE5618F5A8}" type="sibTrans" cxnId="{E54A83B4-DB81-4987-A119-0B53CE6A4B0B}">
      <dgm:prSet/>
      <dgm:spPr/>
      <dgm:t>
        <a:bodyPr/>
        <a:lstStyle/>
        <a:p>
          <a:endParaRPr lang="ru-RU" sz="3600"/>
        </a:p>
      </dgm:t>
    </dgm:pt>
    <dgm:pt modelId="{90A0FE27-AB09-48FE-9DDB-AC9765A00D25}" type="pres">
      <dgm:prSet presAssocID="{0191CCA4-7E7D-4707-AD24-8A2521CBC9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D57179-C852-4A60-A905-CCEBF66CB846}" type="pres">
      <dgm:prSet presAssocID="{0BD8935A-2060-4F1C-B399-543C0FB63449}" presName="hierRoot1" presStyleCnt="0">
        <dgm:presLayoutVars>
          <dgm:hierBranch val="init"/>
        </dgm:presLayoutVars>
      </dgm:prSet>
      <dgm:spPr/>
    </dgm:pt>
    <dgm:pt modelId="{6CD738F0-0140-48D8-A876-FA8B7157DA8E}" type="pres">
      <dgm:prSet presAssocID="{0BD8935A-2060-4F1C-B399-543C0FB63449}" presName="rootComposite1" presStyleCnt="0"/>
      <dgm:spPr/>
    </dgm:pt>
    <dgm:pt modelId="{09D76632-ABC4-4EFD-97B3-15D86BAB3861}" type="pres">
      <dgm:prSet presAssocID="{0BD8935A-2060-4F1C-B399-543C0FB63449}" presName="rootText1" presStyleLbl="node0" presStyleIdx="0" presStyleCnt="1">
        <dgm:presLayoutVars>
          <dgm:chPref val="3"/>
        </dgm:presLayoutVars>
      </dgm:prSet>
      <dgm:spPr/>
    </dgm:pt>
    <dgm:pt modelId="{5E09507F-1730-4BA5-A256-F4CEA07914B9}" type="pres">
      <dgm:prSet presAssocID="{0BD8935A-2060-4F1C-B399-543C0FB63449}" presName="rootConnector1" presStyleLbl="node1" presStyleIdx="0" presStyleCnt="0"/>
      <dgm:spPr/>
    </dgm:pt>
    <dgm:pt modelId="{E3546D40-C6AC-45AA-BB84-AF9142F451D4}" type="pres">
      <dgm:prSet presAssocID="{0BD8935A-2060-4F1C-B399-543C0FB63449}" presName="hierChild2" presStyleCnt="0"/>
      <dgm:spPr/>
    </dgm:pt>
    <dgm:pt modelId="{46CC3CA1-DC36-4513-99F0-7F6F82CEC776}" type="pres">
      <dgm:prSet presAssocID="{E72E3D8F-74F1-4251-9C72-A213E96D72A0}" presName="Name37" presStyleLbl="parChTrans1D2" presStyleIdx="0" presStyleCnt="2"/>
      <dgm:spPr/>
    </dgm:pt>
    <dgm:pt modelId="{552AB3FC-A09C-4C76-9C0A-85493C3D846D}" type="pres">
      <dgm:prSet presAssocID="{C2E16FA4-1AC8-4147-9A1D-DC1BE9525DDD}" presName="hierRoot2" presStyleCnt="0">
        <dgm:presLayoutVars>
          <dgm:hierBranch val="init"/>
        </dgm:presLayoutVars>
      </dgm:prSet>
      <dgm:spPr/>
    </dgm:pt>
    <dgm:pt modelId="{CE5C0D33-739F-4F8D-BA09-1FA79BB7E3A6}" type="pres">
      <dgm:prSet presAssocID="{C2E16FA4-1AC8-4147-9A1D-DC1BE9525DDD}" presName="rootComposite" presStyleCnt="0"/>
      <dgm:spPr/>
    </dgm:pt>
    <dgm:pt modelId="{38B8CAB9-BCAB-4433-B051-668FCC031B70}" type="pres">
      <dgm:prSet presAssocID="{C2E16FA4-1AC8-4147-9A1D-DC1BE9525DDD}" presName="rootText" presStyleLbl="node2" presStyleIdx="0" presStyleCnt="2" custScaleX="223894" custLinFactNeighborX="-37843">
        <dgm:presLayoutVars>
          <dgm:chPref val="3"/>
        </dgm:presLayoutVars>
      </dgm:prSet>
      <dgm:spPr/>
    </dgm:pt>
    <dgm:pt modelId="{AA6441BF-BE1F-403C-BE84-4935D0AEF24A}" type="pres">
      <dgm:prSet presAssocID="{C2E16FA4-1AC8-4147-9A1D-DC1BE9525DDD}" presName="rootConnector" presStyleLbl="node2" presStyleIdx="0" presStyleCnt="2"/>
      <dgm:spPr/>
    </dgm:pt>
    <dgm:pt modelId="{F10AFE35-FBF1-4472-8C0C-84DEBF5F72AC}" type="pres">
      <dgm:prSet presAssocID="{C2E16FA4-1AC8-4147-9A1D-DC1BE9525DDD}" presName="hierChild4" presStyleCnt="0"/>
      <dgm:spPr/>
    </dgm:pt>
    <dgm:pt modelId="{B281F889-C786-4203-8154-755B198D72F1}" type="pres">
      <dgm:prSet presAssocID="{C2E16FA4-1AC8-4147-9A1D-DC1BE9525DDD}" presName="hierChild5" presStyleCnt="0"/>
      <dgm:spPr/>
    </dgm:pt>
    <dgm:pt modelId="{19931B36-0848-431E-9B26-86DC32148591}" type="pres">
      <dgm:prSet presAssocID="{0E76A380-9B72-445A-AB05-8D75393CD1DF}" presName="Name37" presStyleLbl="parChTrans1D2" presStyleIdx="1" presStyleCnt="2"/>
      <dgm:spPr/>
    </dgm:pt>
    <dgm:pt modelId="{6DCC6D1E-4A13-4BE9-BC7A-09C3B1C73041}" type="pres">
      <dgm:prSet presAssocID="{42C2869E-7476-418D-9812-5CA790511A8F}" presName="hierRoot2" presStyleCnt="0">
        <dgm:presLayoutVars>
          <dgm:hierBranch val="init"/>
        </dgm:presLayoutVars>
      </dgm:prSet>
      <dgm:spPr/>
    </dgm:pt>
    <dgm:pt modelId="{06E82BBA-7D1C-4A06-92F2-E7CEE3A71778}" type="pres">
      <dgm:prSet presAssocID="{42C2869E-7476-418D-9812-5CA790511A8F}" presName="rootComposite" presStyleCnt="0"/>
      <dgm:spPr/>
    </dgm:pt>
    <dgm:pt modelId="{6B0FCCBC-5CA6-4D01-B274-C11A6448556F}" type="pres">
      <dgm:prSet presAssocID="{42C2869E-7476-418D-9812-5CA790511A8F}" presName="rootText" presStyleLbl="node2" presStyleIdx="1" presStyleCnt="2" custScaleX="238737">
        <dgm:presLayoutVars>
          <dgm:chPref val="3"/>
        </dgm:presLayoutVars>
      </dgm:prSet>
      <dgm:spPr/>
    </dgm:pt>
    <dgm:pt modelId="{3FA21905-570F-4FA8-BABC-0A5390E684A6}" type="pres">
      <dgm:prSet presAssocID="{42C2869E-7476-418D-9812-5CA790511A8F}" presName="rootConnector" presStyleLbl="node2" presStyleIdx="1" presStyleCnt="2"/>
      <dgm:spPr/>
    </dgm:pt>
    <dgm:pt modelId="{ECA1AE17-25E8-49B2-9991-6D05FFE5EFEC}" type="pres">
      <dgm:prSet presAssocID="{42C2869E-7476-418D-9812-5CA790511A8F}" presName="hierChild4" presStyleCnt="0"/>
      <dgm:spPr/>
    </dgm:pt>
    <dgm:pt modelId="{CB912429-D66B-484D-BB4E-A5F3C2E06E1E}" type="pres">
      <dgm:prSet presAssocID="{CCD9D15A-931E-49D7-9A38-6EE9AA15B48E}" presName="Name37" presStyleLbl="parChTrans1D3" presStyleIdx="0" presStyleCnt="7"/>
      <dgm:spPr/>
    </dgm:pt>
    <dgm:pt modelId="{A6B21BC6-051E-4318-84B7-82325F040822}" type="pres">
      <dgm:prSet presAssocID="{0A2D4A5F-64B8-4348-A7D2-73F15D910AA4}" presName="hierRoot2" presStyleCnt="0">
        <dgm:presLayoutVars>
          <dgm:hierBranch val="init"/>
        </dgm:presLayoutVars>
      </dgm:prSet>
      <dgm:spPr/>
    </dgm:pt>
    <dgm:pt modelId="{57C259C9-D3ED-446E-91C5-699B5DE494DC}" type="pres">
      <dgm:prSet presAssocID="{0A2D4A5F-64B8-4348-A7D2-73F15D910AA4}" presName="rootComposite" presStyleCnt="0"/>
      <dgm:spPr/>
    </dgm:pt>
    <dgm:pt modelId="{B78E0C23-BC75-4D7F-9332-3764510CDD95}" type="pres">
      <dgm:prSet presAssocID="{0A2D4A5F-64B8-4348-A7D2-73F15D910AA4}" presName="rootText" presStyleLbl="node3" presStyleIdx="0" presStyleCnt="7" custScaleX="235386" custLinFactX="-172654" custLinFactY="54717" custLinFactNeighborX="-200000" custLinFactNeighborY="100000">
        <dgm:presLayoutVars>
          <dgm:chPref val="3"/>
        </dgm:presLayoutVars>
      </dgm:prSet>
      <dgm:spPr/>
    </dgm:pt>
    <dgm:pt modelId="{FFADF13A-12A4-4EF6-AC4C-9E4D2E6335AA}" type="pres">
      <dgm:prSet presAssocID="{0A2D4A5F-64B8-4348-A7D2-73F15D910AA4}" presName="rootConnector" presStyleLbl="node3" presStyleIdx="0" presStyleCnt="7"/>
      <dgm:spPr/>
    </dgm:pt>
    <dgm:pt modelId="{398A069F-232E-45FF-9AA9-92ADF947EB1A}" type="pres">
      <dgm:prSet presAssocID="{0A2D4A5F-64B8-4348-A7D2-73F15D910AA4}" presName="hierChild4" presStyleCnt="0"/>
      <dgm:spPr/>
    </dgm:pt>
    <dgm:pt modelId="{2311A440-EF60-4667-B888-A40501696F44}" type="pres">
      <dgm:prSet presAssocID="{0A2D4A5F-64B8-4348-A7D2-73F15D910AA4}" presName="hierChild5" presStyleCnt="0"/>
      <dgm:spPr/>
    </dgm:pt>
    <dgm:pt modelId="{5F855492-3DD9-4923-AC8A-B3455FDE2B24}" type="pres">
      <dgm:prSet presAssocID="{8A21980A-95E7-4891-8ECE-0729015CE8C3}" presName="Name37" presStyleLbl="parChTrans1D3" presStyleIdx="1" presStyleCnt="7"/>
      <dgm:spPr/>
    </dgm:pt>
    <dgm:pt modelId="{4E2BB5D7-6DFE-45C4-AEDD-43DE435036EB}" type="pres">
      <dgm:prSet presAssocID="{601D302E-B52D-4A53-BBD6-C27D1EED6653}" presName="hierRoot2" presStyleCnt="0">
        <dgm:presLayoutVars>
          <dgm:hierBranch val="init"/>
        </dgm:presLayoutVars>
      </dgm:prSet>
      <dgm:spPr/>
    </dgm:pt>
    <dgm:pt modelId="{F17D4265-8F88-43B1-A466-DF958875EC7A}" type="pres">
      <dgm:prSet presAssocID="{601D302E-B52D-4A53-BBD6-C27D1EED6653}" presName="rootComposite" presStyleCnt="0"/>
      <dgm:spPr/>
    </dgm:pt>
    <dgm:pt modelId="{3FDAA87D-3DCB-40B0-8ADD-E4A3D321A430}" type="pres">
      <dgm:prSet presAssocID="{601D302E-B52D-4A53-BBD6-C27D1EED6653}" presName="rootText" presStyleLbl="node3" presStyleIdx="1" presStyleCnt="7" custScaleX="235386" custLinFactX="-172654" custLinFactY="-43741" custLinFactNeighborX="-200000" custLinFactNeighborY="-100000">
        <dgm:presLayoutVars>
          <dgm:chPref val="3"/>
        </dgm:presLayoutVars>
      </dgm:prSet>
      <dgm:spPr/>
    </dgm:pt>
    <dgm:pt modelId="{8C2F4872-19CB-476F-8D5C-A15F0A99A806}" type="pres">
      <dgm:prSet presAssocID="{601D302E-B52D-4A53-BBD6-C27D1EED6653}" presName="rootConnector" presStyleLbl="node3" presStyleIdx="1" presStyleCnt="7"/>
      <dgm:spPr/>
    </dgm:pt>
    <dgm:pt modelId="{9025D5B7-06F2-410C-9EFF-997B317475A3}" type="pres">
      <dgm:prSet presAssocID="{601D302E-B52D-4A53-BBD6-C27D1EED6653}" presName="hierChild4" presStyleCnt="0"/>
      <dgm:spPr/>
    </dgm:pt>
    <dgm:pt modelId="{15194AC9-91B3-4C04-AE2E-FF3F52F742C4}" type="pres">
      <dgm:prSet presAssocID="{601D302E-B52D-4A53-BBD6-C27D1EED6653}" presName="hierChild5" presStyleCnt="0"/>
      <dgm:spPr/>
    </dgm:pt>
    <dgm:pt modelId="{3A821E9E-C2C6-47FA-AFC4-6BD85E6C9FC6}" type="pres">
      <dgm:prSet presAssocID="{F3F94DC6-FD39-4244-97A4-A43B775DB0DE}" presName="Name37" presStyleLbl="parChTrans1D3" presStyleIdx="2" presStyleCnt="7"/>
      <dgm:spPr/>
    </dgm:pt>
    <dgm:pt modelId="{3E777E59-0BB1-407F-98C4-13C74F84C08F}" type="pres">
      <dgm:prSet presAssocID="{49EE2E91-2E72-486E-BAE7-8F989CDFC066}" presName="hierRoot2" presStyleCnt="0">
        <dgm:presLayoutVars>
          <dgm:hierBranch val="init"/>
        </dgm:presLayoutVars>
      </dgm:prSet>
      <dgm:spPr/>
    </dgm:pt>
    <dgm:pt modelId="{7ADE8CA0-6EC6-44E0-B24E-BC7A0EF4ECAB}" type="pres">
      <dgm:prSet presAssocID="{49EE2E91-2E72-486E-BAE7-8F989CDFC066}" presName="rootComposite" presStyleCnt="0"/>
      <dgm:spPr/>
    </dgm:pt>
    <dgm:pt modelId="{43D7ED90-F46E-41F6-AA7C-262FFF2D499C}" type="pres">
      <dgm:prSet presAssocID="{49EE2E91-2E72-486E-BAE7-8F989CDFC066}" presName="rootText" presStyleLbl="node3" presStyleIdx="2" presStyleCnt="7" custScaleX="275803" custLinFactX="19646" custLinFactY="100000" custLinFactNeighborX="100000" custLinFactNeighborY="116022">
        <dgm:presLayoutVars>
          <dgm:chPref val="3"/>
        </dgm:presLayoutVars>
      </dgm:prSet>
      <dgm:spPr/>
    </dgm:pt>
    <dgm:pt modelId="{5423DD90-6DC2-4652-8CC7-7169A84424BD}" type="pres">
      <dgm:prSet presAssocID="{49EE2E91-2E72-486E-BAE7-8F989CDFC066}" presName="rootConnector" presStyleLbl="node3" presStyleIdx="2" presStyleCnt="7"/>
      <dgm:spPr/>
    </dgm:pt>
    <dgm:pt modelId="{61D3EEB4-E8F5-4B3A-9596-6251CD32A9EE}" type="pres">
      <dgm:prSet presAssocID="{49EE2E91-2E72-486E-BAE7-8F989CDFC066}" presName="hierChild4" presStyleCnt="0"/>
      <dgm:spPr/>
    </dgm:pt>
    <dgm:pt modelId="{BF0B3030-1D3B-4E56-BCB9-57C8CFFDE0D2}" type="pres">
      <dgm:prSet presAssocID="{49EE2E91-2E72-486E-BAE7-8F989CDFC066}" presName="hierChild5" presStyleCnt="0"/>
      <dgm:spPr/>
    </dgm:pt>
    <dgm:pt modelId="{26EF33C3-9E65-4AF8-A791-19F54DCB58F7}" type="pres">
      <dgm:prSet presAssocID="{5E8B74C6-5EC3-4906-A91B-9D39D7E746D0}" presName="Name37" presStyleLbl="parChTrans1D3" presStyleIdx="3" presStyleCnt="7"/>
      <dgm:spPr/>
    </dgm:pt>
    <dgm:pt modelId="{5D443E62-E321-44A5-A136-5C3036779EA0}" type="pres">
      <dgm:prSet presAssocID="{E29501EE-550E-4487-875D-BC6321858528}" presName="hierRoot2" presStyleCnt="0">
        <dgm:presLayoutVars>
          <dgm:hierBranch val="init"/>
        </dgm:presLayoutVars>
      </dgm:prSet>
      <dgm:spPr/>
    </dgm:pt>
    <dgm:pt modelId="{BFDCB7C4-FE72-48D3-891B-65939243A03C}" type="pres">
      <dgm:prSet presAssocID="{E29501EE-550E-4487-875D-BC6321858528}" presName="rootComposite" presStyleCnt="0"/>
      <dgm:spPr/>
    </dgm:pt>
    <dgm:pt modelId="{694C70FA-742A-44B5-B888-2EA0E0B57A8C}" type="pres">
      <dgm:prSet presAssocID="{E29501EE-550E-4487-875D-BC6321858528}" presName="rootText" presStyleLbl="node3" presStyleIdx="3" presStyleCnt="7" custScaleX="275803" custLinFactX="23154" custLinFactY="-200000" custLinFactNeighborX="100000" custLinFactNeighborY="-235165">
        <dgm:presLayoutVars>
          <dgm:chPref val="3"/>
        </dgm:presLayoutVars>
      </dgm:prSet>
      <dgm:spPr/>
    </dgm:pt>
    <dgm:pt modelId="{69914EE6-ECD7-4D09-BB87-99E1D6A1E86D}" type="pres">
      <dgm:prSet presAssocID="{E29501EE-550E-4487-875D-BC6321858528}" presName="rootConnector" presStyleLbl="node3" presStyleIdx="3" presStyleCnt="7"/>
      <dgm:spPr/>
    </dgm:pt>
    <dgm:pt modelId="{2D1C396D-ADE8-4DB2-890F-ED8DB7EB9884}" type="pres">
      <dgm:prSet presAssocID="{E29501EE-550E-4487-875D-BC6321858528}" presName="hierChild4" presStyleCnt="0"/>
      <dgm:spPr/>
    </dgm:pt>
    <dgm:pt modelId="{0A6BBEF7-35EE-4D09-B922-CDB59A8C13A6}" type="pres">
      <dgm:prSet presAssocID="{E29501EE-550E-4487-875D-BC6321858528}" presName="hierChild5" presStyleCnt="0"/>
      <dgm:spPr/>
    </dgm:pt>
    <dgm:pt modelId="{EA3A8879-1733-418C-9268-23472E514C3A}" type="pres">
      <dgm:prSet presAssocID="{D0C49894-3975-4E6B-8694-74EDA0A0D07A}" presName="Name37" presStyleLbl="parChTrans1D3" presStyleIdx="4" presStyleCnt="7"/>
      <dgm:spPr/>
    </dgm:pt>
    <dgm:pt modelId="{7EBBE4E1-1D3A-4577-90D5-5EC7B3C3E6EF}" type="pres">
      <dgm:prSet presAssocID="{34EDA1E2-A0B7-48F1-B6CB-F061E3C14C8A}" presName="hierRoot2" presStyleCnt="0">
        <dgm:presLayoutVars>
          <dgm:hierBranch val="init"/>
        </dgm:presLayoutVars>
      </dgm:prSet>
      <dgm:spPr/>
    </dgm:pt>
    <dgm:pt modelId="{D3D0DBC8-C1A8-4AD5-991B-D94226775F5B}" type="pres">
      <dgm:prSet presAssocID="{34EDA1E2-A0B7-48F1-B6CB-F061E3C14C8A}" presName="rootComposite" presStyleCnt="0"/>
      <dgm:spPr/>
    </dgm:pt>
    <dgm:pt modelId="{EA44D2CD-C88E-4FE7-A2FB-D84B703788C8}" type="pres">
      <dgm:prSet presAssocID="{34EDA1E2-A0B7-48F1-B6CB-F061E3C14C8A}" presName="rootText" presStyleLbl="node3" presStyleIdx="4" presStyleCnt="7" custScaleX="275803" custLinFactX="23154" custLinFactY="-200000" custLinFactNeighborX="100000" custLinFactNeighborY="-213282">
        <dgm:presLayoutVars>
          <dgm:chPref val="3"/>
        </dgm:presLayoutVars>
      </dgm:prSet>
      <dgm:spPr/>
    </dgm:pt>
    <dgm:pt modelId="{3E76A8E2-1442-4BA8-9BAB-BBF17D1B4D46}" type="pres">
      <dgm:prSet presAssocID="{34EDA1E2-A0B7-48F1-B6CB-F061E3C14C8A}" presName="rootConnector" presStyleLbl="node3" presStyleIdx="4" presStyleCnt="7"/>
      <dgm:spPr/>
    </dgm:pt>
    <dgm:pt modelId="{57358B75-B26A-4E21-8F0E-5A46334EF440}" type="pres">
      <dgm:prSet presAssocID="{34EDA1E2-A0B7-48F1-B6CB-F061E3C14C8A}" presName="hierChild4" presStyleCnt="0"/>
      <dgm:spPr/>
    </dgm:pt>
    <dgm:pt modelId="{1F4E01E1-C1EF-4A9D-BC8C-D84A5E0998FA}" type="pres">
      <dgm:prSet presAssocID="{34EDA1E2-A0B7-48F1-B6CB-F061E3C14C8A}" presName="hierChild5" presStyleCnt="0"/>
      <dgm:spPr/>
    </dgm:pt>
    <dgm:pt modelId="{A7AC7AF1-013A-4E69-B3A7-58A087138FD3}" type="pres">
      <dgm:prSet presAssocID="{854C487A-30FF-4D6E-A93C-49910E9A9613}" presName="Name37" presStyleLbl="parChTrans1D3" presStyleIdx="5" presStyleCnt="7"/>
      <dgm:spPr/>
    </dgm:pt>
    <dgm:pt modelId="{8486D76F-9658-48AA-A774-A30A6081E935}" type="pres">
      <dgm:prSet presAssocID="{8D266C71-971B-4757-AAB7-43ABC81E4AE5}" presName="hierRoot2" presStyleCnt="0">
        <dgm:presLayoutVars>
          <dgm:hierBranch val="init"/>
        </dgm:presLayoutVars>
      </dgm:prSet>
      <dgm:spPr/>
    </dgm:pt>
    <dgm:pt modelId="{3AABF24D-79BD-438A-8402-1BBE2BF15A86}" type="pres">
      <dgm:prSet presAssocID="{8D266C71-971B-4757-AAB7-43ABC81E4AE5}" presName="rootComposite" presStyleCnt="0"/>
      <dgm:spPr/>
    </dgm:pt>
    <dgm:pt modelId="{DB17B85B-53DE-42D1-AB72-7F35C8212696}" type="pres">
      <dgm:prSet presAssocID="{8D266C71-971B-4757-AAB7-43ABC81E4AE5}" presName="rootText" presStyleLbl="node3" presStyleIdx="5" presStyleCnt="7" custScaleX="275803" custLinFactX="23154" custLinFactY="-172667" custLinFactNeighborX="100000" custLinFactNeighborY="-200000">
        <dgm:presLayoutVars>
          <dgm:chPref val="3"/>
        </dgm:presLayoutVars>
      </dgm:prSet>
      <dgm:spPr/>
    </dgm:pt>
    <dgm:pt modelId="{5BE01D42-C53B-4243-A730-6DE1FD7EA4D7}" type="pres">
      <dgm:prSet presAssocID="{8D266C71-971B-4757-AAB7-43ABC81E4AE5}" presName="rootConnector" presStyleLbl="node3" presStyleIdx="5" presStyleCnt="7"/>
      <dgm:spPr/>
    </dgm:pt>
    <dgm:pt modelId="{C15A8EBA-5255-4E1B-80EC-4B12DED33E2C}" type="pres">
      <dgm:prSet presAssocID="{8D266C71-971B-4757-AAB7-43ABC81E4AE5}" presName="hierChild4" presStyleCnt="0"/>
      <dgm:spPr/>
    </dgm:pt>
    <dgm:pt modelId="{7EBADE61-4F82-4664-96B1-EAD435545261}" type="pres">
      <dgm:prSet presAssocID="{8D266C71-971B-4757-AAB7-43ABC81E4AE5}" presName="hierChild5" presStyleCnt="0"/>
      <dgm:spPr/>
    </dgm:pt>
    <dgm:pt modelId="{B0B974AF-9F83-46B1-856C-6F366AC564CA}" type="pres">
      <dgm:prSet presAssocID="{5C02E5B5-0F2C-408B-9EAD-8895A69D0D9A}" presName="Name37" presStyleLbl="parChTrans1D3" presStyleIdx="6" presStyleCnt="7"/>
      <dgm:spPr/>
    </dgm:pt>
    <dgm:pt modelId="{9972C885-7FED-4A50-801F-72F0BA2B8FB7}" type="pres">
      <dgm:prSet presAssocID="{8D5E9FAA-5DFF-4510-85C8-F6BF9D7C6712}" presName="hierRoot2" presStyleCnt="0">
        <dgm:presLayoutVars>
          <dgm:hierBranch val="init"/>
        </dgm:presLayoutVars>
      </dgm:prSet>
      <dgm:spPr/>
    </dgm:pt>
    <dgm:pt modelId="{28CE96C5-DF6B-4641-95ED-5A60A0282B50}" type="pres">
      <dgm:prSet presAssocID="{8D5E9FAA-5DFF-4510-85C8-F6BF9D7C6712}" presName="rootComposite" presStyleCnt="0"/>
      <dgm:spPr/>
    </dgm:pt>
    <dgm:pt modelId="{C173F3A3-9B03-4F8A-81F6-DDC990D1FF1A}" type="pres">
      <dgm:prSet presAssocID="{8D5E9FAA-5DFF-4510-85C8-F6BF9D7C6712}" presName="rootText" presStyleLbl="node3" presStyleIdx="6" presStyleCnt="7" custScaleX="235386" custLinFactX="-172654" custLinFactY="-235695" custLinFactNeighborX="-200000" custLinFactNeighborY="-300000">
        <dgm:presLayoutVars>
          <dgm:chPref val="3"/>
        </dgm:presLayoutVars>
      </dgm:prSet>
      <dgm:spPr/>
    </dgm:pt>
    <dgm:pt modelId="{86E8259A-6467-4018-8DC7-77880F0C3C14}" type="pres">
      <dgm:prSet presAssocID="{8D5E9FAA-5DFF-4510-85C8-F6BF9D7C6712}" presName="rootConnector" presStyleLbl="node3" presStyleIdx="6" presStyleCnt="7"/>
      <dgm:spPr/>
    </dgm:pt>
    <dgm:pt modelId="{B65FE26A-1BD9-4F84-BEBA-2575300A1BB5}" type="pres">
      <dgm:prSet presAssocID="{8D5E9FAA-5DFF-4510-85C8-F6BF9D7C6712}" presName="hierChild4" presStyleCnt="0"/>
      <dgm:spPr/>
    </dgm:pt>
    <dgm:pt modelId="{A1A2B1CB-38DE-4C24-9EA0-80082B496D9C}" type="pres">
      <dgm:prSet presAssocID="{8D5E9FAA-5DFF-4510-85C8-F6BF9D7C6712}" presName="hierChild5" presStyleCnt="0"/>
      <dgm:spPr/>
    </dgm:pt>
    <dgm:pt modelId="{59A595B6-FC32-4574-BBA9-5BA386C23AA1}" type="pres">
      <dgm:prSet presAssocID="{42C2869E-7476-418D-9812-5CA790511A8F}" presName="hierChild5" presStyleCnt="0"/>
      <dgm:spPr/>
    </dgm:pt>
    <dgm:pt modelId="{BC91F858-07FE-4080-8AC7-FD08F71AD268}" type="pres">
      <dgm:prSet presAssocID="{0BD8935A-2060-4F1C-B399-543C0FB63449}" presName="hierChild3" presStyleCnt="0"/>
      <dgm:spPr/>
    </dgm:pt>
  </dgm:ptLst>
  <dgm:cxnLst>
    <dgm:cxn modelId="{00EEBD10-BCF9-40BE-9BCB-5D0A66D61C03}" srcId="{42C2869E-7476-418D-9812-5CA790511A8F}" destId="{49EE2E91-2E72-486E-BAE7-8F989CDFC066}" srcOrd="2" destOrd="0" parTransId="{F3F94DC6-FD39-4244-97A4-A43B775DB0DE}" sibTransId="{AEB81760-29E1-4D64-A6CE-683D78EC7869}"/>
    <dgm:cxn modelId="{FED5E011-4F0A-4AB6-AF40-56694271D1B9}" type="presOf" srcId="{8A21980A-95E7-4891-8ECE-0729015CE8C3}" destId="{5F855492-3DD9-4923-AC8A-B3455FDE2B24}" srcOrd="0" destOrd="0" presId="urn:microsoft.com/office/officeart/2005/8/layout/orgChart1"/>
    <dgm:cxn modelId="{C9F4D918-951B-4ACE-A6D2-D2B1ABFEEDB6}" type="presOf" srcId="{34EDA1E2-A0B7-48F1-B6CB-F061E3C14C8A}" destId="{3E76A8E2-1442-4BA8-9BAB-BBF17D1B4D46}" srcOrd="1" destOrd="0" presId="urn:microsoft.com/office/officeart/2005/8/layout/orgChart1"/>
    <dgm:cxn modelId="{A11E0D1B-9425-4363-A846-49E76A6A30CD}" type="presOf" srcId="{8D5E9FAA-5DFF-4510-85C8-F6BF9D7C6712}" destId="{86E8259A-6467-4018-8DC7-77880F0C3C14}" srcOrd="1" destOrd="0" presId="urn:microsoft.com/office/officeart/2005/8/layout/orgChart1"/>
    <dgm:cxn modelId="{03623320-8CF4-4DDE-B659-251C8C6162FC}" type="presOf" srcId="{0191CCA4-7E7D-4707-AD24-8A2521CBC91D}" destId="{90A0FE27-AB09-48FE-9DDB-AC9765A00D25}" srcOrd="0" destOrd="0" presId="urn:microsoft.com/office/officeart/2005/8/layout/orgChart1"/>
    <dgm:cxn modelId="{B56E0229-C2DE-4BE3-9917-EBB7004FE32C}" type="presOf" srcId="{5E8B74C6-5EC3-4906-A91B-9D39D7E746D0}" destId="{26EF33C3-9E65-4AF8-A791-19F54DCB58F7}" srcOrd="0" destOrd="0" presId="urn:microsoft.com/office/officeart/2005/8/layout/orgChart1"/>
    <dgm:cxn modelId="{AB450B5B-D7DB-47D2-867F-E0BDFD69143C}" type="presOf" srcId="{601D302E-B52D-4A53-BBD6-C27D1EED6653}" destId="{8C2F4872-19CB-476F-8D5C-A15F0A99A806}" srcOrd="1" destOrd="0" presId="urn:microsoft.com/office/officeart/2005/8/layout/orgChart1"/>
    <dgm:cxn modelId="{ED14A05B-743E-47FA-96B5-A8B22EB2323E}" type="presOf" srcId="{0BD8935A-2060-4F1C-B399-543C0FB63449}" destId="{5E09507F-1730-4BA5-A256-F4CEA07914B9}" srcOrd="1" destOrd="0" presId="urn:microsoft.com/office/officeart/2005/8/layout/orgChart1"/>
    <dgm:cxn modelId="{A2BE1B5F-9EC0-4DB3-8420-22D3716DA43D}" type="presOf" srcId="{C2E16FA4-1AC8-4147-9A1D-DC1BE9525DDD}" destId="{AA6441BF-BE1F-403C-BE84-4935D0AEF24A}" srcOrd="1" destOrd="0" presId="urn:microsoft.com/office/officeart/2005/8/layout/orgChart1"/>
    <dgm:cxn modelId="{D397985F-FC71-40A9-9329-F19E092FA680}" srcId="{42C2869E-7476-418D-9812-5CA790511A8F}" destId="{601D302E-B52D-4A53-BBD6-C27D1EED6653}" srcOrd="1" destOrd="0" parTransId="{8A21980A-95E7-4891-8ECE-0729015CE8C3}" sibTransId="{E00DDAFA-8E07-4BCA-A75F-313ABA4EE2C3}"/>
    <dgm:cxn modelId="{12B3E548-81D7-49E5-BCD8-C639BB821013}" srcId="{42C2869E-7476-418D-9812-5CA790511A8F}" destId="{8D266C71-971B-4757-AAB7-43ABC81E4AE5}" srcOrd="5" destOrd="0" parTransId="{854C487A-30FF-4D6E-A93C-49910E9A9613}" sibTransId="{9106C417-4993-4B78-9C5E-D64F9326A8C1}"/>
    <dgm:cxn modelId="{1120A84C-CE1F-4348-B39F-C19EC083B708}" type="presOf" srcId="{8D5E9FAA-5DFF-4510-85C8-F6BF9D7C6712}" destId="{C173F3A3-9B03-4F8A-81F6-DDC990D1FF1A}" srcOrd="0" destOrd="0" presId="urn:microsoft.com/office/officeart/2005/8/layout/orgChart1"/>
    <dgm:cxn modelId="{527B6572-BB82-4101-9F94-CFCDB97AB314}" type="presOf" srcId="{5C02E5B5-0F2C-408B-9EAD-8895A69D0D9A}" destId="{B0B974AF-9F83-46B1-856C-6F366AC564CA}" srcOrd="0" destOrd="0" presId="urn:microsoft.com/office/officeart/2005/8/layout/orgChart1"/>
    <dgm:cxn modelId="{926B5854-346A-48EB-9876-16021B52F419}" type="presOf" srcId="{0E76A380-9B72-445A-AB05-8D75393CD1DF}" destId="{19931B36-0848-431E-9B26-86DC32148591}" srcOrd="0" destOrd="0" presId="urn:microsoft.com/office/officeart/2005/8/layout/orgChart1"/>
    <dgm:cxn modelId="{62082977-A485-4981-938A-21C98395EB30}" type="presOf" srcId="{601D302E-B52D-4A53-BBD6-C27D1EED6653}" destId="{3FDAA87D-3DCB-40B0-8ADD-E4A3D321A430}" srcOrd="0" destOrd="0" presId="urn:microsoft.com/office/officeart/2005/8/layout/orgChart1"/>
    <dgm:cxn modelId="{34D37679-9FF7-4630-96DC-08546F2321B6}" type="presOf" srcId="{CCD9D15A-931E-49D7-9A38-6EE9AA15B48E}" destId="{CB912429-D66B-484D-BB4E-A5F3C2E06E1E}" srcOrd="0" destOrd="0" presId="urn:microsoft.com/office/officeart/2005/8/layout/orgChart1"/>
    <dgm:cxn modelId="{BDB12F7D-D5AD-447F-85C2-DDD53F3A9AC4}" type="presOf" srcId="{F3F94DC6-FD39-4244-97A4-A43B775DB0DE}" destId="{3A821E9E-C2C6-47FA-AFC4-6BD85E6C9FC6}" srcOrd="0" destOrd="0" presId="urn:microsoft.com/office/officeart/2005/8/layout/orgChart1"/>
    <dgm:cxn modelId="{4BAAB182-E103-4173-ADB1-A2F0DBC6A47D}" type="presOf" srcId="{0BD8935A-2060-4F1C-B399-543C0FB63449}" destId="{09D76632-ABC4-4EFD-97B3-15D86BAB3861}" srcOrd="0" destOrd="0" presId="urn:microsoft.com/office/officeart/2005/8/layout/orgChart1"/>
    <dgm:cxn modelId="{3750058A-9FEB-4484-A50A-82E26D211045}" srcId="{42C2869E-7476-418D-9812-5CA790511A8F}" destId="{34EDA1E2-A0B7-48F1-B6CB-F061E3C14C8A}" srcOrd="4" destOrd="0" parTransId="{D0C49894-3975-4E6B-8694-74EDA0A0D07A}" sibTransId="{6BC88C02-1C22-48CD-B55F-E246143E6FE6}"/>
    <dgm:cxn modelId="{516A8E8D-33AD-4318-84D0-D4B454EF0ADB}" type="presOf" srcId="{34EDA1E2-A0B7-48F1-B6CB-F061E3C14C8A}" destId="{EA44D2CD-C88E-4FE7-A2FB-D84B703788C8}" srcOrd="0" destOrd="0" presId="urn:microsoft.com/office/officeart/2005/8/layout/orgChart1"/>
    <dgm:cxn modelId="{B80FBD8D-CE01-4B56-8390-800E9C63F448}" type="presOf" srcId="{49EE2E91-2E72-486E-BAE7-8F989CDFC066}" destId="{43D7ED90-F46E-41F6-AA7C-262FFF2D499C}" srcOrd="0" destOrd="0" presId="urn:microsoft.com/office/officeart/2005/8/layout/orgChart1"/>
    <dgm:cxn modelId="{EFE60597-CA0C-4AA6-8CD4-A904C66FF5B7}" srcId="{0BD8935A-2060-4F1C-B399-543C0FB63449}" destId="{42C2869E-7476-418D-9812-5CA790511A8F}" srcOrd="1" destOrd="0" parTransId="{0E76A380-9B72-445A-AB05-8D75393CD1DF}" sibTransId="{935C23B5-2743-420D-8335-99E4006912F7}"/>
    <dgm:cxn modelId="{236D2AA1-AD57-4B79-B2BF-68C3ECDB5C1D}" srcId="{0191CCA4-7E7D-4707-AD24-8A2521CBC91D}" destId="{0BD8935A-2060-4F1C-B399-543C0FB63449}" srcOrd="0" destOrd="0" parTransId="{4718FDA2-18BE-4970-93F7-0BB6E31D7426}" sibTransId="{B9A265F5-721A-4D07-975B-64CA1B98EC52}"/>
    <dgm:cxn modelId="{E2A71BA7-78A7-4395-B74D-406AAFD3F5C9}" type="presOf" srcId="{8D266C71-971B-4757-AAB7-43ABC81E4AE5}" destId="{DB17B85B-53DE-42D1-AB72-7F35C8212696}" srcOrd="0" destOrd="0" presId="urn:microsoft.com/office/officeart/2005/8/layout/orgChart1"/>
    <dgm:cxn modelId="{3A281FA9-0524-422F-8367-CE6C147AFEA4}" type="presOf" srcId="{0A2D4A5F-64B8-4348-A7D2-73F15D910AA4}" destId="{B78E0C23-BC75-4D7F-9332-3764510CDD95}" srcOrd="0" destOrd="0" presId="urn:microsoft.com/office/officeart/2005/8/layout/orgChart1"/>
    <dgm:cxn modelId="{CAFDFFA9-D0BD-4562-8DFA-E00C8D6A4706}" type="presOf" srcId="{8D266C71-971B-4757-AAB7-43ABC81E4AE5}" destId="{5BE01D42-C53B-4243-A730-6DE1FD7EA4D7}" srcOrd="1" destOrd="0" presId="urn:microsoft.com/office/officeart/2005/8/layout/orgChart1"/>
    <dgm:cxn modelId="{E54A83B4-DB81-4987-A119-0B53CE6A4B0B}" srcId="{42C2869E-7476-418D-9812-5CA790511A8F}" destId="{8D5E9FAA-5DFF-4510-85C8-F6BF9D7C6712}" srcOrd="6" destOrd="0" parTransId="{5C02E5B5-0F2C-408B-9EAD-8895A69D0D9A}" sibTransId="{70779067-6A3C-40ED-8911-2BCE5618F5A8}"/>
    <dgm:cxn modelId="{CAB0CFB5-3ED5-483F-93B9-D10E813D0188}" type="presOf" srcId="{E29501EE-550E-4487-875D-BC6321858528}" destId="{69914EE6-ECD7-4D09-BB87-99E1D6A1E86D}" srcOrd="1" destOrd="0" presId="urn:microsoft.com/office/officeart/2005/8/layout/orgChart1"/>
    <dgm:cxn modelId="{EBFEE3B8-749A-42D8-A3FB-017818FDECD7}" srcId="{0BD8935A-2060-4F1C-B399-543C0FB63449}" destId="{C2E16FA4-1AC8-4147-9A1D-DC1BE9525DDD}" srcOrd="0" destOrd="0" parTransId="{E72E3D8F-74F1-4251-9C72-A213E96D72A0}" sibTransId="{323F39E6-7E2E-4CD8-9CB9-D1256BE54625}"/>
    <dgm:cxn modelId="{ABC9B4BC-B178-4A63-A34A-471456A8D956}" type="presOf" srcId="{0A2D4A5F-64B8-4348-A7D2-73F15D910AA4}" destId="{FFADF13A-12A4-4EF6-AC4C-9E4D2E6335AA}" srcOrd="1" destOrd="0" presId="urn:microsoft.com/office/officeart/2005/8/layout/orgChart1"/>
    <dgm:cxn modelId="{1CACBDC9-93D5-469A-B57A-2AA953DA8C7A}" type="presOf" srcId="{D0C49894-3975-4E6B-8694-74EDA0A0D07A}" destId="{EA3A8879-1733-418C-9268-23472E514C3A}" srcOrd="0" destOrd="0" presId="urn:microsoft.com/office/officeart/2005/8/layout/orgChart1"/>
    <dgm:cxn modelId="{3E4BD0CD-192E-4000-9C21-0737CE12ED3D}" type="presOf" srcId="{E29501EE-550E-4487-875D-BC6321858528}" destId="{694C70FA-742A-44B5-B888-2EA0E0B57A8C}" srcOrd="0" destOrd="0" presId="urn:microsoft.com/office/officeart/2005/8/layout/orgChart1"/>
    <dgm:cxn modelId="{ACDB26CE-3A17-47B4-ABBE-9B7052200CE9}" type="presOf" srcId="{C2E16FA4-1AC8-4147-9A1D-DC1BE9525DDD}" destId="{38B8CAB9-BCAB-4433-B051-668FCC031B70}" srcOrd="0" destOrd="0" presId="urn:microsoft.com/office/officeart/2005/8/layout/orgChart1"/>
    <dgm:cxn modelId="{D126D5D1-FE2E-4F89-8AD0-3B8F32D3FB1E}" type="presOf" srcId="{E72E3D8F-74F1-4251-9C72-A213E96D72A0}" destId="{46CC3CA1-DC36-4513-99F0-7F6F82CEC776}" srcOrd="0" destOrd="0" presId="urn:microsoft.com/office/officeart/2005/8/layout/orgChart1"/>
    <dgm:cxn modelId="{271F9CD3-E3E0-4AF1-998A-3546D6316017}" type="presOf" srcId="{854C487A-30FF-4D6E-A93C-49910E9A9613}" destId="{A7AC7AF1-013A-4E69-B3A7-58A087138FD3}" srcOrd="0" destOrd="0" presId="urn:microsoft.com/office/officeart/2005/8/layout/orgChart1"/>
    <dgm:cxn modelId="{F7937FD6-FD4F-4723-8EA3-7B627620601D}" type="presOf" srcId="{42C2869E-7476-418D-9812-5CA790511A8F}" destId="{6B0FCCBC-5CA6-4D01-B274-C11A6448556F}" srcOrd="0" destOrd="0" presId="urn:microsoft.com/office/officeart/2005/8/layout/orgChart1"/>
    <dgm:cxn modelId="{5EDD00D9-918B-439B-9DD0-6E2947A27011}" type="presOf" srcId="{42C2869E-7476-418D-9812-5CA790511A8F}" destId="{3FA21905-570F-4FA8-BABC-0A5390E684A6}" srcOrd="1" destOrd="0" presId="urn:microsoft.com/office/officeart/2005/8/layout/orgChart1"/>
    <dgm:cxn modelId="{27CC55DB-D564-45D8-8851-2EB9E7AEE6F8}" type="presOf" srcId="{49EE2E91-2E72-486E-BAE7-8F989CDFC066}" destId="{5423DD90-6DC2-4652-8CC7-7169A84424BD}" srcOrd="1" destOrd="0" presId="urn:microsoft.com/office/officeart/2005/8/layout/orgChart1"/>
    <dgm:cxn modelId="{5571E0F6-78F8-4176-8429-B7B75922DCEB}" srcId="{42C2869E-7476-418D-9812-5CA790511A8F}" destId="{0A2D4A5F-64B8-4348-A7D2-73F15D910AA4}" srcOrd="0" destOrd="0" parTransId="{CCD9D15A-931E-49D7-9A38-6EE9AA15B48E}" sibTransId="{1DD280C3-01D4-4BBF-AEFD-C01634728ABB}"/>
    <dgm:cxn modelId="{4E9EEAFE-BD06-4039-BC8F-0FE8B50FD6AD}" srcId="{42C2869E-7476-418D-9812-5CA790511A8F}" destId="{E29501EE-550E-4487-875D-BC6321858528}" srcOrd="3" destOrd="0" parTransId="{5E8B74C6-5EC3-4906-A91B-9D39D7E746D0}" sibTransId="{22B623FB-C387-4120-B8DA-A99D3A271FE0}"/>
    <dgm:cxn modelId="{9B26A823-BB5F-4F40-980A-61E1622D2D58}" type="presParOf" srcId="{90A0FE27-AB09-48FE-9DDB-AC9765A00D25}" destId="{80D57179-C852-4A60-A905-CCEBF66CB846}" srcOrd="0" destOrd="0" presId="urn:microsoft.com/office/officeart/2005/8/layout/orgChart1"/>
    <dgm:cxn modelId="{77F82E29-97B1-4A41-8EF3-8A0BD43A56E1}" type="presParOf" srcId="{80D57179-C852-4A60-A905-CCEBF66CB846}" destId="{6CD738F0-0140-48D8-A876-FA8B7157DA8E}" srcOrd="0" destOrd="0" presId="urn:microsoft.com/office/officeart/2005/8/layout/orgChart1"/>
    <dgm:cxn modelId="{92FDC140-0005-4E1E-ACD2-D53CA278022A}" type="presParOf" srcId="{6CD738F0-0140-48D8-A876-FA8B7157DA8E}" destId="{09D76632-ABC4-4EFD-97B3-15D86BAB3861}" srcOrd="0" destOrd="0" presId="urn:microsoft.com/office/officeart/2005/8/layout/orgChart1"/>
    <dgm:cxn modelId="{2BA90445-C756-41A9-A7ED-67B181135333}" type="presParOf" srcId="{6CD738F0-0140-48D8-A876-FA8B7157DA8E}" destId="{5E09507F-1730-4BA5-A256-F4CEA07914B9}" srcOrd="1" destOrd="0" presId="urn:microsoft.com/office/officeart/2005/8/layout/orgChart1"/>
    <dgm:cxn modelId="{C1B60533-433C-4E80-88CC-8958CF730B2E}" type="presParOf" srcId="{80D57179-C852-4A60-A905-CCEBF66CB846}" destId="{E3546D40-C6AC-45AA-BB84-AF9142F451D4}" srcOrd="1" destOrd="0" presId="urn:microsoft.com/office/officeart/2005/8/layout/orgChart1"/>
    <dgm:cxn modelId="{74A3F514-EA2F-47DE-B33C-EF715677A31E}" type="presParOf" srcId="{E3546D40-C6AC-45AA-BB84-AF9142F451D4}" destId="{46CC3CA1-DC36-4513-99F0-7F6F82CEC776}" srcOrd="0" destOrd="0" presId="urn:microsoft.com/office/officeart/2005/8/layout/orgChart1"/>
    <dgm:cxn modelId="{69225223-D1E2-4B20-94C8-591246A3CBA2}" type="presParOf" srcId="{E3546D40-C6AC-45AA-BB84-AF9142F451D4}" destId="{552AB3FC-A09C-4C76-9C0A-85493C3D846D}" srcOrd="1" destOrd="0" presId="urn:microsoft.com/office/officeart/2005/8/layout/orgChart1"/>
    <dgm:cxn modelId="{A2CD70EF-8C89-4F46-A9A2-98A6979C764B}" type="presParOf" srcId="{552AB3FC-A09C-4C76-9C0A-85493C3D846D}" destId="{CE5C0D33-739F-4F8D-BA09-1FA79BB7E3A6}" srcOrd="0" destOrd="0" presId="urn:microsoft.com/office/officeart/2005/8/layout/orgChart1"/>
    <dgm:cxn modelId="{A142599B-A2C3-4A82-83E3-80B233EA00BA}" type="presParOf" srcId="{CE5C0D33-739F-4F8D-BA09-1FA79BB7E3A6}" destId="{38B8CAB9-BCAB-4433-B051-668FCC031B70}" srcOrd="0" destOrd="0" presId="urn:microsoft.com/office/officeart/2005/8/layout/orgChart1"/>
    <dgm:cxn modelId="{E15F4243-6C29-41BA-8677-65C90813657D}" type="presParOf" srcId="{CE5C0D33-739F-4F8D-BA09-1FA79BB7E3A6}" destId="{AA6441BF-BE1F-403C-BE84-4935D0AEF24A}" srcOrd="1" destOrd="0" presId="urn:microsoft.com/office/officeart/2005/8/layout/orgChart1"/>
    <dgm:cxn modelId="{69E09293-D2A0-444A-B7FE-F2DFACF1F8EB}" type="presParOf" srcId="{552AB3FC-A09C-4C76-9C0A-85493C3D846D}" destId="{F10AFE35-FBF1-4472-8C0C-84DEBF5F72AC}" srcOrd="1" destOrd="0" presId="urn:microsoft.com/office/officeart/2005/8/layout/orgChart1"/>
    <dgm:cxn modelId="{F4F27C3C-B091-4DF5-9B17-1B8676FC3B94}" type="presParOf" srcId="{552AB3FC-A09C-4C76-9C0A-85493C3D846D}" destId="{B281F889-C786-4203-8154-755B198D72F1}" srcOrd="2" destOrd="0" presId="urn:microsoft.com/office/officeart/2005/8/layout/orgChart1"/>
    <dgm:cxn modelId="{EB31BC48-D3ED-44B9-AB28-6A448B6592BE}" type="presParOf" srcId="{E3546D40-C6AC-45AA-BB84-AF9142F451D4}" destId="{19931B36-0848-431E-9B26-86DC32148591}" srcOrd="2" destOrd="0" presId="urn:microsoft.com/office/officeart/2005/8/layout/orgChart1"/>
    <dgm:cxn modelId="{E89CCD1A-1832-419A-8597-BEDB1EFE7010}" type="presParOf" srcId="{E3546D40-C6AC-45AA-BB84-AF9142F451D4}" destId="{6DCC6D1E-4A13-4BE9-BC7A-09C3B1C73041}" srcOrd="3" destOrd="0" presId="urn:microsoft.com/office/officeart/2005/8/layout/orgChart1"/>
    <dgm:cxn modelId="{CF7983BD-563D-469B-8260-6772C326809A}" type="presParOf" srcId="{6DCC6D1E-4A13-4BE9-BC7A-09C3B1C73041}" destId="{06E82BBA-7D1C-4A06-92F2-E7CEE3A71778}" srcOrd="0" destOrd="0" presId="urn:microsoft.com/office/officeart/2005/8/layout/orgChart1"/>
    <dgm:cxn modelId="{B3BCC65A-092E-4F1E-83C6-C0844661A46E}" type="presParOf" srcId="{06E82BBA-7D1C-4A06-92F2-E7CEE3A71778}" destId="{6B0FCCBC-5CA6-4D01-B274-C11A6448556F}" srcOrd="0" destOrd="0" presId="urn:microsoft.com/office/officeart/2005/8/layout/orgChart1"/>
    <dgm:cxn modelId="{8FD66CEC-E285-4CC1-A77F-18B83D4A8E84}" type="presParOf" srcId="{06E82BBA-7D1C-4A06-92F2-E7CEE3A71778}" destId="{3FA21905-570F-4FA8-BABC-0A5390E684A6}" srcOrd="1" destOrd="0" presId="urn:microsoft.com/office/officeart/2005/8/layout/orgChart1"/>
    <dgm:cxn modelId="{0D5FDD0C-DADB-401F-ABA7-FDF355D96D2B}" type="presParOf" srcId="{6DCC6D1E-4A13-4BE9-BC7A-09C3B1C73041}" destId="{ECA1AE17-25E8-49B2-9991-6D05FFE5EFEC}" srcOrd="1" destOrd="0" presId="urn:microsoft.com/office/officeart/2005/8/layout/orgChart1"/>
    <dgm:cxn modelId="{BB763436-24C7-4FCA-97E2-B0D5763E0733}" type="presParOf" srcId="{ECA1AE17-25E8-49B2-9991-6D05FFE5EFEC}" destId="{CB912429-D66B-484D-BB4E-A5F3C2E06E1E}" srcOrd="0" destOrd="0" presId="urn:microsoft.com/office/officeart/2005/8/layout/orgChart1"/>
    <dgm:cxn modelId="{1D42DE9B-8665-430F-B9EB-9FB7316009EE}" type="presParOf" srcId="{ECA1AE17-25E8-49B2-9991-6D05FFE5EFEC}" destId="{A6B21BC6-051E-4318-84B7-82325F040822}" srcOrd="1" destOrd="0" presId="urn:microsoft.com/office/officeart/2005/8/layout/orgChart1"/>
    <dgm:cxn modelId="{8525E662-92D9-4F23-8A4B-043D49374ADF}" type="presParOf" srcId="{A6B21BC6-051E-4318-84B7-82325F040822}" destId="{57C259C9-D3ED-446E-91C5-699B5DE494DC}" srcOrd="0" destOrd="0" presId="urn:microsoft.com/office/officeart/2005/8/layout/orgChart1"/>
    <dgm:cxn modelId="{2044523D-AC4A-43E3-B781-5C608ABC244D}" type="presParOf" srcId="{57C259C9-D3ED-446E-91C5-699B5DE494DC}" destId="{B78E0C23-BC75-4D7F-9332-3764510CDD95}" srcOrd="0" destOrd="0" presId="urn:microsoft.com/office/officeart/2005/8/layout/orgChart1"/>
    <dgm:cxn modelId="{C41C477D-D9E5-4E6B-BD73-3A391A8917D0}" type="presParOf" srcId="{57C259C9-D3ED-446E-91C5-699B5DE494DC}" destId="{FFADF13A-12A4-4EF6-AC4C-9E4D2E6335AA}" srcOrd="1" destOrd="0" presId="urn:microsoft.com/office/officeart/2005/8/layout/orgChart1"/>
    <dgm:cxn modelId="{F13500DB-4B52-494C-AAA4-3746DAE493D8}" type="presParOf" srcId="{A6B21BC6-051E-4318-84B7-82325F040822}" destId="{398A069F-232E-45FF-9AA9-92ADF947EB1A}" srcOrd="1" destOrd="0" presId="urn:microsoft.com/office/officeart/2005/8/layout/orgChart1"/>
    <dgm:cxn modelId="{20775366-CB1E-423A-A310-6D2A695CD750}" type="presParOf" srcId="{A6B21BC6-051E-4318-84B7-82325F040822}" destId="{2311A440-EF60-4667-B888-A40501696F44}" srcOrd="2" destOrd="0" presId="urn:microsoft.com/office/officeart/2005/8/layout/orgChart1"/>
    <dgm:cxn modelId="{66E72FDC-DE66-43CB-86B6-6AA0B28D21DC}" type="presParOf" srcId="{ECA1AE17-25E8-49B2-9991-6D05FFE5EFEC}" destId="{5F855492-3DD9-4923-AC8A-B3455FDE2B24}" srcOrd="2" destOrd="0" presId="urn:microsoft.com/office/officeart/2005/8/layout/orgChart1"/>
    <dgm:cxn modelId="{AACE31DF-54C0-4C17-8A09-7FFBBC96624C}" type="presParOf" srcId="{ECA1AE17-25E8-49B2-9991-6D05FFE5EFEC}" destId="{4E2BB5D7-6DFE-45C4-AEDD-43DE435036EB}" srcOrd="3" destOrd="0" presId="urn:microsoft.com/office/officeart/2005/8/layout/orgChart1"/>
    <dgm:cxn modelId="{3067D778-0AA7-48FF-9107-BC3DFC4C513B}" type="presParOf" srcId="{4E2BB5D7-6DFE-45C4-AEDD-43DE435036EB}" destId="{F17D4265-8F88-43B1-A466-DF958875EC7A}" srcOrd="0" destOrd="0" presId="urn:microsoft.com/office/officeart/2005/8/layout/orgChart1"/>
    <dgm:cxn modelId="{37FABFF9-B98D-48FF-A087-7F2C3C67EF57}" type="presParOf" srcId="{F17D4265-8F88-43B1-A466-DF958875EC7A}" destId="{3FDAA87D-3DCB-40B0-8ADD-E4A3D321A430}" srcOrd="0" destOrd="0" presId="urn:microsoft.com/office/officeart/2005/8/layout/orgChart1"/>
    <dgm:cxn modelId="{E640CB6E-6DD7-428E-A07B-32859D9026C2}" type="presParOf" srcId="{F17D4265-8F88-43B1-A466-DF958875EC7A}" destId="{8C2F4872-19CB-476F-8D5C-A15F0A99A806}" srcOrd="1" destOrd="0" presId="urn:microsoft.com/office/officeart/2005/8/layout/orgChart1"/>
    <dgm:cxn modelId="{6D483B86-F539-4AEE-B6B5-0C1F9CF017F0}" type="presParOf" srcId="{4E2BB5D7-6DFE-45C4-AEDD-43DE435036EB}" destId="{9025D5B7-06F2-410C-9EFF-997B317475A3}" srcOrd="1" destOrd="0" presId="urn:microsoft.com/office/officeart/2005/8/layout/orgChart1"/>
    <dgm:cxn modelId="{33D08232-EBD1-4526-B4C7-B65443EEE973}" type="presParOf" srcId="{4E2BB5D7-6DFE-45C4-AEDD-43DE435036EB}" destId="{15194AC9-91B3-4C04-AE2E-FF3F52F742C4}" srcOrd="2" destOrd="0" presId="urn:microsoft.com/office/officeart/2005/8/layout/orgChart1"/>
    <dgm:cxn modelId="{877C781F-BE77-412B-A846-1CF863F74D72}" type="presParOf" srcId="{ECA1AE17-25E8-49B2-9991-6D05FFE5EFEC}" destId="{3A821E9E-C2C6-47FA-AFC4-6BD85E6C9FC6}" srcOrd="4" destOrd="0" presId="urn:microsoft.com/office/officeart/2005/8/layout/orgChart1"/>
    <dgm:cxn modelId="{3F33B8EF-E444-4F57-957A-79D3F0DC0978}" type="presParOf" srcId="{ECA1AE17-25E8-49B2-9991-6D05FFE5EFEC}" destId="{3E777E59-0BB1-407F-98C4-13C74F84C08F}" srcOrd="5" destOrd="0" presId="urn:microsoft.com/office/officeart/2005/8/layout/orgChart1"/>
    <dgm:cxn modelId="{2A35573E-49A7-424E-9396-03A3A086786D}" type="presParOf" srcId="{3E777E59-0BB1-407F-98C4-13C74F84C08F}" destId="{7ADE8CA0-6EC6-44E0-B24E-BC7A0EF4ECAB}" srcOrd="0" destOrd="0" presId="urn:microsoft.com/office/officeart/2005/8/layout/orgChart1"/>
    <dgm:cxn modelId="{38AD09AB-7CCC-4A27-B771-068AB8BDDE1E}" type="presParOf" srcId="{7ADE8CA0-6EC6-44E0-B24E-BC7A0EF4ECAB}" destId="{43D7ED90-F46E-41F6-AA7C-262FFF2D499C}" srcOrd="0" destOrd="0" presId="urn:microsoft.com/office/officeart/2005/8/layout/orgChart1"/>
    <dgm:cxn modelId="{5E09A599-3619-48FB-A2BC-B9C0163FA81C}" type="presParOf" srcId="{7ADE8CA0-6EC6-44E0-B24E-BC7A0EF4ECAB}" destId="{5423DD90-6DC2-4652-8CC7-7169A84424BD}" srcOrd="1" destOrd="0" presId="urn:microsoft.com/office/officeart/2005/8/layout/orgChart1"/>
    <dgm:cxn modelId="{C291CEBC-BB1C-45E1-962C-660F2D9F9EBE}" type="presParOf" srcId="{3E777E59-0BB1-407F-98C4-13C74F84C08F}" destId="{61D3EEB4-E8F5-4B3A-9596-6251CD32A9EE}" srcOrd="1" destOrd="0" presId="urn:microsoft.com/office/officeart/2005/8/layout/orgChart1"/>
    <dgm:cxn modelId="{08D1127B-66C2-4F00-B971-0A3CC37284FE}" type="presParOf" srcId="{3E777E59-0BB1-407F-98C4-13C74F84C08F}" destId="{BF0B3030-1D3B-4E56-BCB9-57C8CFFDE0D2}" srcOrd="2" destOrd="0" presId="urn:microsoft.com/office/officeart/2005/8/layout/orgChart1"/>
    <dgm:cxn modelId="{1528A033-6421-4365-89AB-88222EC6FF55}" type="presParOf" srcId="{ECA1AE17-25E8-49B2-9991-6D05FFE5EFEC}" destId="{26EF33C3-9E65-4AF8-A791-19F54DCB58F7}" srcOrd="6" destOrd="0" presId="urn:microsoft.com/office/officeart/2005/8/layout/orgChart1"/>
    <dgm:cxn modelId="{CA93BA57-D98B-483B-AD71-DBFF43C51B1E}" type="presParOf" srcId="{ECA1AE17-25E8-49B2-9991-6D05FFE5EFEC}" destId="{5D443E62-E321-44A5-A136-5C3036779EA0}" srcOrd="7" destOrd="0" presId="urn:microsoft.com/office/officeart/2005/8/layout/orgChart1"/>
    <dgm:cxn modelId="{298FEA4F-7BB2-4CE0-9907-67035C704039}" type="presParOf" srcId="{5D443E62-E321-44A5-A136-5C3036779EA0}" destId="{BFDCB7C4-FE72-48D3-891B-65939243A03C}" srcOrd="0" destOrd="0" presId="urn:microsoft.com/office/officeart/2005/8/layout/orgChart1"/>
    <dgm:cxn modelId="{080694B9-86D6-49A7-A06A-C24F0FD99CFA}" type="presParOf" srcId="{BFDCB7C4-FE72-48D3-891B-65939243A03C}" destId="{694C70FA-742A-44B5-B888-2EA0E0B57A8C}" srcOrd="0" destOrd="0" presId="urn:microsoft.com/office/officeart/2005/8/layout/orgChart1"/>
    <dgm:cxn modelId="{5DCDBFD1-BC02-455E-B199-AEEAF55D3126}" type="presParOf" srcId="{BFDCB7C4-FE72-48D3-891B-65939243A03C}" destId="{69914EE6-ECD7-4D09-BB87-99E1D6A1E86D}" srcOrd="1" destOrd="0" presId="urn:microsoft.com/office/officeart/2005/8/layout/orgChart1"/>
    <dgm:cxn modelId="{19E879A1-03B7-410B-9E59-D4987E9B093D}" type="presParOf" srcId="{5D443E62-E321-44A5-A136-5C3036779EA0}" destId="{2D1C396D-ADE8-4DB2-890F-ED8DB7EB9884}" srcOrd="1" destOrd="0" presId="urn:microsoft.com/office/officeart/2005/8/layout/orgChart1"/>
    <dgm:cxn modelId="{7B4FFFE6-07E6-4581-8D12-405D0EC826CE}" type="presParOf" srcId="{5D443E62-E321-44A5-A136-5C3036779EA0}" destId="{0A6BBEF7-35EE-4D09-B922-CDB59A8C13A6}" srcOrd="2" destOrd="0" presId="urn:microsoft.com/office/officeart/2005/8/layout/orgChart1"/>
    <dgm:cxn modelId="{BAEA4788-FDB9-4811-BD2B-9AEABBAD0EDD}" type="presParOf" srcId="{ECA1AE17-25E8-49B2-9991-6D05FFE5EFEC}" destId="{EA3A8879-1733-418C-9268-23472E514C3A}" srcOrd="8" destOrd="0" presId="urn:microsoft.com/office/officeart/2005/8/layout/orgChart1"/>
    <dgm:cxn modelId="{8D6984F1-A08E-4B21-9A5D-72D915E9C5C5}" type="presParOf" srcId="{ECA1AE17-25E8-49B2-9991-6D05FFE5EFEC}" destId="{7EBBE4E1-1D3A-4577-90D5-5EC7B3C3E6EF}" srcOrd="9" destOrd="0" presId="urn:microsoft.com/office/officeart/2005/8/layout/orgChart1"/>
    <dgm:cxn modelId="{8D25521E-1443-4B0E-8020-B1F21FDB564A}" type="presParOf" srcId="{7EBBE4E1-1D3A-4577-90D5-5EC7B3C3E6EF}" destId="{D3D0DBC8-C1A8-4AD5-991B-D94226775F5B}" srcOrd="0" destOrd="0" presId="urn:microsoft.com/office/officeart/2005/8/layout/orgChart1"/>
    <dgm:cxn modelId="{141606BF-298A-49FE-9C61-8A4DC750ED15}" type="presParOf" srcId="{D3D0DBC8-C1A8-4AD5-991B-D94226775F5B}" destId="{EA44D2CD-C88E-4FE7-A2FB-D84B703788C8}" srcOrd="0" destOrd="0" presId="urn:microsoft.com/office/officeart/2005/8/layout/orgChart1"/>
    <dgm:cxn modelId="{2F825861-6681-4B4D-9CC3-926CA3BCD535}" type="presParOf" srcId="{D3D0DBC8-C1A8-4AD5-991B-D94226775F5B}" destId="{3E76A8E2-1442-4BA8-9BAB-BBF17D1B4D46}" srcOrd="1" destOrd="0" presId="urn:microsoft.com/office/officeart/2005/8/layout/orgChart1"/>
    <dgm:cxn modelId="{A4F2A0A3-B014-447D-8C5B-F79D759814D0}" type="presParOf" srcId="{7EBBE4E1-1D3A-4577-90D5-5EC7B3C3E6EF}" destId="{57358B75-B26A-4E21-8F0E-5A46334EF440}" srcOrd="1" destOrd="0" presId="urn:microsoft.com/office/officeart/2005/8/layout/orgChart1"/>
    <dgm:cxn modelId="{B9B68496-3D89-4A61-946D-5476422D7AFE}" type="presParOf" srcId="{7EBBE4E1-1D3A-4577-90D5-5EC7B3C3E6EF}" destId="{1F4E01E1-C1EF-4A9D-BC8C-D84A5E0998FA}" srcOrd="2" destOrd="0" presId="urn:microsoft.com/office/officeart/2005/8/layout/orgChart1"/>
    <dgm:cxn modelId="{7806AE8D-F820-419E-84ED-452AA88B63AC}" type="presParOf" srcId="{ECA1AE17-25E8-49B2-9991-6D05FFE5EFEC}" destId="{A7AC7AF1-013A-4E69-B3A7-58A087138FD3}" srcOrd="10" destOrd="0" presId="urn:microsoft.com/office/officeart/2005/8/layout/orgChart1"/>
    <dgm:cxn modelId="{472571D5-1FA0-424B-B842-BC0BF4CA1317}" type="presParOf" srcId="{ECA1AE17-25E8-49B2-9991-6D05FFE5EFEC}" destId="{8486D76F-9658-48AA-A774-A30A6081E935}" srcOrd="11" destOrd="0" presId="urn:microsoft.com/office/officeart/2005/8/layout/orgChart1"/>
    <dgm:cxn modelId="{5D131008-5ED7-4826-8F14-5FF3AA5E8304}" type="presParOf" srcId="{8486D76F-9658-48AA-A774-A30A6081E935}" destId="{3AABF24D-79BD-438A-8402-1BBE2BF15A86}" srcOrd="0" destOrd="0" presId="urn:microsoft.com/office/officeart/2005/8/layout/orgChart1"/>
    <dgm:cxn modelId="{2F0796F0-80CA-4208-A439-A7F9561CAEC1}" type="presParOf" srcId="{3AABF24D-79BD-438A-8402-1BBE2BF15A86}" destId="{DB17B85B-53DE-42D1-AB72-7F35C8212696}" srcOrd="0" destOrd="0" presId="urn:microsoft.com/office/officeart/2005/8/layout/orgChart1"/>
    <dgm:cxn modelId="{CBC64CB6-7825-456A-9F3C-CD019476E81F}" type="presParOf" srcId="{3AABF24D-79BD-438A-8402-1BBE2BF15A86}" destId="{5BE01D42-C53B-4243-A730-6DE1FD7EA4D7}" srcOrd="1" destOrd="0" presId="urn:microsoft.com/office/officeart/2005/8/layout/orgChart1"/>
    <dgm:cxn modelId="{1E3F7E2E-DC83-4A57-9A14-BDDB2BA08C51}" type="presParOf" srcId="{8486D76F-9658-48AA-A774-A30A6081E935}" destId="{C15A8EBA-5255-4E1B-80EC-4B12DED33E2C}" srcOrd="1" destOrd="0" presId="urn:microsoft.com/office/officeart/2005/8/layout/orgChart1"/>
    <dgm:cxn modelId="{30E46469-CC22-4911-B9F1-34678F111479}" type="presParOf" srcId="{8486D76F-9658-48AA-A774-A30A6081E935}" destId="{7EBADE61-4F82-4664-96B1-EAD435545261}" srcOrd="2" destOrd="0" presId="urn:microsoft.com/office/officeart/2005/8/layout/orgChart1"/>
    <dgm:cxn modelId="{77C89CB1-B858-4D25-A0DB-D56B85DBB5EF}" type="presParOf" srcId="{ECA1AE17-25E8-49B2-9991-6D05FFE5EFEC}" destId="{B0B974AF-9F83-46B1-856C-6F366AC564CA}" srcOrd="12" destOrd="0" presId="urn:microsoft.com/office/officeart/2005/8/layout/orgChart1"/>
    <dgm:cxn modelId="{62B811DE-EE02-4ED0-AB5F-9F0BB1298867}" type="presParOf" srcId="{ECA1AE17-25E8-49B2-9991-6D05FFE5EFEC}" destId="{9972C885-7FED-4A50-801F-72F0BA2B8FB7}" srcOrd="13" destOrd="0" presId="urn:microsoft.com/office/officeart/2005/8/layout/orgChart1"/>
    <dgm:cxn modelId="{F3378832-C71F-462F-93B7-F50E6700D527}" type="presParOf" srcId="{9972C885-7FED-4A50-801F-72F0BA2B8FB7}" destId="{28CE96C5-DF6B-4641-95ED-5A60A0282B50}" srcOrd="0" destOrd="0" presId="urn:microsoft.com/office/officeart/2005/8/layout/orgChart1"/>
    <dgm:cxn modelId="{3FAF84DC-80BD-4592-A05C-5395809BF102}" type="presParOf" srcId="{28CE96C5-DF6B-4641-95ED-5A60A0282B50}" destId="{C173F3A3-9B03-4F8A-81F6-DDC990D1FF1A}" srcOrd="0" destOrd="0" presId="urn:microsoft.com/office/officeart/2005/8/layout/orgChart1"/>
    <dgm:cxn modelId="{8953F127-5E9F-4654-8FCE-0DCBA0433B9B}" type="presParOf" srcId="{28CE96C5-DF6B-4641-95ED-5A60A0282B50}" destId="{86E8259A-6467-4018-8DC7-77880F0C3C14}" srcOrd="1" destOrd="0" presId="urn:microsoft.com/office/officeart/2005/8/layout/orgChart1"/>
    <dgm:cxn modelId="{2B4BC0E5-8DA4-419F-B771-83545741E8C5}" type="presParOf" srcId="{9972C885-7FED-4A50-801F-72F0BA2B8FB7}" destId="{B65FE26A-1BD9-4F84-BEBA-2575300A1BB5}" srcOrd="1" destOrd="0" presId="urn:microsoft.com/office/officeart/2005/8/layout/orgChart1"/>
    <dgm:cxn modelId="{B31B2A07-DD63-4C3D-BB9D-0467B72E2C0E}" type="presParOf" srcId="{9972C885-7FED-4A50-801F-72F0BA2B8FB7}" destId="{A1A2B1CB-38DE-4C24-9EA0-80082B496D9C}" srcOrd="2" destOrd="0" presId="urn:microsoft.com/office/officeart/2005/8/layout/orgChart1"/>
    <dgm:cxn modelId="{A71E5C15-E1E3-4086-8432-AAC07FD0C596}" type="presParOf" srcId="{6DCC6D1E-4A13-4BE9-BC7A-09C3B1C73041}" destId="{59A595B6-FC32-4574-BBA9-5BA386C23AA1}" srcOrd="2" destOrd="0" presId="urn:microsoft.com/office/officeart/2005/8/layout/orgChart1"/>
    <dgm:cxn modelId="{4B326B8B-3677-47EB-9FDC-6502577FC4C3}" type="presParOf" srcId="{80D57179-C852-4A60-A905-CCEBF66CB846}" destId="{BC91F858-07FE-4080-8AC7-FD08F71AD26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91CCA4-7E7D-4707-AD24-8A2521CBC91D}" type="doc">
      <dgm:prSet loTypeId="urn:microsoft.com/office/officeart/2005/8/layout/orgChart1" loCatId="hierarchy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ru-RU"/>
        </a:p>
      </dgm:t>
    </dgm:pt>
    <dgm:pt modelId="{0BD8935A-2060-4F1C-B399-543C0FB63449}">
      <dgm:prSet phldrT="[Текст]" custT="1"/>
      <dgm:spPr/>
      <dgm:t>
        <a:bodyPr/>
        <a:lstStyle/>
        <a:p>
          <a:r>
            <a:rPr lang="ru-RU" sz="2000" dirty="0"/>
            <a:t>Модели</a:t>
          </a:r>
        </a:p>
      </dgm:t>
    </dgm:pt>
    <dgm:pt modelId="{4718FDA2-18BE-4970-93F7-0BB6E31D7426}" type="parTrans" cxnId="{236D2AA1-AD57-4B79-B2BF-68C3ECDB5C1D}">
      <dgm:prSet/>
      <dgm:spPr/>
      <dgm:t>
        <a:bodyPr/>
        <a:lstStyle/>
        <a:p>
          <a:endParaRPr lang="ru-RU" sz="7200"/>
        </a:p>
      </dgm:t>
    </dgm:pt>
    <dgm:pt modelId="{B9A265F5-721A-4D07-975B-64CA1B98EC52}" type="sibTrans" cxnId="{236D2AA1-AD57-4B79-B2BF-68C3ECDB5C1D}">
      <dgm:prSet/>
      <dgm:spPr/>
      <dgm:t>
        <a:bodyPr/>
        <a:lstStyle/>
        <a:p>
          <a:endParaRPr lang="ru-RU" sz="7200"/>
        </a:p>
      </dgm:t>
    </dgm:pt>
    <dgm:pt modelId="{C2E16FA4-1AC8-4147-9A1D-DC1BE9525DDD}">
      <dgm:prSet phldrT="[Текст]" custT="1"/>
      <dgm:spPr/>
      <dgm:t>
        <a:bodyPr/>
        <a:lstStyle/>
        <a:p>
          <a:r>
            <a:rPr lang="ru-RU" sz="2000" dirty="0"/>
            <a:t>Структурные</a:t>
          </a:r>
        </a:p>
      </dgm:t>
    </dgm:pt>
    <dgm:pt modelId="{E72E3D8F-74F1-4251-9C72-A213E96D72A0}" type="parTrans" cxnId="{EBFEE3B8-749A-42D8-A3FB-017818FDECD7}">
      <dgm:prSet/>
      <dgm:spPr/>
      <dgm:t>
        <a:bodyPr/>
        <a:lstStyle/>
        <a:p>
          <a:endParaRPr lang="ru-RU" sz="7200"/>
        </a:p>
      </dgm:t>
    </dgm:pt>
    <dgm:pt modelId="{323F39E6-7E2E-4CD8-9CB9-D1256BE54625}" type="sibTrans" cxnId="{EBFEE3B8-749A-42D8-A3FB-017818FDECD7}">
      <dgm:prSet/>
      <dgm:spPr/>
      <dgm:t>
        <a:bodyPr/>
        <a:lstStyle/>
        <a:p>
          <a:endParaRPr lang="ru-RU" sz="7200"/>
        </a:p>
      </dgm:t>
    </dgm:pt>
    <dgm:pt modelId="{42C2869E-7476-418D-9812-5CA790511A8F}">
      <dgm:prSet phldrT="[Текст]" custT="1"/>
      <dgm:spPr/>
      <dgm:t>
        <a:bodyPr/>
        <a:lstStyle/>
        <a:p>
          <a:r>
            <a:rPr lang="ru-RU" sz="2000" dirty="0"/>
            <a:t>Функциональные</a:t>
          </a:r>
        </a:p>
      </dgm:t>
    </dgm:pt>
    <dgm:pt modelId="{0E76A380-9B72-445A-AB05-8D75393CD1DF}" type="parTrans" cxnId="{EFE60597-CA0C-4AA6-8CD4-A904C66FF5B7}">
      <dgm:prSet/>
      <dgm:spPr/>
      <dgm:t>
        <a:bodyPr/>
        <a:lstStyle/>
        <a:p>
          <a:endParaRPr lang="ru-RU" sz="7200"/>
        </a:p>
      </dgm:t>
    </dgm:pt>
    <dgm:pt modelId="{935C23B5-2743-420D-8335-99E4006912F7}" type="sibTrans" cxnId="{EFE60597-CA0C-4AA6-8CD4-A904C66FF5B7}">
      <dgm:prSet/>
      <dgm:spPr/>
      <dgm:t>
        <a:bodyPr/>
        <a:lstStyle/>
        <a:p>
          <a:endParaRPr lang="ru-RU" sz="7200"/>
        </a:p>
      </dgm:t>
    </dgm:pt>
    <dgm:pt modelId="{90A0FE27-AB09-48FE-9DDB-AC9765A00D25}" type="pres">
      <dgm:prSet presAssocID="{0191CCA4-7E7D-4707-AD24-8A2521CBC9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D57179-C852-4A60-A905-CCEBF66CB846}" type="pres">
      <dgm:prSet presAssocID="{0BD8935A-2060-4F1C-B399-543C0FB63449}" presName="hierRoot1" presStyleCnt="0">
        <dgm:presLayoutVars>
          <dgm:hierBranch val="init"/>
        </dgm:presLayoutVars>
      </dgm:prSet>
      <dgm:spPr/>
    </dgm:pt>
    <dgm:pt modelId="{6CD738F0-0140-48D8-A876-FA8B7157DA8E}" type="pres">
      <dgm:prSet presAssocID="{0BD8935A-2060-4F1C-B399-543C0FB63449}" presName="rootComposite1" presStyleCnt="0"/>
      <dgm:spPr/>
    </dgm:pt>
    <dgm:pt modelId="{09D76632-ABC4-4EFD-97B3-15D86BAB3861}" type="pres">
      <dgm:prSet presAssocID="{0BD8935A-2060-4F1C-B399-543C0FB63449}" presName="rootText1" presStyleLbl="node0" presStyleIdx="0" presStyleCnt="1">
        <dgm:presLayoutVars>
          <dgm:chPref val="3"/>
        </dgm:presLayoutVars>
      </dgm:prSet>
      <dgm:spPr/>
    </dgm:pt>
    <dgm:pt modelId="{5E09507F-1730-4BA5-A256-F4CEA07914B9}" type="pres">
      <dgm:prSet presAssocID="{0BD8935A-2060-4F1C-B399-543C0FB63449}" presName="rootConnector1" presStyleLbl="node1" presStyleIdx="0" presStyleCnt="0"/>
      <dgm:spPr/>
    </dgm:pt>
    <dgm:pt modelId="{E3546D40-C6AC-45AA-BB84-AF9142F451D4}" type="pres">
      <dgm:prSet presAssocID="{0BD8935A-2060-4F1C-B399-543C0FB63449}" presName="hierChild2" presStyleCnt="0"/>
      <dgm:spPr/>
    </dgm:pt>
    <dgm:pt modelId="{46CC3CA1-DC36-4513-99F0-7F6F82CEC776}" type="pres">
      <dgm:prSet presAssocID="{E72E3D8F-74F1-4251-9C72-A213E96D72A0}" presName="Name37" presStyleLbl="parChTrans1D2" presStyleIdx="0" presStyleCnt="2"/>
      <dgm:spPr/>
    </dgm:pt>
    <dgm:pt modelId="{552AB3FC-A09C-4C76-9C0A-85493C3D846D}" type="pres">
      <dgm:prSet presAssocID="{C2E16FA4-1AC8-4147-9A1D-DC1BE9525DDD}" presName="hierRoot2" presStyleCnt="0">
        <dgm:presLayoutVars>
          <dgm:hierBranch val="init"/>
        </dgm:presLayoutVars>
      </dgm:prSet>
      <dgm:spPr/>
    </dgm:pt>
    <dgm:pt modelId="{CE5C0D33-739F-4F8D-BA09-1FA79BB7E3A6}" type="pres">
      <dgm:prSet presAssocID="{C2E16FA4-1AC8-4147-9A1D-DC1BE9525DDD}" presName="rootComposite" presStyleCnt="0"/>
      <dgm:spPr/>
    </dgm:pt>
    <dgm:pt modelId="{38B8CAB9-BCAB-4433-B051-668FCC031B70}" type="pres">
      <dgm:prSet presAssocID="{C2E16FA4-1AC8-4147-9A1D-DC1BE9525DDD}" presName="rootText" presStyleLbl="node2" presStyleIdx="0" presStyleCnt="2" custScaleX="223894" custLinFactNeighborX="-37843">
        <dgm:presLayoutVars>
          <dgm:chPref val="3"/>
        </dgm:presLayoutVars>
      </dgm:prSet>
      <dgm:spPr/>
    </dgm:pt>
    <dgm:pt modelId="{AA6441BF-BE1F-403C-BE84-4935D0AEF24A}" type="pres">
      <dgm:prSet presAssocID="{C2E16FA4-1AC8-4147-9A1D-DC1BE9525DDD}" presName="rootConnector" presStyleLbl="node2" presStyleIdx="0" presStyleCnt="2"/>
      <dgm:spPr/>
    </dgm:pt>
    <dgm:pt modelId="{F10AFE35-FBF1-4472-8C0C-84DEBF5F72AC}" type="pres">
      <dgm:prSet presAssocID="{C2E16FA4-1AC8-4147-9A1D-DC1BE9525DDD}" presName="hierChild4" presStyleCnt="0"/>
      <dgm:spPr/>
    </dgm:pt>
    <dgm:pt modelId="{B281F889-C786-4203-8154-755B198D72F1}" type="pres">
      <dgm:prSet presAssocID="{C2E16FA4-1AC8-4147-9A1D-DC1BE9525DDD}" presName="hierChild5" presStyleCnt="0"/>
      <dgm:spPr/>
    </dgm:pt>
    <dgm:pt modelId="{19931B36-0848-431E-9B26-86DC32148591}" type="pres">
      <dgm:prSet presAssocID="{0E76A380-9B72-445A-AB05-8D75393CD1DF}" presName="Name37" presStyleLbl="parChTrans1D2" presStyleIdx="1" presStyleCnt="2"/>
      <dgm:spPr/>
    </dgm:pt>
    <dgm:pt modelId="{6DCC6D1E-4A13-4BE9-BC7A-09C3B1C73041}" type="pres">
      <dgm:prSet presAssocID="{42C2869E-7476-418D-9812-5CA790511A8F}" presName="hierRoot2" presStyleCnt="0">
        <dgm:presLayoutVars>
          <dgm:hierBranch val="init"/>
        </dgm:presLayoutVars>
      </dgm:prSet>
      <dgm:spPr/>
    </dgm:pt>
    <dgm:pt modelId="{06E82BBA-7D1C-4A06-92F2-E7CEE3A71778}" type="pres">
      <dgm:prSet presAssocID="{42C2869E-7476-418D-9812-5CA790511A8F}" presName="rootComposite" presStyleCnt="0"/>
      <dgm:spPr/>
    </dgm:pt>
    <dgm:pt modelId="{6B0FCCBC-5CA6-4D01-B274-C11A6448556F}" type="pres">
      <dgm:prSet presAssocID="{42C2869E-7476-418D-9812-5CA790511A8F}" presName="rootText" presStyleLbl="node2" presStyleIdx="1" presStyleCnt="2" custScaleX="238737">
        <dgm:presLayoutVars>
          <dgm:chPref val="3"/>
        </dgm:presLayoutVars>
      </dgm:prSet>
      <dgm:spPr/>
    </dgm:pt>
    <dgm:pt modelId="{3FA21905-570F-4FA8-BABC-0A5390E684A6}" type="pres">
      <dgm:prSet presAssocID="{42C2869E-7476-418D-9812-5CA790511A8F}" presName="rootConnector" presStyleLbl="node2" presStyleIdx="1" presStyleCnt="2"/>
      <dgm:spPr/>
    </dgm:pt>
    <dgm:pt modelId="{ECA1AE17-25E8-49B2-9991-6D05FFE5EFEC}" type="pres">
      <dgm:prSet presAssocID="{42C2869E-7476-418D-9812-5CA790511A8F}" presName="hierChild4" presStyleCnt="0"/>
      <dgm:spPr/>
    </dgm:pt>
    <dgm:pt modelId="{59A595B6-FC32-4574-BBA9-5BA386C23AA1}" type="pres">
      <dgm:prSet presAssocID="{42C2869E-7476-418D-9812-5CA790511A8F}" presName="hierChild5" presStyleCnt="0"/>
      <dgm:spPr/>
    </dgm:pt>
    <dgm:pt modelId="{BC91F858-07FE-4080-8AC7-FD08F71AD268}" type="pres">
      <dgm:prSet presAssocID="{0BD8935A-2060-4F1C-B399-543C0FB63449}" presName="hierChild3" presStyleCnt="0"/>
      <dgm:spPr/>
    </dgm:pt>
  </dgm:ptLst>
  <dgm:cxnLst>
    <dgm:cxn modelId="{03623320-8CF4-4DDE-B659-251C8C6162FC}" type="presOf" srcId="{0191CCA4-7E7D-4707-AD24-8A2521CBC91D}" destId="{90A0FE27-AB09-48FE-9DDB-AC9765A00D25}" srcOrd="0" destOrd="0" presId="urn:microsoft.com/office/officeart/2005/8/layout/orgChart1"/>
    <dgm:cxn modelId="{ED14A05B-743E-47FA-96B5-A8B22EB2323E}" type="presOf" srcId="{0BD8935A-2060-4F1C-B399-543C0FB63449}" destId="{5E09507F-1730-4BA5-A256-F4CEA07914B9}" srcOrd="1" destOrd="0" presId="urn:microsoft.com/office/officeart/2005/8/layout/orgChart1"/>
    <dgm:cxn modelId="{A2BE1B5F-9EC0-4DB3-8420-22D3716DA43D}" type="presOf" srcId="{C2E16FA4-1AC8-4147-9A1D-DC1BE9525DDD}" destId="{AA6441BF-BE1F-403C-BE84-4935D0AEF24A}" srcOrd="1" destOrd="0" presId="urn:microsoft.com/office/officeart/2005/8/layout/orgChart1"/>
    <dgm:cxn modelId="{926B5854-346A-48EB-9876-16021B52F419}" type="presOf" srcId="{0E76A380-9B72-445A-AB05-8D75393CD1DF}" destId="{19931B36-0848-431E-9B26-86DC32148591}" srcOrd="0" destOrd="0" presId="urn:microsoft.com/office/officeart/2005/8/layout/orgChart1"/>
    <dgm:cxn modelId="{4BAAB182-E103-4173-ADB1-A2F0DBC6A47D}" type="presOf" srcId="{0BD8935A-2060-4F1C-B399-543C0FB63449}" destId="{09D76632-ABC4-4EFD-97B3-15D86BAB3861}" srcOrd="0" destOrd="0" presId="urn:microsoft.com/office/officeart/2005/8/layout/orgChart1"/>
    <dgm:cxn modelId="{EFE60597-CA0C-4AA6-8CD4-A904C66FF5B7}" srcId="{0BD8935A-2060-4F1C-B399-543C0FB63449}" destId="{42C2869E-7476-418D-9812-5CA790511A8F}" srcOrd="1" destOrd="0" parTransId="{0E76A380-9B72-445A-AB05-8D75393CD1DF}" sibTransId="{935C23B5-2743-420D-8335-99E4006912F7}"/>
    <dgm:cxn modelId="{236D2AA1-AD57-4B79-B2BF-68C3ECDB5C1D}" srcId="{0191CCA4-7E7D-4707-AD24-8A2521CBC91D}" destId="{0BD8935A-2060-4F1C-B399-543C0FB63449}" srcOrd="0" destOrd="0" parTransId="{4718FDA2-18BE-4970-93F7-0BB6E31D7426}" sibTransId="{B9A265F5-721A-4D07-975B-64CA1B98EC52}"/>
    <dgm:cxn modelId="{EBFEE3B8-749A-42D8-A3FB-017818FDECD7}" srcId="{0BD8935A-2060-4F1C-B399-543C0FB63449}" destId="{C2E16FA4-1AC8-4147-9A1D-DC1BE9525DDD}" srcOrd="0" destOrd="0" parTransId="{E72E3D8F-74F1-4251-9C72-A213E96D72A0}" sibTransId="{323F39E6-7E2E-4CD8-9CB9-D1256BE54625}"/>
    <dgm:cxn modelId="{ACDB26CE-3A17-47B4-ABBE-9B7052200CE9}" type="presOf" srcId="{C2E16FA4-1AC8-4147-9A1D-DC1BE9525DDD}" destId="{38B8CAB9-BCAB-4433-B051-668FCC031B70}" srcOrd="0" destOrd="0" presId="urn:microsoft.com/office/officeart/2005/8/layout/orgChart1"/>
    <dgm:cxn modelId="{D126D5D1-FE2E-4F89-8AD0-3B8F32D3FB1E}" type="presOf" srcId="{E72E3D8F-74F1-4251-9C72-A213E96D72A0}" destId="{46CC3CA1-DC36-4513-99F0-7F6F82CEC776}" srcOrd="0" destOrd="0" presId="urn:microsoft.com/office/officeart/2005/8/layout/orgChart1"/>
    <dgm:cxn modelId="{F7937FD6-FD4F-4723-8EA3-7B627620601D}" type="presOf" srcId="{42C2869E-7476-418D-9812-5CA790511A8F}" destId="{6B0FCCBC-5CA6-4D01-B274-C11A6448556F}" srcOrd="0" destOrd="0" presId="urn:microsoft.com/office/officeart/2005/8/layout/orgChart1"/>
    <dgm:cxn modelId="{5EDD00D9-918B-439B-9DD0-6E2947A27011}" type="presOf" srcId="{42C2869E-7476-418D-9812-5CA790511A8F}" destId="{3FA21905-570F-4FA8-BABC-0A5390E684A6}" srcOrd="1" destOrd="0" presId="urn:microsoft.com/office/officeart/2005/8/layout/orgChart1"/>
    <dgm:cxn modelId="{9B26A823-BB5F-4F40-980A-61E1622D2D58}" type="presParOf" srcId="{90A0FE27-AB09-48FE-9DDB-AC9765A00D25}" destId="{80D57179-C852-4A60-A905-CCEBF66CB846}" srcOrd="0" destOrd="0" presId="urn:microsoft.com/office/officeart/2005/8/layout/orgChart1"/>
    <dgm:cxn modelId="{77F82E29-97B1-4A41-8EF3-8A0BD43A56E1}" type="presParOf" srcId="{80D57179-C852-4A60-A905-CCEBF66CB846}" destId="{6CD738F0-0140-48D8-A876-FA8B7157DA8E}" srcOrd="0" destOrd="0" presId="urn:microsoft.com/office/officeart/2005/8/layout/orgChart1"/>
    <dgm:cxn modelId="{92FDC140-0005-4E1E-ACD2-D53CA278022A}" type="presParOf" srcId="{6CD738F0-0140-48D8-A876-FA8B7157DA8E}" destId="{09D76632-ABC4-4EFD-97B3-15D86BAB3861}" srcOrd="0" destOrd="0" presId="urn:microsoft.com/office/officeart/2005/8/layout/orgChart1"/>
    <dgm:cxn modelId="{2BA90445-C756-41A9-A7ED-67B181135333}" type="presParOf" srcId="{6CD738F0-0140-48D8-A876-FA8B7157DA8E}" destId="{5E09507F-1730-4BA5-A256-F4CEA07914B9}" srcOrd="1" destOrd="0" presId="urn:microsoft.com/office/officeart/2005/8/layout/orgChart1"/>
    <dgm:cxn modelId="{C1B60533-433C-4E80-88CC-8958CF730B2E}" type="presParOf" srcId="{80D57179-C852-4A60-A905-CCEBF66CB846}" destId="{E3546D40-C6AC-45AA-BB84-AF9142F451D4}" srcOrd="1" destOrd="0" presId="urn:microsoft.com/office/officeart/2005/8/layout/orgChart1"/>
    <dgm:cxn modelId="{74A3F514-EA2F-47DE-B33C-EF715677A31E}" type="presParOf" srcId="{E3546D40-C6AC-45AA-BB84-AF9142F451D4}" destId="{46CC3CA1-DC36-4513-99F0-7F6F82CEC776}" srcOrd="0" destOrd="0" presId="urn:microsoft.com/office/officeart/2005/8/layout/orgChart1"/>
    <dgm:cxn modelId="{69225223-D1E2-4B20-94C8-591246A3CBA2}" type="presParOf" srcId="{E3546D40-C6AC-45AA-BB84-AF9142F451D4}" destId="{552AB3FC-A09C-4C76-9C0A-85493C3D846D}" srcOrd="1" destOrd="0" presId="urn:microsoft.com/office/officeart/2005/8/layout/orgChart1"/>
    <dgm:cxn modelId="{A2CD70EF-8C89-4F46-A9A2-98A6979C764B}" type="presParOf" srcId="{552AB3FC-A09C-4C76-9C0A-85493C3D846D}" destId="{CE5C0D33-739F-4F8D-BA09-1FA79BB7E3A6}" srcOrd="0" destOrd="0" presId="urn:microsoft.com/office/officeart/2005/8/layout/orgChart1"/>
    <dgm:cxn modelId="{A142599B-A2C3-4A82-83E3-80B233EA00BA}" type="presParOf" srcId="{CE5C0D33-739F-4F8D-BA09-1FA79BB7E3A6}" destId="{38B8CAB9-BCAB-4433-B051-668FCC031B70}" srcOrd="0" destOrd="0" presId="urn:microsoft.com/office/officeart/2005/8/layout/orgChart1"/>
    <dgm:cxn modelId="{E15F4243-6C29-41BA-8677-65C90813657D}" type="presParOf" srcId="{CE5C0D33-739F-4F8D-BA09-1FA79BB7E3A6}" destId="{AA6441BF-BE1F-403C-BE84-4935D0AEF24A}" srcOrd="1" destOrd="0" presId="urn:microsoft.com/office/officeart/2005/8/layout/orgChart1"/>
    <dgm:cxn modelId="{69E09293-D2A0-444A-B7FE-F2DFACF1F8EB}" type="presParOf" srcId="{552AB3FC-A09C-4C76-9C0A-85493C3D846D}" destId="{F10AFE35-FBF1-4472-8C0C-84DEBF5F72AC}" srcOrd="1" destOrd="0" presId="urn:microsoft.com/office/officeart/2005/8/layout/orgChart1"/>
    <dgm:cxn modelId="{F4F27C3C-B091-4DF5-9B17-1B8676FC3B94}" type="presParOf" srcId="{552AB3FC-A09C-4C76-9C0A-85493C3D846D}" destId="{B281F889-C786-4203-8154-755B198D72F1}" srcOrd="2" destOrd="0" presId="urn:microsoft.com/office/officeart/2005/8/layout/orgChart1"/>
    <dgm:cxn modelId="{EB31BC48-D3ED-44B9-AB28-6A448B6592BE}" type="presParOf" srcId="{E3546D40-C6AC-45AA-BB84-AF9142F451D4}" destId="{19931B36-0848-431E-9B26-86DC32148591}" srcOrd="2" destOrd="0" presId="urn:microsoft.com/office/officeart/2005/8/layout/orgChart1"/>
    <dgm:cxn modelId="{E89CCD1A-1832-419A-8597-BEDB1EFE7010}" type="presParOf" srcId="{E3546D40-C6AC-45AA-BB84-AF9142F451D4}" destId="{6DCC6D1E-4A13-4BE9-BC7A-09C3B1C73041}" srcOrd="3" destOrd="0" presId="urn:microsoft.com/office/officeart/2005/8/layout/orgChart1"/>
    <dgm:cxn modelId="{CF7983BD-563D-469B-8260-6772C326809A}" type="presParOf" srcId="{6DCC6D1E-4A13-4BE9-BC7A-09C3B1C73041}" destId="{06E82BBA-7D1C-4A06-92F2-E7CEE3A71778}" srcOrd="0" destOrd="0" presId="urn:microsoft.com/office/officeart/2005/8/layout/orgChart1"/>
    <dgm:cxn modelId="{B3BCC65A-092E-4F1E-83C6-C0844661A46E}" type="presParOf" srcId="{06E82BBA-7D1C-4A06-92F2-E7CEE3A71778}" destId="{6B0FCCBC-5CA6-4D01-B274-C11A6448556F}" srcOrd="0" destOrd="0" presId="urn:microsoft.com/office/officeart/2005/8/layout/orgChart1"/>
    <dgm:cxn modelId="{8FD66CEC-E285-4CC1-A77F-18B83D4A8E84}" type="presParOf" srcId="{06E82BBA-7D1C-4A06-92F2-E7CEE3A71778}" destId="{3FA21905-570F-4FA8-BABC-0A5390E684A6}" srcOrd="1" destOrd="0" presId="urn:microsoft.com/office/officeart/2005/8/layout/orgChart1"/>
    <dgm:cxn modelId="{0D5FDD0C-DADB-401F-ABA7-FDF355D96D2B}" type="presParOf" srcId="{6DCC6D1E-4A13-4BE9-BC7A-09C3B1C73041}" destId="{ECA1AE17-25E8-49B2-9991-6D05FFE5EFEC}" srcOrd="1" destOrd="0" presId="urn:microsoft.com/office/officeart/2005/8/layout/orgChart1"/>
    <dgm:cxn modelId="{A71E5C15-E1E3-4086-8432-AAC07FD0C596}" type="presParOf" srcId="{6DCC6D1E-4A13-4BE9-BC7A-09C3B1C73041}" destId="{59A595B6-FC32-4574-BBA9-5BA386C23AA1}" srcOrd="2" destOrd="0" presId="urn:microsoft.com/office/officeart/2005/8/layout/orgChart1"/>
    <dgm:cxn modelId="{4B326B8B-3677-47EB-9FDC-6502577FC4C3}" type="presParOf" srcId="{80D57179-C852-4A60-A905-CCEBF66CB846}" destId="{BC91F858-07FE-4080-8AC7-FD08F71AD26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91CCA4-7E7D-4707-AD24-8A2521CBC91D}" type="doc">
      <dgm:prSet loTypeId="urn:microsoft.com/office/officeart/2005/8/layout/orgChart1" loCatId="hierarchy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ru-RU"/>
        </a:p>
      </dgm:t>
    </dgm:pt>
    <dgm:pt modelId="{0BD8935A-2060-4F1C-B399-543C0FB63449}">
      <dgm:prSet phldrT="[Текст]" custT="1"/>
      <dgm:spPr/>
      <dgm:t>
        <a:bodyPr/>
        <a:lstStyle/>
        <a:p>
          <a:r>
            <a:rPr lang="ru-RU" sz="2000" dirty="0"/>
            <a:t>Модели</a:t>
          </a:r>
        </a:p>
      </dgm:t>
    </dgm:pt>
    <dgm:pt modelId="{4718FDA2-18BE-4970-93F7-0BB6E31D7426}" type="parTrans" cxnId="{236D2AA1-AD57-4B79-B2BF-68C3ECDB5C1D}">
      <dgm:prSet/>
      <dgm:spPr/>
      <dgm:t>
        <a:bodyPr/>
        <a:lstStyle/>
        <a:p>
          <a:endParaRPr lang="ru-RU" sz="7200"/>
        </a:p>
      </dgm:t>
    </dgm:pt>
    <dgm:pt modelId="{B9A265F5-721A-4D07-975B-64CA1B98EC52}" type="sibTrans" cxnId="{236D2AA1-AD57-4B79-B2BF-68C3ECDB5C1D}">
      <dgm:prSet/>
      <dgm:spPr/>
      <dgm:t>
        <a:bodyPr/>
        <a:lstStyle/>
        <a:p>
          <a:endParaRPr lang="ru-RU" sz="7200"/>
        </a:p>
      </dgm:t>
    </dgm:pt>
    <dgm:pt modelId="{C2E16FA4-1AC8-4147-9A1D-DC1BE9525DDD}">
      <dgm:prSet phldrT="[Текст]" custT="1"/>
      <dgm:spPr/>
      <dgm:t>
        <a:bodyPr/>
        <a:lstStyle/>
        <a:p>
          <a:r>
            <a:rPr lang="ru-RU" sz="2000" dirty="0"/>
            <a:t>Статические</a:t>
          </a:r>
        </a:p>
      </dgm:t>
    </dgm:pt>
    <dgm:pt modelId="{E72E3D8F-74F1-4251-9C72-A213E96D72A0}" type="parTrans" cxnId="{EBFEE3B8-749A-42D8-A3FB-017818FDECD7}">
      <dgm:prSet/>
      <dgm:spPr/>
      <dgm:t>
        <a:bodyPr/>
        <a:lstStyle/>
        <a:p>
          <a:endParaRPr lang="ru-RU" sz="7200"/>
        </a:p>
      </dgm:t>
    </dgm:pt>
    <dgm:pt modelId="{323F39E6-7E2E-4CD8-9CB9-D1256BE54625}" type="sibTrans" cxnId="{EBFEE3B8-749A-42D8-A3FB-017818FDECD7}">
      <dgm:prSet/>
      <dgm:spPr/>
      <dgm:t>
        <a:bodyPr/>
        <a:lstStyle/>
        <a:p>
          <a:endParaRPr lang="ru-RU" sz="7200"/>
        </a:p>
      </dgm:t>
    </dgm:pt>
    <dgm:pt modelId="{42C2869E-7476-418D-9812-5CA790511A8F}">
      <dgm:prSet phldrT="[Текст]" custT="1"/>
      <dgm:spPr/>
      <dgm:t>
        <a:bodyPr/>
        <a:lstStyle/>
        <a:p>
          <a:r>
            <a:rPr lang="ru-RU" sz="2000" dirty="0"/>
            <a:t>Динамические</a:t>
          </a:r>
        </a:p>
      </dgm:t>
    </dgm:pt>
    <dgm:pt modelId="{0E76A380-9B72-445A-AB05-8D75393CD1DF}" type="parTrans" cxnId="{EFE60597-CA0C-4AA6-8CD4-A904C66FF5B7}">
      <dgm:prSet/>
      <dgm:spPr/>
      <dgm:t>
        <a:bodyPr/>
        <a:lstStyle/>
        <a:p>
          <a:endParaRPr lang="ru-RU" sz="7200"/>
        </a:p>
      </dgm:t>
    </dgm:pt>
    <dgm:pt modelId="{935C23B5-2743-420D-8335-99E4006912F7}" type="sibTrans" cxnId="{EFE60597-CA0C-4AA6-8CD4-A904C66FF5B7}">
      <dgm:prSet/>
      <dgm:spPr/>
      <dgm:t>
        <a:bodyPr/>
        <a:lstStyle/>
        <a:p>
          <a:endParaRPr lang="ru-RU" sz="7200"/>
        </a:p>
      </dgm:t>
    </dgm:pt>
    <dgm:pt modelId="{1BCCE7E5-2CA6-4C98-BD27-34CF10C6A86C}">
      <dgm:prSet phldrT="[Текст]" custT="1"/>
      <dgm:spPr/>
      <dgm:t>
        <a:bodyPr/>
        <a:lstStyle/>
        <a:p>
          <a:r>
            <a:rPr lang="ru-RU" sz="2000" dirty="0"/>
            <a:t>Непрерывные</a:t>
          </a:r>
        </a:p>
      </dgm:t>
    </dgm:pt>
    <dgm:pt modelId="{4F9F2A69-3F00-4263-B2B0-28A83C8CD199}" type="parTrans" cxnId="{AED51D88-FC02-49C8-861B-DF081F16D031}">
      <dgm:prSet/>
      <dgm:spPr/>
      <dgm:t>
        <a:bodyPr/>
        <a:lstStyle/>
        <a:p>
          <a:endParaRPr lang="ru-RU"/>
        </a:p>
      </dgm:t>
    </dgm:pt>
    <dgm:pt modelId="{39E34788-5116-43A0-9252-F5CA643F9B75}" type="sibTrans" cxnId="{AED51D88-FC02-49C8-861B-DF081F16D031}">
      <dgm:prSet/>
      <dgm:spPr/>
      <dgm:t>
        <a:bodyPr/>
        <a:lstStyle/>
        <a:p>
          <a:endParaRPr lang="ru-RU"/>
        </a:p>
      </dgm:t>
    </dgm:pt>
    <dgm:pt modelId="{2FEF2F93-9711-4D1C-B9F3-F41C25AB45F3}">
      <dgm:prSet phldrT="[Текст]" custT="1"/>
      <dgm:spPr/>
      <dgm:t>
        <a:bodyPr/>
        <a:lstStyle/>
        <a:p>
          <a:r>
            <a:rPr lang="ru-RU" sz="2000" dirty="0"/>
            <a:t>Дискретные</a:t>
          </a:r>
        </a:p>
      </dgm:t>
    </dgm:pt>
    <dgm:pt modelId="{5DEF44C2-9B63-42D3-8623-79DF6FDC86F5}" type="parTrans" cxnId="{A850A695-CDCB-4F2D-A2C5-F6A98D0FC7DB}">
      <dgm:prSet/>
      <dgm:spPr/>
      <dgm:t>
        <a:bodyPr/>
        <a:lstStyle/>
        <a:p>
          <a:endParaRPr lang="ru-RU"/>
        </a:p>
      </dgm:t>
    </dgm:pt>
    <dgm:pt modelId="{ABC69568-E5A3-4DE6-950A-FF0EA249B23D}" type="sibTrans" cxnId="{A850A695-CDCB-4F2D-A2C5-F6A98D0FC7DB}">
      <dgm:prSet/>
      <dgm:spPr/>
      <dgm:t>
        <a:bodyPr/>
        <a:lstStyle/>
        <a:p>
          <a:endParaRPr lang="ru-RU"/>
        </a:p>
      </dgm:t>
    </dgm:pt>
    <dgm:pt modelId="{90A0FE27-AB09-48FE-9DDB-AC9765A00D25}" type="pres">
      <dgm:prSet presAssocID="{0191CCA4-7E7D-4707-AD24-8A2521CBC9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D57179-C852-4A60-A905-CCEBF66CB846}" type="pres">
      <dgm:prSet presAssocID="{0BD8935A-2060-4F1C-B399-543C0FB63449}" presName="hierRoot1" presStyleCnt="0">
        <dgm:presLayoutVars>
          <dgm:hierBranch val="init"/>
        </dgm:presLayoutVars>
      </dgm:prSet>
      <dgm:spPr/>
    </dgm:pt>
    <dgm:pt modelId="{6CD738F0-0140-48D8-A876-FA8B7157DA8E}" type="pres">
      <dgm:prSet presAssocID="{0BD8935A-2060-4F1C-B399-543C0FB63449}" presName="rootComposite1" presStyleCnt="0"/>
      <dgm:spPr/>
    </dgm:pt>
    <dgm:pt modelId="{09D76632-ABC4-4EFD-97B3-15D86BAB3861}" type="pres">
      <dgm:prSet presAssocID="{0BD8935A-2060-4F1C-B399-543C0FB63449}" presName="rootText1" presStyleLbl="node0" presStyleIdx="0" presStyleCnt="1">
        <dgm:presLayoutVars>
          <dgm:chPref val="3"/>
        </dgm:presLayoutVars>
      </dgm:prSet>
      <dgm:spPr/>
    </dgm:pt>
    <dgm:pt modelId="{5E09507F-1730-4BA5-A256-F4CEA07914B9}" type="pres">
      <dgm:prSet presAssocID="{0BD8935A-2060-4F1C-B399-543C0FB63449}" presName="rootConnector1" presStyleLbl="node1" presStyleIdx="0" presStyleCnt="0"/>
      <dgm:spPr/>
    </dgm:pt>
    <dgm:pt modelId="{E3546D40-C6AC-45AA-BB84-AF9142F451D4}" type="pres">
      <dgm:prSet presAssocID="{0BD8935A-2060-4F1C-B399-543C0FB63449}" presName="hierChild2" presStyleCnt="0"/>
      <dgm:spPr/>
    </dgm:pt>
    <dgm:pt modelId="{46CC3CA1-DC36-4513-99F0-7F6F82CEC776}" type="pres">
      <dgm:prSet presAssocID="{E72E3D8F-74F1-4251-9C72-A213E96D72A0}" presName="Name37" presStyleLbl="parChTrans1D2" presStyleIdx="0" presStyleCnt="2"/>
      <dgm:spPr/>
    </dgm:pt>
    <dgm:pt modelId="{552AB3FC-A09C-4C76-9C0A-85493C3D846D}" type="pres">
      <dgm:prSet presAssocID="{C2E16FA4-1AC8-4147-9A1D-DC1BE9525DDD}" presName="hierRoot2" presStyleCnt="0">
        <dgm:presLayoutVars>
          <dgm:hierBranch val="init"/>
        </dgm:presLayoutVars>
      </dgm:prSet>
      <dgm:spPr/>
    </dgm:pt>
    <dgm:pt modelId="{CE5C0D33-739F-4F8D-BA09-1FA79BB7E3A6}" type="pres">
      <dgm:prSet presAssocID="{C2E16FA4-1AC8-4147-9A1D-DC1BE9525DDD}" presName="rootComposite" presStyleCnt="0"/>
      <dgm:spPr/>
    </dgm:pt>
    <dgm:pt modelId="{38B8CAB9-BCAB-4433-B051-668FCC031B70}" type="pres">
      <dgm:prSet presAssocID="{C2E16FA4-1AC8-4147-9A1D-DC1BE9525DDD}" presName="rootText" presStyleLbl="node2" presStyleIdx="0" presStyleCnt="2" custScaleX="223894" custLinFactNeighborX="-37843">
        <dgm:presLayoutVars>
          <dgm:chPref val="3"/>
        </dgm:presLayoutVars>
      </dgm:prSet>
      <dgm:spPr/>
    </dgm:pt>
    <dgm:pt modelId="{AA6441BF-BE1F-403C-BE84-4935D0AEF24A}" type="pres">
      <dgm:prSet presAssocID="{C2E16FA4-1AC8-4147-9A1D-DC1BE9525DDD}" presName="rootConnector" presStyleLbl="node2" presStyleIdx="0" presStyleCnt="2"/>
      <dgm:spPr/>
    </dgm:pt>
    <dgm:pt modelId="{F10AFE35-FBF1-4472-8C0C-84DEBF5F72AC}" type="pres">
      <dgm:prSet presAssocID="{C2E16FA4-1AC8-4147-9A1D-DC1BE9525DDD}" presName="hierChild4" presStyleCnt="0"/>
      <dgm:spPr/>
    </dgm:pt>
    <dgm:pt modelId="{B281F889-C786-4203-8154-755B198D72F1}" type="pres">
      <dgm:prSet presAssocID="{C2E16FA4-1AC8-4147-9A1D-DC1BE9525DDD}" presName="hierChild5" presStyleCnt="0"/>
      <dgm:spPr/>
    </dgm:pt>
    <dgm:pt modelId="{19931B36-0848-431E-9B26-86DC32148591}" type="pres">
      <dgm:prSet presAssocID="{0E76A380-9B72-445A-AB05-8D75393CD1DF}" presName="Name37" presStyleLbl="parChTrans1D2" presStyleIdx="1" presStyleCnt="2"/>
      <dgm:spPr/>
    </dgm:pt>
    <dgm:pt modelId="{6DCC6D1E-4A13-4BE9-BC7A-09C3B1C73041}" type="pres">
      <dgm:prSet presAssocID="{42C2869E-7476-418D-9812-5CA790511A8F}" presName="hierRoot2" presStyleCnt="0">
        <dgm:presLayoutVars>
          <dgm:hierBranch val="init"/>
        </dgm:presLayoutVars>
      </dgm:prSet>
      <dgm:spPr/>
    </dgm:pt>
    <dgm:pt modelId="{06E82BBA-7D1C-4A06-92F2-E7CEE3A71778}" type="pres">
      <dgm:prSet presAssocID="{42C2869E-7476-418D-9812-5CA790511A8F}" presName="rootComposite" presStyleCnt="0"/>
      <dgm:spPr/>
    </dgm:pt>
    <dgm:pt modelId="{6B0FCCBC-5CA6-4D01-B274-C11A6448556F}" type="pres">
      <dgm:prSet presAssocID="{42C2869E-7476-418D-9812-5CA790511A8F}" presName="rootText" presStyleLbl="node2" presStyleIdx="1" presStyleCnt="2" custScaleX="238737">
        <dgm:presLayoutVars>
          <dgm:chPref val="3"/>
        </dgm:presLayoutVars>
      </dgm:prSet>
      <dgm:spPr/>
    </dgm:pt>
    <dgm:pt modelId="{3FA21905-570F-4FA8-BABC-0A5390E684A6}" type="pres">
      <dgm:prSet presAssocID="{42C2869E-7476-418D-9812-5CA790511A8F}" presName="rootConnector" presStyleLbl="node2" presStyleIdx="1" presStyleCnt="2"/>
      <dgm:spPr/>
    </dgm:pt>
    <dgm:pt modelId="{ECA1AE17-25E8-49B2-9991-6D05FFE5EFEC}" type="pres">
      <dgm:prSet presAssocID="{42C2869E-7476-418D-9812-5CA790511A8F}" presName="hierChild4" presStyleCnt="0"/>
      <dgm:spPr/>
    </dgm:pt>
    <dgm:pt modelId="{458CBDB7-2E87-497D-8B7D-C77B8DF271FF}" type="pres">
      <dgm:prSet presAssocID="{4F9F2A69-3F00-4263-B2B0-28A83C8CD199}" presName="Name37" presStyleLbl="parChTrans1D3" presStyleIdx="0" presStyleCnt="2"/>
      <dgm:spPr/>
    </dgm:pt>
    <dgm:pt modelId="{78B73123-A863-43B7-A89F-F5154E27770A}" type="pres">
      <dgm:prSet presAssocID="{1BCCE7E5-2CA6-4C98-BD27-34CF10C6A86C}" presName="hierRoot2" presStyleCnt="0">
        <dgm:presLayoutVars>
          <dgm:hierBranch val="init"/>
        </dgm:presLayoutVars>
      </dgm:prSet>
      <dgm:spPr/>
    </dgm:pt>
    <dgm:pt modelId="{B6FDDD5F-3D20-43DF-8D8F-9BC93355C16B}" type="pres">
      <dgm:prSet presAssocID="{1BCCE7E5-2CA6-4C98-BD27-34CF10C6A86C}" presName="rootComposite" presStyleCnt="0"/>
      <dgm:spPr/>
    </dgm:pt>
    <dgm:pt modelId="{E99F9543-8199-4120-A9BF-4EDB5D7EDE25}" type="pres">
      <dgm:prSet presAssocID="{1BCCE7E5-2CA6-4C98-BD27-34CF10C6A86C}" presName="rootText" presStyleLbl="node3" presStyleIdx="0" presStyleCnt="2" custScaleX="220190">
        <dgm:presLayoutVars>
          <dgm:chPref val="3"/>
        </dgm:presLayoutVars>
      </dgm:prSet>
      <dgm:spPr/>
    </dgm:pt>
    <dgm:pt modelId="{B93BD6D5-B286-4C96-998F-B415DEFB3201}" type="pres">
      <dgm:prSet presAssocID="{1BCCE7E5-2CA6-4C98-BD27-34CF10C6A86C}" presName="rootConnector" presStyleLbl="node3" presStyleIdx="0" presStyleCnt="2"/>
      <dgm:spPr/>
    </dgm:pt>
    <dgm:pt modelId="{A6FB06B4-58AC-4C1E-9C49-A44E9FE35D90}" type="pres">
      <dgm:prSet presAssocID="{1BCCE7E5-2CA6-4C98-BD27-34CF10C6A86C}" presName="hierChild4" presStyleCnt="0"/>
      <dgm:spPr/>
    </dgm:pt>
    <dgm:pt modelId="{0C2BEBDB-362F-4891-B15D-5FFDEBEC1DFC}" type="pres">
      <dgm:prSet presAssocID="{1BCCE7E5-2CA6-4C98-BD27-34CF10C6A86C}" presName="hierChild5" presStyleCnt="0"/>
      <dgm:spPr/>
    </dgm:pt>
    <dgm:pt modelId="{B488048F-AFE3-471F-A3A7-41F2C1FE6213}" type="pres">
      <dgm:prSet presAssocID="{5DEF44C2-9B63-42D3-8623-79DF6FDC86F5}" presName="Name37" presStyleLbl="parChTrans1D3" presStyleIdx="1" presStyleCnt="2"/>
      <dgm:spPr/>
    </dgm:pt>
    <dgm:pt modelId="{EA76641B-6748-437D-900E-AF3105A0C591}" type="pres">
      <dgm:prSet presAssocID="{2FEF2F93-9711-4D1C-B9F3-F41C25AB45F3}" presName="hierRoot2" presStyleCnt="0">
        <dgm:presLayoutVars>
          <dgm:hierBranch val="init"/>
        </dgm:presLayoutVars>
      </dgm:prSet>
      <dgm:spPr/>
    </dgm:pt>
    <dgm:pt modelId="{B2FF9579-F954-4613-A05F-F25716D0576B}" type="pres">
      <dgm:prSet presAssocID="{2FEF2F93-9711-4D1C-B9F3-F41C25AB45F3}" presName="rootComposite" presStyleCnt="0"/>
      <dgm:spPr/>
    </dgm:pt>
    <dgm:pt modelId="{A49F307E-5985-48DE-94E4-4E28476F7D69}" type="pres">
      <dgm:prSet presAssocID="{2FEF2F93-9711-4D1C-B9F3-F41C25AB45F3}" presName="rootText" presStyleLbl="node3" presStyleIdx="1" presStyleCnt="2" custScaleX="225027">
        <dgm:presLayoutVars>
          <dgm:chPref val="3"/>
        </dgm:presLayoutVars>
      </dgm:prSet>
      <dgm:spPr/>
    </dgm:pt>
    <dgm:pt modelId="{A9EB9828-DBAC-4D0E-96A2-06DDD948431D}" type="pres">
      <dgm:prSet presAssocID="{2FEF2F93-9711-4D1C-B9F3-F41C25AB45F3}" presName="rootConnector" presStyleLbl="node3" presStyleIdx="1" presStyleCnt="2"/>
      <dgm:spPr/>
    </dgm:pt>
    <dgm:pt modelId="{64F3C986-5C8E-4395-88C2-16892F67EE94}" type="pres">
      <dgm:prSet presAssocID="{2FEF2F93-9711-4D1C-B9F3-F41C25AB45F3}" presName="hierChild4" presStyleCnt="0"/>
      <dgm:spPr/>
    </dgm:pt>
    <dgm:pt modelId="{AA795467-F67D-458F-BCDD-C3201CBCDD64}" type="pres">
      <dgm:prSet presAssocID="{2FEF2F93-9711-4D1C-B9F3-F41C25AB45F3}" presName="hierChild5" presStyleCnt="0"/>
      <dgm:spPr/>
    </dgm:pt>
    <dgm:pt modelId="{59A595B6-FC32-4574-BBA9-5BA386C23AA1}" type="pres">
      <dgm:prSet presAssocID="{42C2869E-7476-418D-9812-5CA790511A8F}" presName="hierChild5" presStyleCnt="0"/>
      <dgm:spPr/>
    </dgm:pt>
    <dgm:pt modelId="{BC91F858-07FE-4080-8AC7-FD08F71AD268}" type="pres">
      <dgm:prSet presAssocID="{0BD8935A-2060-4F1C-B399-543C0FB63449}" presName="hierChild3" presStyleCnt="0"/>
      <dgm:spPr/>
    </dgm:pt>
  </dgm:ptLst>
  <dgm:cxnLst>
    <dgm:cxn modelId="{03623320-8CF4-4DDE-B659-251C8C6162FC}" type="presOf" srcId="{0191CCA4-7E7D-4707-AD24-8A2521CBC91D}" destId="{90A0FE27-AB09-48FE-9DDB-AC9765A00D25}" srcOrd="0" destOrd="0" presId="urn:microsoft.com/office/officeart/2005/8/layout/orgChart1"/>
    <dgm:cxn modelId="{90F85638-0F6A-4D70-AE91-CF3D966D91B8}" type="presOf" srcId="{1BCCE7E5-2CA6-4C98-BD27-34CF10C6A86C}" destId="{B93BD6D5-B286-4C96-998F-B415DEFB3201}" srcOrd="1" destOrd="0" presId="urn:microsoft.com/office/officeart/2005/8/layout/orgChart1"/>
    <dgm:cxn modelId="{69419F38-8BA1-4A86-A222-64CB877DF64A}" type="presOf" srcId="{1BCCE7E5-2CA6-4C98-BD27-34CF10C6A86C}" destId="{E99F9543-8199-4120-A9BF-4EDB5D7EDE25}" srcOrd="0" destOrd="0" presId="urn:microsoft.com/office/officeart/2005/8/layout/orgChart1"/>
    <dgm:cxn modelId="{ED14A05B-743E-47FA-96B5-A8B22EB2323E}" type="presOf" srcId="{0BD8935A-2060-4F1C-B399-543C0FB63449}" destId="{5E09507F-1730-4BA5-A256-F4CEA07914B9}" srcOrd="1" destOrd="0" presId="urn:microsoft.com/office/officeart/2005/8/layout/orgChart1"/>
    <dgm:cxn modelId="{A2BE1B5F-9EC0-4DB3-8420-22D3716DA43D}" type="presOf" srcId="{C2E16FA4-1AC8-4147-9A1D-DC1BE9525DDD}" destId="{AA6441BF-BE1F-403C-BE84-4935D0AEF24A}" srcOrd="1" destOrd="0" presId="urn:microsoft.com/office/officeart/2005/8/layout/orgChart1"/>
    <dgm:cxn modelId="{926B5854-346A-48EB-9876-16021B52F419}" type="presOf" srcId="{0E76A380-9B72-445A-AB05-8D75393CD1DF}" destId="{19931B36-0848-431E-9B26-86DC32148591}" srcOrd="0" destOrd="0" presId="urn:microsoft.com/office/officeart/2005/8/layout/orgChart1"/>
    <dgm:cxn modelId="{4BAAB182-E103-4173-ADB1-A2F0DBC6A47D}" type="presOf" srcId="{0BD8935A-2060-4F1C-B399-543C0FB63449}" destId="{09D76632-ABC4-4EFD-97B3-15D86BAB3861}" srcOrd="0" destOrd="0" presId="urn:microsoft.com/office/officeart/2005/8/layout/orgChart1"/>
    <dgm:cxn modelId="{AED51D88-FC02-49C8-861B-DF081F16D031}" srcId="{42C2869E-7476-418D-9812-5CA790511A8F}" destId="{1BCCE7E5-2CA6-4C98-BD27-34CF10C6A86C}" srcOrd="0" destOrd="0" parTransId="{4F9F2A69-3F00-4263-B2B0-28A83C8CD199}" sibTransId="{39E34788-5116-43A0-9252-F5CA643F9B75}"/>
    <dgm:cxn modelId="{A850A695-CDCB-4F2D-A2C5-F6A98D0FC7DB}" srcId="{42C2869E-7476-418D-9812-5CA790511A8F}" destId="{2FEF2F93-9711-4D1C-B9F3-F41C25AB45F3}" srcOrd="1" destOrd="0" parTransId="{5DEF44C2-9B63-42D3-8623-79DF6FDC86F5}" sibTransId="{ABC69568-E5A3-4DE6-950A-FF0EA249B23D}"/>
    <dgm:cxn modelId="{EFE60597-CA0C-4AA6-8CD4-A904C66FF5B7}" srcId="{0BD8935A-2060-4F1C-B399-543C0FB63449}" destId="{42C2869E-7476-418D-9812-5CA790511A8F}" srcOrd="1" destOrd="0" parTransId="{0E76A380-9B72-445A-AB05-8D75393CD1DF}" sibTransId="{935C23B5-2743-420D-8335-99E4006912F7}"/>
    <dgm:cxn modelId="{4CEA389F-D07F-4E1A-858A-710C99F3ABA4}" type="presOf" srcId="{2FEF2F93-9711-4D1C-B9F3-F41C25AB45F3}" destId="{A49F307E-5985-48DE-94E4-4E28476F7D69}" srcOrd="0" destOrd="0" presId="urn:microsoft.com/office/officeart/2005/8/layout/orgChart1"/>
    <dgm:cxn modelId="{236D2AA1-AD57-4B79-B2BF-68C3ECDB5C1D}" srcId="{0191CCA4-7E7D-4707-AD24-8A2521CBC91D}" destId="{0BD8935A-2060-4F1C-B399-543C0FB63449}" srcOrd="0" destOrd="0" parTransId="{4718FDA2-18BE-4970-93F7-0BB6E31D7426}" sibTransId="{B9A265F5-721A-4D07-975B-64CA1B98EC52}"/>
    <dgm:cxn modelId="{48387BB8-BED7-4A20-A421-5E4DA0F562D2}" type="presOf" srcId="{2FEF2F93-9711-4D1C-B9F3-F41C25AB45F3}" destId="{A9EB9828-DBAC-4D0E-96A2-06DDD948431D}" srcOrd="1" destOrd="0" presId="urn:microsoft.com/office/officeart/2005/8/layout/orgChart1"/>
    <dgm:cxn modelId="{EBFEE3B8-749A-42D8-A3FB-017818FDECD7}" srcId="{0BD8935A-2060-4F1C-B399-543C0FB63449}" destId="{C2E16FA4-1AC8-4147-9A1D-DC1BE9525DDD}" srcOrd="0" destOrd="0" parTransId="{E72E3D8F-74F1-4251-9C72-A213E96D72A0}" sibTransId="{323F39E6-7E2E-4CD8-9CB9-D1256BE54625}"/>
    <dgm:cxn modelId="{90DCA1BB-047A-403F-AE1E-A2D6D494E28A}" type="presOf" srcId="{4F9F2A69-3F00-4263-B2B0-28A83C8CD199}" destId="{458CBDB7-2E87-497D-8B7D-C77B8DF271FF}" srcOrd="0" destOrd="0" presId="urn:microsoft.com/office/officeart/2005/8/layout/orgChart1"/>
    <dgm:cxn modelId="{ACDB26CE-3A17-47B4-ABBE-9B7052200CE9}" type="presOf" srcId="{C2E16FA4-1AC8-4147-9A1D-DC1BE9525DDD}" destId="{38B8CAB9-BCAB-4433-B051-668FCC031B70}" srcOrd="0" destOrd="0" presId="urn:microsoft.com/office/officeart/2005/8/layout/orgChart1"/>
    <dgm:cxn modelId="{D126D5D1-FE2E-4F89-8AD0-3B8F32D3FB1E}" type="presOf" srcId="{E72E3D8F-74F1-4251-9C72-A213E96D72A0}" destId="{46CC3CA1-DC36-4513-99F0-7F6F82CEC776}" srcOrd="0" destOrd="0" presId="urn:microsoft.com/office/officeart/2005/8/layout/orgChart1"/>
    <dgm:cxn modelId="{F7937FD6-FD4F-4723-8EA3-7B627620601D}" type="presOf" srcId="{42C2869E-7476-418D-9812-5CA790511A8F}" destId="{6B0FCCBC-5CA6-4D01-B274-C11A6448556F}" srcOrd="0" destOrd="0" presId="urn:microsoft.com/office/officeart/2005/8/layout/orgChart1"/>
    <dgm:cxn modelId="{5EDD00D9-918B-439B-9DD0-6E2947A27011}" type="presOf" srcId="{42C2869E-7476-418D-9812-5CA790511A8F}" destId="{3FA21905-570F-4FA8-BABC-0A5390E684A6}" srcOrd="1" destOrd="0" presId="urn:microsoft.com/office/officeart/2005/8/layout/orgChart1"/>
    <dgm:cxn modelId="{40441CDC-BEF9-4E1B-8D49-A894C8DB56D3}" type="presOf" srcId="{5DEF44C2-9B63-42D3-8623-79DF6FDC86F5}" destId="{B488048F-AFE3-471F-A3A7-41F2C1FE6213}" srcOrd="0" destOrd="0" presId="urn:microsoft.com/office/officeart/2005/8/layout/orgChart1"/>
    <dgm:cxn modelId="{9B26A823-BB5F-4F40-980A-61E1622D2D58}" type="presParOf" srcId="{90A0FE27-AB09-48FE-9DDB-AC9765A00D25}" destId="{80D57179-C852-4A60-A905-CCEBF66CB846}" srcOrd="0" destOrd="0" presId="urn:microsoft.com/office/officeart/2005/8/layout/orgChart1"/>
    <dgm:cxn modelId="{77F82E29-97B1-4A41-8EF3-8A0BD43A56E1}" type="presParOf" srcId="{80D57179-C852-4A60-A905-CCEBF66CB846}" destId="{6CD738F0-0140-48D8-A876-FA8B7157DA8E}" srcOrd="0" destOrd="0" presId="urn:microsoft.com/office/officeart/2005/8/layout/orgChart1"/>
    <dgm:cxn modelId="{92FDC140-0005-4E1E-ACD2-D53CA278022A}" type="presParOf" srcId="{6CD738F0-0140-48D8-A876-FA8B7157DA8E}" destId="{09D76632-ABC4-4EFD-97B3-15D86BAB3861}" srcOrd="0" destOrd="0" presId="urn:microsoft.com/office/officeart/2005/8/layout/orgChart1"/>
    <dgm:cxn modelId="{2BA90445-C756-41A9-A7ED-67B181135333}" type="presParOf" srcId="{6CD738F0-0140-48D8-A876-FA8B7157DA8E}" destId="{5E09507F-1730-4BA5-A256-F4CEA07914B9}" srcOrd="1" destOrd="0" presId="urn:microsoft.com/office/officeart/2005/8/layout/orgChart1"/>
    <dgm:cxn modelId="{C1B60533-433C-4E80-88CC-8958CF730B2E}" type="presParOf" srcId="{80D57179-C852-4A60-A905-CCEBF66CB846}" destId="{E3546D40-C6AC-45AA-BB84-AF9142F451D4}" srcOrd="1" destOrd="0" presId="urn:microsoft.com/office/officeart/2005/8/layout/orgChart1"/>
    <dgm:cxn modelId="{74A3F514-EA2F-47DE-B33C-EF715677A31E}" type="presParOf" srcId="{E3546D40-C6AC-45AA-BB84-AF9142F451D4}" destId="{46CC3CA1-DC36-4513-99F0-7F6F82CEC776}" srcOrd="0" destOrd="0" presId="urn:microsoft.com/office/officeart/2005/8/layout/orgChart1"/>
    <dgm:cxn modelId="{69225223-D1E2-4B20-94C8-591246A3CBA2}" type="presParOf" srcId="{E3546D40-C6AC-45AA-BB84-AF9142F451D4}" destId="{552AB3FC-A09C-4C76-9C0A-85493C3D846D}" srcOrd="1" destOrd="0" presId="urn:microsoft.com/office/officeart/2005/8/layout/orgChart1"/>
    <dgm:cxn modelId="{A2CD70EF-8C89-4F46-A9A2-98A6979C764B}" type="presParOf" srcId="{552AB3FC-A09C-4C76-9C0A-85493C3D846D}" destId="{CE5C0D33-739F-4F8D-BA09-1FA79BB7E3A6}" srcOrd="0" destOrd="0" presId="urn:microsoft.com/office/officeart/2005/8/layout/orgChart1"/>
    <dgm:cxn modelId="{A142599B-A2C3-4A82-83E3-80B233EA00BA}" type="presParOf" srcId="{CE5C0D33-739F-4F8D-BA09-1FA79BB7E3A6}" destId="{38B8CAB9-BCAB-4433-B051-668FCC031B70}" srcOrd="0" destOrd="0" presId="urn:microsoft.com/office/officeart/2005/8/layout/orgChart1"/>
    <dgm:cxn modelId="{E15F4243-6C29-41BA-8677-65C90813657D}" type="presParOf" srcId="{CE5C0D33-739F-4F8D-BA09-1FA79BB7E3A6}" destId="{AA6441BF-BE1F-403C-BE84-4935D0AEF24A}" srcOrd="1" destOrd="0" presId="urn:microsoft.com/office/officeart/2005/8/layout/orgChart1"/>
    <dgm:cxn modelId="{69E09293-D2A0-444A-B7FE-F2DFACF1F8EB}" type="presParOf" srcId="{552AB3FC-A09C-4C76-9C0A-85493C3D846D}" destId="{F10AFE35-FBF1-4472-8C0C-84DEBF5F72AC}" srcOrd="1" destOrd="0" presId="urn:microsoft.com/office/officeart/2005/8/layout/orgChart1"/>
    <dgm:cxn modelId="{F4F27C3C-B091-4DF5-9B17-1B8676FC3B94}" type="presParOf" srcId="{552AB3FC-A09C-4C76-9C0A-85493C3D846D}" destId="{B281F889-C786-4203-8154-755B198D72F1}" srcOrd="2" destOrd="0" presId="urn:microsoft.com/office/officeart/2005/8/layout/orgChart1"/>
    <dgm:cxn modelId="{EB31BC48-D3ED-44B9-AB28-6A448B6592BE}" type="presParOf" srcId="{E3546D40-C6AC-45AA-BB84-AF9142F451D4}" destId="{19931B36-0848-431E-9B26-86DC32148591}" srcOrd="2" destOrd="0" presId="urn:microsoft.com/office/officeart/2005/8/layout/orgChart1"/>
    <dgm:cxn modelId="{E89CCD1A-1832-419A-8597-BEDB1EFE7010}" type="presParOf" srcId="{E3546D40-C6AC-45AA-BB84-AF9142F451D4}" destId="{6DCC6D1E-4A13-4BE9-BC7A-09C3B1C73041}" srcOrd="3" destOrd="0" presId="urn:microsoft.com/office/officeart/2005/8/layout/orgChart1"/>
    <dgm:cxn modelId="{CF7983BD-563D-469B-8260-6772C326809A}" type="presParOf" srcId="{6DCC6D1E-4A13-4BE9-BC7A-09C3B1C73041}" destId="{06E82BBA-7D1C-4A06-92F2-E7CEE3A71778}" srcOrd="0" destOrd="0" presId="urn:microsoft.com/office/officeart/2005/8/layout/orgChart1"/>
    <dgm:cxn modelId="{B3BCC65A-092E-4F1E-83C6-C0844661A46E}" type="presParOf" srcId="{06E82BBA-7D1C-4A06-92F2-E7CEE3A71778}" destId="{6B0FCCBC-5CA6-4D01-B274-C11A6448556F}" srcOrd="0" destOrd="0" presId="urn:microsoft.com/office/officeart/2005/8/layout/orgChart1"/>
    <dgm:cxn modelId="{8FD66CEC-E285-4CC1-A77F-18B83D4A8E84}" type="presParOf" srcId="{06E82BBA-7D1C-4A06-92F2-E7CEE3A71778}" destId="{3FA21905-570F-4FA8-BABC-0A5390E684A6}" srcOrd="1" destOrd="0" presId="urn:microsoft.com/office/officeart/2005/8/layout/orgChart1"/>
    <dgm:cxn modelId="{0D5FDD0C-DADB-401F-ABA7-FDF355D96D2B}" type="presParOf" srcId="{6DCC6D1E-4A13-4BE9-BC7A-09C3B1C73041}" destId="{ECA1AE17-25E8-49B2-9991-6D05FFE5EFEC}" srcOrd="1" destOrd="0" presId="urn:microsoft.com/office/officeart/2005/8/layout/orgChart1"/>
    <dgm:cxn modelId="{7F3BB928-DE5D-4B4D-BDCE-9DB2B53E793E}" type="presParOf" srcId="{ECA1AE17-25E8-49B2-9991-6D05FFE5EFEC}" destId="{458CBDB7-2E87-497D-8B7D-C77B8DF271FF}" srcOrd="0" destOrd="0" presId="urn:microsoft.com/office/officeart/2005/8/layout/orgChart1"/>
    <dgm:cxn modelId="{D43FFA6C-06F8-4F8A-8604-FCA8FA73BAAA}" type="presParOf" srcId="{ECA1AE17-25E8-49B2-9991-6D05FFE5EFEC}" destId="{78B73123-A863-43B7-A89F-F5154E27770A}" srcOrd="1" destOrd="0" presId="urn:microsoft.com/office/officeart/2005/8/layout/orgChart1"/>
    <dgm:cxn modelId="{158A237E-3794-473C-92C2-3A601D6E345F}" type="presParOf" srcId="{78B73123-A863-43B7-A89F-F5154E27770A}" destId="{B6FDDD5F-3D20-43DF-8D8F-9BC93355C16B}" srcOrd="0" destOrd="0" presId="urn:microsoft.com/office/officeart/2005/8/layout/orgChart1"/>
    <dgm:cxn modelId="{16B3C7F9-1746-42C3-911A-C2E4818F17CD}" type="presParOf" srcId="{B6FDDD5F-3D20-43DF-8D8F-9BC93355C16B}" destId="{E99F9543-8199-4120-A9BF-4EDB5D7EDE25}" srcOrd="0" destOrd="0" presId="urn:microsoft.com/office/officeart/2005/8/layout/orgChart1"/>
    <dgm:cxn modelId="{B5720621-5B8E-4196-97A3-01F97AC29C1C}" type="presParOf" srcId="{B6FDDD5F-3D20-43DF-8D8F-9BC93355C16B}" destId="{B93BD6D5-B286-4C96-998F-B415DEFB3201}" srcOrd="1" destOrd="0" presId="urn:microsoft.com/office/officeart/2005/8/layout/orgChart1"/>
    <dgm:cxn modelId="{4DAB995C-8B37-4813-B0FA-C116B528B3C8}" type="presParOf" srcId="{78B73123-A863-43B7-A89F-F5154E27770A}" destId="{A6FB06B4-58AC-4C1E-9C49-A44E9FE35D90}" srcOrd="1" destOrd="0" presId="urn:microsoft.com/office/officeart/2005/8/layout/orgChart1"/>
    <dgm:cxn modelId="{A4D37D06-E77C-499D-9715-0A516D64AB48}" type="presParOf" srcId="{78B73123-A863-43B7-A89F-F5154E27770A}" destId="{0C2BEBDB-362F-4891-B15D-5FFDEBEC1DFC}" srcOrd="2" destOrd="0" presId="urn:microsoft.com/office/officeart/2005/8/layout/orgChart1"/>
    <dgm:cxn modelId="{3DBC8581-3650-4AAC-B289-9CDA0732B3FE}" type="presParOf" srcId="{ECA1AE17-25E8-49B2-9991-6D05FFE5EFEC}" destId="{B488048F-AFE3-471F-A3A7-41F2C1FE6213}" srcOrd="2" destOrd="0" presId="urn:microsoft.com/office/officeart/2005/8/layout/orgChart1"/>
    <dgm:cxn modelId="{9A47E79E-A7C4-4888-8B68-88D40478A086}" type="presParOf" srcId="{ECA1AE17-25E8-49B2-9991-6D05FFE5EFEC}" destId="{EA76641B-6748-437D-900E-AF3105A0C591}" srcOrd="3" destOrd="0" presId="urn:microsoft.com/office/officeart/2005/8/layout/orgChart1"/>
    <dgm:cxn modelId="{9A820DF5-12A6-4E22-B7AB-3FB6ECB4CC7E}" type="presParOf" srcId="{EA76641B-6748-437D-900E-AF3105A0C591}" destId="{B2FF9579-F954-4613-A05F-F25716D0576B}" srcOrd="0" destOrd="0" presId="urn:microsoft.com/office/officeart/2005/8/layout/orgChart1"/>
    <dgm:cxn modelId="{729DF543-F378-4D8E-94F0-BDA790031AFE}" type="presParOf" srcId="{B2FF9579-F954-4613-A05F-F25716D0576B}" destId="{A49F307E-5985-48DE-94E4-4E28476F7D69}" srcOrd="0" destOrd="0" presId="urn:microsoft.com/office/officeart/2005/8/layout/orgChart1"/>
    <dgm:cxn modelId="{2DE48832-27A7-47DA-839E-2E11962B95B5}" type="presParOf" srcId="{B2FF9579-F954-4613-A05F-F25716D0576B}" destId="{A9EB9828-DBAC-4D0E-96A2-06DDD948431D}" srcOrd="1" destOrd="0" presId="urn:microsoft.com/office/officeart/2005/8/layout/orgChart1"/>
    <dgm:cxn modelId="{E0B6D5AC-67E8-4579-B4B8-D6EC0B06F7FF}" type="presParOf" srcId="{EA76641B-6748-437D-900E-AF3105A0C591}" destId="{64F3C986-5C8E-4395-88C2-16892F67EE94}" srcOrd="1" destOrd="0" presId="urn:microsoft.com/office/officeart/2005/8/layout/orgChart1"/>
    <dgm:cxn modelId="{4C004002-EEE0-43E1-B6B5-EFD623F53564}" type="presParOf" srcId="{EA76641B-6748-437D-900E-AF3105A0C591}" destId="{AA795467-F67D-458F-BCDD-C3201CBCDD64}" srcOrd="2" destOrd="0" presId="urn:microsoft.com/office/officeart/2005/8/layout/orgChart1"/>
    <dgm:cxn modelId="{A71E5C15-E1E3-4086-8432-AAC07FD0C596}" type="presParOf" srcId="{6DCC6D1E-4A13-4BE9-BC7A-09C3B1C73041}" destId="{59A595B6-FC32-4574-BBA9-5BA386C23AA1}" srcOrd="2" destOrd="0" presId="urn:microsoft.com/office/officeart/2005/8/layout/orgChart1"/>
    <dgm:cxn modelId="{4B326B8B-3677-47EB-9FDC-6502577FC4C3}" type="presParOf" srcId="{80D57179-C852-4A60-A905-CCEBF66CB846}" destId="{BC91F858-07FE-4080-8AC7-FD08F71AD26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91CCA4-7E7D-4707-AD24-8A2521CBC91D}" type="doc">
      <dgm:prSet loTypeId="urn:microsoft.com/office/officeart/2005/8/layout/orgChart1" loCatId="hierarchy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ru-RU"/>
        </a:p>
      </dgm:t>
    </dgm:pt>
    <dgm:pt modelId="{0BD8935A-2060-4F1C-B399-543C0FB63449}">
      <dgm:prSet phldrT="[Текст]" custT="1"/>
      <dgm:spPr/>
      <dgm:t>
        <a:bodyPr/>
        <a:lstStyle/>
        <a:p>
          <a:r>
            <a:rPr lang="ru-RU" sz="2000" dirty="0"/>
            <a:t>Модели</a:t>
          </a:r>
        </a:p>
      </dgm:t>
    </dgm:pt>
    <dgm:pt modelId="{4718FDA2-18BE-4970-93F7-0BB6E31D7426}" type="parTrans" cxnId="{236D2AA1-AD57-4B79-B2BF-68C3ECDB5C1D}">
      <dgm:prSet/>
      <dgm:spPr/>
      <dgm:t>
        <a:bodyPr/>
        <a:lstStyle/>
        <a:p>
          <a:endParaRPr lang="ru-RU" sz="7200"/>
        </a:p>
      </dgm:t>
    </dgm:pt>
    <dgm:pt modelId="{B9A265F5-721A-4D07-975B-64CA1B98EC52}" type="sibTrans" cxnId="{236D2AA1-AD57-4B79-B2BF-68C3ECDB5C1D}">
      <dgm:prSet/>
      <dgm:spPr/>
      <dgm:t>
        <a:bodyPr/>
        <a:lstStyle/>
        <a:p>
          <a:endParaRPr lang="ru-RU" sz="7200"/>
        </a:p>
      </dgm:t>
    </dgm:pt>
    <dgm:pt modelId="{C2E16FA4-1AC8-4147-9A1D-DC1BE9525DDD}">
      <dgm:prSet phldrT="[Текст]" custT="1"/>
      <dgm:spPr/>
      <dgm:t>
        <a:bodyPr/>
        <a:lstStyle/>
        <a:p>
          <a:r>
            <a:rPr lang="ru-RU" sz="1600" dirty="0"/>
            <a:t>Учебные</a:t>
          </a:r>
        </a:p>
      </dgm:t>
    </dgm:pt>
    <dgm:pt modelId="{E72E3D8F-74F1-4251-9C72-A213E96D72A0}" type="parTrans" cxnId="{EBFEE3B8-749A-42D8-A3FB-017818FDECD7}">
      <dgm:prSet/>
      <dgm:spPr/>
      <dgm:t>
        <a:bodyPr/>
        <a:lstStyle/>
        <a:p>
          <a:endParaRPr lang="ru-RU" sz="7200"/>
        </a:p>
      </dgm:t>
    </dgm:pt>
    <dgm:pt modelId="{323F39E6-7E2E-4CD8-9CB9-D1256BE54625}" type="sibTrans" cxnId="{EBFEE3B8-749A-42D8-A3FB-017818FDECD7}">
      <dgm:prSet/>
      <dgm:spPr/>
      <dgm:t>
        <a:bodyPr/>
        <a:lstStyle/>
        <a:p>
          <a:endParaRPr lang="ru-RU" sz="7200"/>
        </a:p>
      </dgm:t>
    </dgm:pt>
    <dgm:pt modelId="{42C2869E-7476-418D-9812-5CA790511A8F}">
      <dgm:prSet phldrT="[Текст]" custT="1"/>
      <dgm:spPr/>
      <dgm:t>
        <a:bodyPr/>
        <a:lstStyle/>
        <a:p>
          <a:r>
            <a:rPr lang="ru-RU" sz="1600" dirty="0"/>
            <a:t>Игровые</a:t>
          </a:r>
        </a:p>
      </dgm:t>
    </dgm:pt>
    <dgm:pt modelId="{0E76A380-9B72-445A-AB05-8D75393CD1DF}" type="parTrans" cxnId="{EFE60597-CA0C-4AA6-8CD4-A904C66FF5B7}">
      <dgm:prSet/>
      <dgm:spPr/>
      <dgm:t>
        <a:bodyPr/>
        <a:lstStyle/>
        <a:p>
          <a:endParaRPr lang="ru-RU" sz="7200"/>
        </a:p>
      </dgm:t>
    </dgm:pt>
    <dgm:pt modelId="{935C23B5-2743-420D-8335-99E4006912F7}" type="sibTrans" cxnId="{EFE60597-CA0C-4AA6-8CD4-A904C66FF5B7}">
      <dgm:prSet/>
      <dgm:spPr/>
      <dgm:t>
        <a:bodyPr/>
        <a:lstStyle/>
        <a:p>
          <a:endParaRPr lang="ru-RU" sz="7200"/>
        </a:p>
      </dgm:t>
    </dgm:pt>
    <dgm:pt modelId="{13E22787-1A5D-4879-A437-AA4C012837D8}">
      <dgm:prSet phldrT="[Текст]" custT="1"/>
      <dgm:spPr/>
      <dgm:t>
        <a:bodyPr/>
        <a:lstStyle/>
        <a:p>
          <a:r>
            <a:rPr lang="ru-RU" sz="1600" dirty="0"/>
            <a:t>Исследовательские</a:t>
          </a:r>
        </a:p>
      </dgm:t>
    </dgm:pt>
    <dgm:pt modelId="{468B6B9D-0C59-4C97-8A26-14C59212F658}" type="parTrans" cxnId="{F1E13E6E-FBD7-4902-9AB0-3665D84DF856}">
      <dgm:prSet/>
      <dgm:spPr/>
      <dgm:t>
        <a:bodyPr/>
        <a:lstStyle/>
        <a:p>
          <a:endParaRPr lang="ru-RU"/>
        </a:p>
      </dgm:t>
    </dgm:pt>
    <dgm:pt modelId="{D6834A36-5677-4263-8ECC-624BE86C444C}" type="sibTrans" cxnId="{F1E13E6E-FBD7-4902-9AB0-3665D84DF856}">
      <dgm:prSet/>
      <dgm:spPr/>
      <dgm:t>
        <a:bodyPr/>
        <a:lstStyle/>
        <a:p>
          <a:endParaRPr lang="ru-RU"/>
        </a:p>
      </dgm:t>
    </dgm:pt>
    <dgm:pt modelId="{627556D3-4D38-44A6-8AFD-DBBAAC4B51AE}">
      <dgm:prSet phldrT="[Текст]" custT="1"/>
      <dgm:spPr/>
      <dgm:t>
        <a:bodyPr/>
        <a:lstStyle/>
        <a:p>
          <a:r>
            <a:rPr lang="ru-RU" sz="1600" dirty="0"/>
            <a:t>Опытные</a:t>
          </a:r>
        </a:p>
      </dgm:t>
    </dgm:pt>
    <dgm:pt modelId="{93F6D812-2E6B-416E-ACC0-F3C311C63604}" type="parTrans" cxnId="{1734D8C9-5512-4254-8834-0AF649913292}">
      <dgm:prSet/>
      <dgm:spPr/>
      <dgm:t>
        <a:bodyPr/>
        <a:lstStyle/>
        <a:p>
          <a:endParaRPr lang="ru-RU"/>
        </a:p>
      </dgm:t>
    </dgm:pt>
    <dgm:pt modelId="{D054320E-CD8A-445B-9656-115B70F7CA49}" type="sibTrans" cxnId="{1734D8C9-5512-4254-8834-0AF649913292}">
      <dgm:prSet/>
      <dgm:spPr/>
      <dgm:t>
        <a:bodyPr/>
        <a:lstStyle/>
        <a:p>
          <a:endParaRPr lang="ru-RU"/>
        </a:p>
      </dgm:t>
    </dgm:pt>
    <dgm:pt modelId="{90A0FE27-AB09-48FE-9DDB-AC9765A00D25}" type="pres">
      <dgm:prSet presAssocID="{0191CCA4-7E7D-4707-AD24-8A2521CBC9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D57179-C852-4A60-A905-CCEBF66CB846}" type="pres">
      <dgm:prSet presAssocID="{0BD8935A-2060-4F1C-B399-543C0FB63449}" presName="hierRoot1" presStyleCnt="0">
        <dgm:presLayoutVars>
          <dgm:hierBranch val="init"/>
        </dgm:presLayoutVars>
      </dgm:prSet>
      <dgm:spPr/>
    </dgm:pt>
    <dgm:pt modelId="{6CD738F0-0140-48D8-A876-FA8B7157DA8E}" type="pres">
      <dgm:prSet presAssocID="{0BD8935A-2060-4F1C-B399-543C0FB63449}" presName="rootComposite1" presStyleCnt="0"/>
      <dgm:spPr/>
    </dgm:pt>
    <dgm:pt modelId="{09D76632-ABC4-4EFD-97B3-15D86BAB3861}" type="pres">
      <dgm:prSet presAssocID="{0BD8935A-2060-4F1C-B399-543C0FB63449}" presName="rootText1" presStyleLbl="node0" presStyleIdx="0" presStyleCnt="1">
        <dgm:presLayoutVars>
          <dgm:chPref val="3"/>
        </dgm:presLayoutVars>
      </dgm:prSet>
      <dgm:spPr/>
    </dgm:pt>
    <dgm:pt modelId="{5E09507F-1730-4BA5-A256-F4CEA07914B9}" type="pres">
      <dgm:prSet presAssocID="{0BD8935A-2060-4F1C-B399-543C0FB63449}" presName="rootConnector1" presStyleLbl="node1" presStyleIdx="0" presStyleCnt="0"/>
      <dgm:spPr/>
    </dgm:pt>
    <dgm:pt modelId="{E3546D40-C6AC-45AA-BB84-AF9142F451D4}" type="pres">
      <dgm:prSet presAssocID="{0BD8935A-2060-4F1C-B399-543C0FB63449}" presName="hierChild2" presStyleCnt="0"/>
      <dgm:spPr/>
    </dgm:pt>
    <dgm:pt modelId="{46CC3CA1-DC36-4513-99F0-7F6F82CEC776}" type="pres">
      <dgm:prSet presAssocID="{E72E3D8F-74F1-4251-9C72-A213E96D72A0}" presName="Name37" presStyleLbl="parChTrans1D2" presStyleIdx="0" presStyleCnt="4"/>
      <dgm:spPr/>
    </dgm:pt>
    <dgm:pt modelId="{552AB3FC-A09C-4C76-9C0A-85493C3D846D}" type="pres">
      <dgm:prSet presAssocID="{C2E16FA4-1AC8-4147-9A1D-DC1BE9525DDD}" presName="hierRoot2" presStyleCnt="0">
        <dgm:presLayoutVars>
          <dgm:hierBranch val="init"/>
        </dgm:presLayoutVars>
      </dgm:prSet>
      <dgm:spPr/>
    </dgm:pt>
    <dgm:pt modelId="{CE5C0D33-739F-4F8D-BA09-1FA79BB7E3A6}" type="pres">
      <dgm:prSet presAssocID="{C2E16FA4-1AC8-4147-9A1D-DC1BE9525DDD}" presName="rootComposite" presStyleCnt="0"/>
      <dgm:spPr/>
    </dgm:pt>
    <dgm:pt modelId="{38B8CAB9-BCAB-4433-B051-668FCC031B70}" type="pres">
      <dgm:prSet presAssocID="{C2E16FA4-1AC8-4147-9A1D-DC1BE9525DDD}" presName="rootText" presStyleLbl="node2" presStyleIdx="0" presStyleCnt="4" custScaleX="100090" custLinFactNeighborX="-37843">
        <dgm:presLayoutVars>
          <dgm:chPref val="3"/>
        </dgm:presLayoutVars>
      </dgm:prSet>
      <dgm:spPr/>
    </dgm:pt>
    <dgm:pt modelId="{AA6441BF-BE1F-403C-BE84-4935D0AEF24A}" type="pres">
      <dgm:prSet presAssocID="{C2E16FA4-1AC8-4147-9A1D-DC1BE9525DDD}" presName="rootConnector" presStyleLbl="node2" presStyleIdx="0" presStyleCnt="4"/>
      <dgm:spPr/>
    </dgm:pt>
    <dgm:pt modelId="{F10AFE35-FBF1-4472-8C0C-84DEBF5F72AC}" type="pres">
      <dgm:prSet presAssocID="{C2E16FA4-1AC8-4147-9A1D-DC1BE9525DDD}" presName="hierChild4" presStyleCnt="0"/>
      <dgm:spPr/>
    </dgm:pt>
    <dgm:pt modelId="{B281F889-C786-4203-8154-755B198D72F1}" type="pres">
      <dgm:prSet presAssocID="{C2E16FA4-1AC8-4147-9A1D-DC1BE9525DDD}" presName="hierChild5" presStyleCnt="0"/>
      <dgm:spPr/>
    </dgm:pt>
    <dgm:pt modelId="{19931B36-0848-431E-9B26-86DC32148591}" type="pres">
      <dgm:prSet presAssocID="{0E76A380-9B72-445A-AB05-8D75393CD1DF}" presName="Name37" presStyleLbl="parChTrans1D2" presStyleIdx="1" presStyleCnt="4"/>
      <dgm:spPr/>
    </dgm:pt>
    <dgm:pt modelId="{6DCC6D1E-4A13-4BE9-BC7A-09C3B1C73041}" type="pres">
      <dgm:prSet presAssocID="{42C2869E-7476-418D-9812-5CA790511A8F}" presName="hierRoot2" presStyleCnt="0">
        <dgm:presLayoutVars>
          <dgm:hierBranch val="init"/>
        </dgm:presLayoutVars>
      </dgm:prSet>
      <dgm:spPr/>
    </dgm:pt>
    <dgm:pt modelId="{06E82BBA-7D1C-4A06-92F2-E7CEE3A71778}" type="pres">
      <dgm:prSet presAssocID="{42C2869E-7476-418D-9812-5CA790511A8F}" presName="rootComposite" presStyleCnt="0"/>
      <dgm:spPr/>
    </dgm:pt>
    <dgm:pt modelId="{6B0FCCBC-5CA6-4D01-B274-C11A6448556F}" type="pres">
      <dgm:prSet presAssocID="{42C2869E-7476-418D-9812-5CA790511A8F}" presName="rootText" presStyleLbl="node2" presStyleIdx="1" presStyleCnt="4" custScaleX="109419">
        <dgm:presLayoutVars>
          <dgm:chPref val="3"/>
        </dgm:presLayoutVars>
      </dgm:prSet>
      <dgm:spPr/>
    </dgm:pt>
    <dgm:pt modelId="{3FA21905-570F-4FA8-BABC-0A5390E684A6}" type="pres">
      <dgm:prSet presAssocID="{42C2869E-7476-418D-9812-5CA790511A8F}" presName="rootConnector" presStyleLbl="node2" presStyleIdx="1" presStyleCnt="4"/>
      <dgm:spPr/>
    </dgm:pt>
    <dgm:pt modelId="{ECA1AE17-25E8-49B2-9991-6D05FFE5EFEC}" type="pres">
      <dgm:prSet presAssocID="{42C2869E-7476-418D-9812-5CA790511A8F}" presName="hierChild4" presStyleCnt="0"/>
      <dgm:spPr/>
    </dgm:pt>
    <dgm:pt modelId="{59A595B6-FC32-4574-BBA9-5BA386C23AA1}" type="pres">
      <dgm:prSet presAssocID="{42C2869E-7476-418D-9812-5CA790511A8F}" presName="hierChild5" presStyleCnt="0"/>
      <dgm:spPr/>
    </dgm:pt>
    <dgm:pt modelId="{9AD31CD5-5859-4125-B971-B9D43BB520E9}" type="pres">
      <dgm:prSet presAssocID="{468B6B9D-0C59-4C97-8A26-14C59212F658}" presName="Name37" presStyleLbl="parChTrans1D2" presStyleIdx="2" presStyleCnt="4"/>
      <dgm:spPr/>
    </dgm:pt>
    <dgm:pt modelId="{D1F91F78-AC0E-4765-9B5D-E74691EEE552}" type="pres">
      <dgm:prSet presAssocID="{13E22787-1A5D-4879-A437-AA4C012837D8}" presName="hierRoot2" presStyleCnt="0">
        <dgm:presLayoutVars>
          <dgm:hierBranch val="init"/>
        </dgm:presLayoutVars>
      </dgm:prSet>
      <dgm:spPr/>
    </dgm:pt>
    <dgm:pt modelId="{0C5265AC-EB6E-48B7-B51C-FA08405A2385}" type="pres">
      <dgm:prSet presAssocID="{13E22787-1A5D-4879-A437-AA4C012837D8}" presName="rootComposite" presStyleCnt="0"/>
      <dgm:spPr/>
    </dgm:pt>
    <dgm:pt modelId="{22A469EB-F274-4193-A333-E258C4899B24}" type="pres">
      <dgm:prSet presAssocID="{13E22787-1A5D-4879-A437-AA4C012837D8}" presName="rootText" presStyleLbl="node2" presStyleIdx="2" presStyleCnt="4" custScaleX="137654">
        <dgm:presLayoutVars>
          <dgm:chPref val="3"/>
        </dgm:presLayoutVars>
      </dgm:prSet>
      <dgm:spPr/>
    </dgm:pt>
    <dgm:pt modelId="{F71AE160-EE27-4E06-8529-217F5D982ADB}" type="pres">
      <dgm:prSet presAssocID="{13E22787-1A5D-4879-A437-AA4C012837D8}" presName="rootConnector" presStyleLbl="node2" presStyleIdx="2" presStyleCnt="4"/>
      <dgm:spPr/>
    </dgm:pt>
    <dgm:pt modelId="{62D108CD-9F8C-412C-9FA1-38B119EC1C2C}" type="pres">
      <dgm:prSet presAssocID="{13E22787-1A5D-4879-A437-AA4C012837D8}" presName="hierChild4" presStyleCnt="0"/>
      <dgm:spPr/>
    </dgm:pt>
    <dgm:pt modelId="{1A2C3214-F3E6-4B81-9B7E-1376F54247A6}" type="pres">
      <dgm:prSet presAssocID="{13E22787-1A5D-4879-A437-AA4C012837D8}" presName="hierChild5" presStyleCnt="0"/>
      <dgm:spPr/>
    </dgm:pt>
    <dgm:pt modelId="{F3DB1D86-A319-42EA-9A56-B365339EC983}" type="pres">
      <dgm:prSet presAssocID="{93F6D812-2E6B-416E-ACC0-F3C311C63604}" presName="Name37" presStyleLbl="parChTrans1D2" presStyleIdx="3" presStyleCnt="4"/>
      <dgm:spPr/>
    </dgm:pt>
    <dgm:pt modelId="{8EB7DE5B-AEC4-4622-A1F3-5DFC31691113}" type="pres">
      <dgm:prSet presAssocID="{627556D3-4D38-44A6-8AFD-DBBAAC4B51AE}" presName="hierRoot2" presStyleCnt="0">
        <dgm:presLayoutVars>
          <dgm:hierBranch val="init"/>
        </dgm:presLayoutVars>
      </dgm:prSet>
      <dgm:spPr/>
    </dgm:pt>
    <dgm:pt modelId="{152075C2-70F3-4D50-8C03-1FF081AED578}" type="pres">
      <dgm:prSet presAssocID="{627556D3-4D38-44A6-8AFD-DBBAAC4B51AE}" presName="rootComposite" presStyleCnt="0"/>
      <dgm:spPr/>
    </dgm:pt>
    <dgm:pt modelId="{492660FB-9006-4152-B619-188069D7D0F4}" type="pres">
      <dgm:prSet presAssocID="{627556D3-4D38-44A6-8AFD-DBBAAC4B51AE}" presName="rootText" presStyleLbl="node2" presStyleIdx="3" presStyleCnt="4">
        <dgm:presLayoutVars>
          <dgm:chPref val="3"/>
        </dgm:presLayoutVars>
      </dgm:prSet>
      <dgm:spPr/>
    </dgm:pt>
    <dgm:pt modelId="{50A9589B-B1C0-4CF4-85D5-08786BB22871}" type="pres">
      <dgm:prSet presAssocID="{627556D3-4D38-44A6-8AFD-DBBAAC4B51AE}" presName="rootConnector" presStyleLbl="node2" presStyleIdx="3" presStyleCnt="4"/>
      <dgm:spPr/>
    </dgm:pt>
    <dgm:pt modelId="{D62BE18A-05D5-43B1-930D-E912DD361185}" type="pres">
      <dgm:prSet presAssocID="{627556D3-4D38-44A6-8AFD-DBBAAC4B51AE}" presName="hierChild4" presStyleCnt="0"/>
      <dgm:spPr/>
    </dgm:pt>
    <dgm:pt modelId="{0E38B225-C6E8-400E-8CFE-5CB3BF3B667A}" type="pres">
      <dgm:prSet presAssocID="{627556D3-4D38-44A6-8AFD-DBBAAC4B51AE}" presName="hierChild5" presStyleCnt="0"/>
      <dgm:spPr/>
    </dgm:pt>
    <dgm:pt modelId="{BC91F858-07FE-4080-8AC7-FD08F71AD268}" type="pres">
      <dgm:prSet presAssocID="{0BD8935A-2060-4F1C-B399-543C0FB63449}" presName="hierChild3" presStyleCnt="0"/>
      <dgm:spPr/>
    </dgm:pt>
  </dgm:ptLst>
  <dgm:cxnLst>
    <dgm:cxn modelId="{03623320-8CF4-4DDE-B659-251C8C6162FC}" type="presOf" srcId="{0191CCA4-7E7D-4707-AD24-8A2521CBC91D}" destId="{90A0FE27-AB09-48FE-9DDB-AC9765A00D25}" srcOrd="0" destOrd="0" presId="urn:microsoft.com/office/officeart/2005/8/layout/orgChart1"/>
    <dgm:cxn modelId="{C5158630-66C3-4711-9B60-82A3E987D907}" type="presOf" srcId="{13E22787-1A5D-4879-A437-AA4C012837D8}" destId="{F71AE160-EE27-4E06-8529-217F5D982ADB}" srcOrd="1" destOrd="0" presId="urn:microsoft.com/office/officeart/2005/8/layout/orgChart1"/>
    <dgm:cxn modelId="{ED14A05B-743E-47FA-96B5-A8B22EB2323E}" type="presOf" srcId="{0BD8935A-2060-4F1C-B399-543C0FB63449}" destId="{5E09507F-1730-4BA5-A256-F4CEA07914B9}" srcOrd="1" destOrd="0" presId="urn:microsoft.com/office/officeart/2005/8/layout/orgChart1"/>
    <dgm:cxn modelId="{A2BE1B5F-9EC0-4DB3-8420-22D3716DA43D}" type="presOf" srcId="{C2E16FA4-1AC8-4147-9A1D-DC1BE9525DDD}" destId="{AA6441BF-BE1F-403C-BE84-4935D0AEF24A}" srcOrd="1" destOrd="0" presId="urn:microsoft.com/office/officeart/2005/8/layout/orgChart1"/>
    <dgm:cxn modelId="{F1E13E6E-FBD7-4902-9AB0-3665D84DF856}" srcId="{0BD8935A-2060-4F1C-B399-543C0FB63449}" destId="{13E22787-1A5D-4879-A437-AA4C012837D8}" srcOrd="2" destOrd="0" parTransId="{468B6B9D-0C59-4C97-8A26-14C59212F658}" sibTransId="{D6834A36-5677-4263-8ECC-624BE86C444C}"/>
    <dgm:cxn modelId="{AC49A252-562E-42A2-86E0-ED0AE3F91297}" type="presOf" srcId="{627556D3-4D38-44A6-8AFD-DBBAAC4B51AE}" destId="{50A9589B-B1C0-4CF4-85D5-08786BB22871}" srcOrd="1" destOrd="0" presId="urn:microsoft.com/office/officeart/2005/8/layout/orgChart1"/>
    <dgm:cxn modelId="{926B5854-346A-48EB-9876-16021B52F419}" type="presOf" srcId="{0E76A380-9B72-445A-AB05-8D75393CD1DF}" destId="{19931B36-0848-431E-9B26-86DC32148591}" srcOrd="0" destOrd="0" presId="urn:microsoft.com/office/officeart/2005/8/layout/orgChart1"/>
    <dgm:cxn modelId="{4BAAB182-E103-4173-ADB1-A2F0DBC6A47D}" type="presOf" srcId="{0BD8935A-2060-4F1C-B399-543C0FB63449}" destId="{09D76632-ABC4-4EFD-97B3-15D86BAB3861}" srcOrd="0" destOrd="0" presId="urn:microsoft.com/office/officeart/2005/8/layout/orgChart1"/>
    <dgm:cxn modelId="{5F385B83-E74F-4051-8BD8-5DA6EAC80B7D}" type="presOf" srcId="{627556D3-4D38-44A6-8AFD-DBBAAC4B51AE}" destId="{492660FB-9006-4152-B619-188069D7D0F4}" srcOrd="0" destOrd="0" presId="urn:microsoft.com/office/officeart/2005/8/layout/orgChart1"/>
    <dgm:cxn modelId="{EFE60597-CA0C-4AA6-8CD4-A904C66FF5B7}" srcId="{0BD8935A-2060-4F1C-B399-543C0FB63449}" destId="{42C2869E-7476-418D-9812-5CA790511A8F}" srcOrd="1" destOrd="0" parTransId="{0E76A380-9B72-445A-AB05-8D75393CD1DF}" sibTransId="{935C23B5-2743-420D-8335-99E4006912F7}"/>
    <dgm:cxn modelId="{236D2AA1-AD57-4B79-B2BF-68C3ECDB5C1D}" srcId="{0191CCA4-7E7D-4707-AD24-8A2521CBC91D}" destId="{0BD8935A-2060-4F1C-B399-543C0FB63449}" srcOrd="0" destOrd="0" parTransId="{4718FDA2-18BE-4970-93F7-0BB6E31D7426}" sibTransId="{B9A265F5-721A-4D07-975B-64CA1B98EC52}"/>
    <dgm:cxn modelId="{EBFEE3B8-749A-42D8-A3FB-017818FDECD7}" srcId="{0BD8935A-2060-4F1C-B399-543C0FB63449}" destId="{C2E16FA4-1AC8-4147-9A1D-DC1BE9525DDD}" srcOrd="0" destOrd="0" parTransId="{E72E3D8F-74F1-4251-9C72-A213E96D72A0}" sibTransId="{323F39E6-7E2E-4CD8-9CB9-D1256BE54625}"/>
    <dgm:cxn modelId="{1734D8C9-5512-4254-8834-0AF649913292}" srcId="{0BD8935A-2060-4F1C-B399-543C0FB63449}" destId="{627556D3-4D38-44A6-8AFD-DBBAAC4B51AE}" srcOrd="3" destOrd="0" parTransId="{93F6D812-2E6B-416E-ACC0-F3C311C63604}" sibTransId="{D054320E-CD8A-445B-9656-115B70F7CA49}"/>
    <dgm:cxn modelId="{ACDB26CE-3A17-47B4-ABBE-9B7052200CE9}" type="presOf" srcId="{C2E16FA4-1AC8-4147-9A1D-DC1BE9525DDD}" destId="{38B8CAB9-BCAB-4433-B051-668FCC031B70}" srcOrd="0" destOrd="0" presId="urn:microsoft.com/office/officeart/2005/8/layout/orgChart1"/>
    <dgm:cxn modelId="{C854C9CE-F188-4A9C-B064-D1C48CFEEFB0}" type="presOf" srcId="{13E22787-1A5D-4879-A437-AA4C012837D8}" destId="{22A469EB-F274-4193-A333-E258C4899B24}" srcOrd="0" destOrd="0" presId="urn:microsoft.com/office/officeart/2005/8/layout/orgChart1"/>
    <dgm:cxn modelId="{D126D5D1-FE2E-4F89-8AD0-3B8F32D3FB1E}" type="presOf" srcId="{E72E3D8F-74F1-4251-9C72-A213E96D72A0}" destId="{46CC3CA1-DC36-4513-99F0-7F6F82CEC776}" srcOrd="0" destOrd="0" presId="urn:microsoft.com/office/officeart/2005/8/layout/orgChart1"/>
    <dgm:cxn modelId="{F7937FD6-FD4F-4723-8EA3-7B627620601D}" type="presOf" srcId="{42C2869E-7476-418D-9812-5CA790511A8F}" destId="{6B0FCCBC-5CA6-4D01-B274-C11A6448556F}" srcOrd="0" destOrd="0" presId="urn:microsoft.com/office/officeart/2005/8/layout/orgChart1"/>
    <dgm:cxn modelId="{5EDD00D9-918B-439B-9DD0-6E2947A27011}" type="presOf" srcId="{42C2869E-7476-418D-9812-5CA790511A8F}" destId="{3FA21905-570F-4FA8-BABC-0A5390E684A6}" srcOrd="1" destOrd="0" presId="urn:microsoft.com/office/officeart/2005/8/layout/orgChart1"/>
    <dgm:cxn modelId="{8AAE30DC-2BC2-4FDA-80F7-34E213D0A5D1}" type="presOf" srcId="{93F6D812-2E6B-416E-ACC0-F3C311C63604}" destId="{F3DB1D86-A319-42EA-9A56-B365339EC983}" srcOrd="0" destOrd="0" presId="urn:microsoft.com/office/officeart/2005/8/layout/orgChart1"/>
    <dgm:cxn modelId="{B10757FA-ED61-4D62-B3B9-E0014665FCEC}" type="presOf" srcId="{468B6B9D-0C59-4C97-8A26-14C59212F658}" destId="{9AD31CD5-5859-4125-B971-B9D43BB520E9}" srcOrd="0" destOrd="0" presId="urn:microsoft.com/office/officeart/2005/8/layout/orgChart1"/>
    <dgm:cxn modelId="{9B26A823-BB5F-4F40-980A-61E1622D2D58}" type="presParOf" srcId="{90A0FE27-AB09-48FE-9DDB-AC9765A00D25}" destId="{80D57179-C852-4A60-A905-CCEBF66CB846}" srcOrd="0" destOrd="0" presId="urn:microsoft.com/office/officeart/2005/8/layout/orgChart1"/>
    <dgm:cxn modelId="{77F82E29-97B1-4A41-8EF3-8A0BD43A56E1}" type="presParOf" srcId="{80D57179-C852-4A60-A905-CCEBF66CB846}" destId="{6CD738F0-0140-48D8-A876-FA8B7157DA8E}" srcOrd="0" destOrd="0" presId="urn:microsoft.com/office/officeart/2005/8/layout/orgChart1"/>
    <dgm:cxn modelId="{92FDC140-0005-4E1E-ACD2-D53CA278022A}" type="presParOf" srcId="{6CD738F0-0140-48D8-A876-FA8B7157DA8E}" destId="{09D76632-ABC4-4EFD-97B3-15D86BAB3861}" srcOrd="0" destOrd="0" presId="urn:microsoft.com/office/officeart/2005/8/layout/orgChart1"/>
    <dgm:cxn modelId="{2BA90445-C756-41A9-A7ED-67B181135333}" type="presParOf" srcId="{6CD738F0-0140-48D8-A876-FA8B7157DA8E}" destId="{5E09507F-1730-4BA5-A256-F4CEA07914B9}" srcOrd="1" destOrd="0" presId="urn:microsoft.com/office/officeart/2005/8/layout/orgChart1"/>
    <dgm:cxn modelId="{C1B60533-433C-4E80-88CC-8958CF730B2E}" type="presParOf" srcId="{80D57179-C852-4A60-A905-CCEBF66CB846}" destId="{E3546D40-C6AC-45AA-BB84-AF9142F451D4}" srcOrd="1" destOrd="0" presId="urn:microsoft.com/office/officeart/2005/8/layout/orgChart1"/>
    <dgm:cxn modelId="{74A3F514-EA2F-47DE-B33C-EF715677A31E}" type="presParOf" srcId="{E3546D40-C6AC-45AA-BB84-AF9142F451D4}" destId="{46CC3CA1-DC36-4513-99F0-7F6F82CEC776}" srcOrd="0" destOrd="0" presId="urn:microsoft.com/office/officeart/2005/8/layout/orgChart1"/>
    <dgm:cxn modelId="{69225223-D1E2-4B20-94C8-591246A3CBA2}" type="presParOf" srcId="{E3546D40-C6AC-45AA-BB84-AF9142F451D4}" destId="{552AB3FC-A09C-4C76-9C0A-85493C3D846D}" srcOrd="1" destOrd="0" presId="urn:microsoft.com/office/officeart/2005/8/layout/orgChart1"/>
    <dgm:cxn modelId="{A2CD70EF-8C89-4F46-A9A2-98A6979C764B}" type="presParOf" srcId="{552AB3FC-A09C-4C76-9C0A-85493C3D846D}" destId="{CE5C0D33-739F-4F8D-BA09-1FA79BB7E3A6}" srcOrd="0" destOrd="0" presId="urn:microsoft.com/office/officeart/2005/8/layout/orgChart1"/>
    <dgm:cxn modelId="{A142599B-A2C3-4A82-83E3-80B233EA00BA}" type="presParOf" srcId="{CE5C0D33-739F-4F8D-BA09-1FA79BB7E3A6}" destId="{38B8CAB9-BCAB-4433-B051-668FCC031B70}" srcOrd="0" destOrd="0" presId="urn:microsoft.com/office/officeart/2005/8/layout/orgChart1"/>
    <dgm:cxn modelId="{E15F4243-6C29-41BA-8677-65C90813657D}" type="presParOf" srcId="{CE5C0D33-739F-4F8D-BA09-1FA79BB7E3A6}" destId="{AA6441BF-BE1F-403C-BE84-4935D0AEF24A}" srcOrd="1" destOrd="0" presId="urn:microsoft.com/office/officeart/2005/8/layout/orgChart1"/>
    <dgm:cxn modelId="{69E09293-D2A0-444A-B7FE-F2DFACF1F8EB}" type="presParOf" srcId="{552AB3FC-A09C-4C76-9C0A-85493C3D846D}" destId="{F10AFE35-FBF1-4472-8C0C-84DEBF5F72AC}" srcOrd="1" destOrd="0" presId="urn:microsoft.com/office/officeart/2005/8/layout/orgChart1"/>
    <dgm:cxn modelId="{F4F27C3C-B091-4DF5-9B17-1B8676FC3B94}" type="presParOf" srcId="{552AB3FC-A09C-4C76-9C0A-85493C3D846D}" destId="{B281F889-C786-4203-8154-755B198D72F1}" srcOrd="2" destOrd="0" presId="urn:microsoft.com/office/officeart/2005/8/layout/orgChart1"/>
    <dgm:cxn modelId="{EB31BC48-D3ED-44B9-AB28-6A448B6592BE}" type="presParOf" srcId="{E3546D40-C6AC-45AA-BB84-AF9142F451D4}" destId="{19931B36-0848-431E-9B26-86DC32148591}" srcOrd="2" destOrd="0" presId="urn:microsoft.com/office/officeart/2005/8/layout/orgChart1"/>
    <dgm:cxn modelId="{E89CCD1A-1832-419A-8597-BEDB1EFE7010}" type="presParOf" srcId="{E3546D40-C6AC-45AA-BB84-AF9142F451D4}" destId="{6DCC6D1E-4A13-4BE9-BC7A-09C3B1C73041}" srcOrd="3" destOrd="0" presId="urn:microsoft.com/office/officeart/2005/8/layout/orgChart1"/>
    <dgm:cxn modelId="{CF7983BD-563D-469B-8260-6772C326809A}" type="presParOf" srcId="{6DCC6D1E-4A13-4BE9-BC7A-09C3B1C73041}" destId="{06E82BBA-7D1C-4A06-92F2-E7CEE3A71778}" srcOrd="0" destOrd="0" presId="urn:microsoft.com/office/officeart/2005/8/layout/orgChart1"/>
    <dgm:cxn modelId="{B3BCC65A-092E-4F1E-83C6-C0844661A46E}" type="presParOf" srcId="{06E82BBA-7D1C-4A06-92F2-E7CEE3A71778}" destId="{6B0FCCBC-5CA6-4D01-B274-C11A6448556F}" srcOrd="0" destOrd="0" presId="urn:microsoft.com/office/officeart/2005/8/layout/orgChart1"/>
    <dgm:cxn modelId="{8FD66CEC-E285-4CC1-A77F-18B83D4A8E84}" type="presParOf" srcId="{06E82BBA-7D1C-4A06-92F2-E7CEE3A71778}" destId="{3FA21905-570F-4FA8-BABC-0A5390E684A6}" srcOrd="1" destOrd="0" presId="urn:microsoft.com/office/officeart/2005/8/layout/orgChart1"/>
    <dgm:cxn modelId="{0D5FDD0C-DADB-401F-ABA7-FDF355D96D2B}" type="presParOf" srcId="{6DCC6D1E-4A13-4BE9-BC7A-09C3B1C73041}" destId="{ECA1AE17-25E8-49B2-9991-6D05FFE5EFEC}" srcOrd="1" destOrd="0" presId="urn:microsoft.com/office/officeart/2005/8/layout/orgChart1"/>
    <dgm:cxn modelId="{A71E5C15-E1E3-4086-8432-AAC07FD0C596}" type="presParOf" srcId="{6DCC6D1E-4A13-4BE9-BC7A-09C3B1C73041}" destId="{59A595B6-FC32-4574-BBA9-5BA386C23AA1}" srcOrd="2" destOrd="0" presId="urn:microsoft.com/office/officeart/2005/8/layout/orgChart1"/>
    <dgm:cxn modelId="{3A6B1346-CDF2-4C32-810F-F654EA0A3988}" type="presParOf" srcId="{E3546D40-C6AC-45AA-BB84-AF9142F451D4}" destId="{9AD31CD5-5859-4125-B971-B9D43BB520E9}" srcOrd="4" destOrd="0" presId="urn:microsoft.com/office/officeart/2005/8/layout/orgChart1"/>
    <dgm:cxn modelId="{22BBFA28-DB8C-4E2C-A912-F972A714C200}" type="presParOf" srcId="{E3546D40-C6AC-45AA-BB84-AF9142F451D4}" destId="{D1F91F78-AC0E-4765-9B5D-E74691EEE552}" srcOrd="5" destOrd="0" presId="urn:microsoft.com/office/officeart/2005/8/layout/orgChart1"/>
    <dgm:cxn modelId="{08713CB1-33F6-4085-94C8-7F3AF0A38765}" type="presParOf" srcId="{D1F91F78-AC0E-4765-9B5D-E74691EEE552}" destId="{0C5265AC-EB6E-48B7-B51C-FA08405A2385}" srcOrd="0" destOrd="0" presId="urn:microsoft.com/office/officeart/2005/8/layout/orgChart1"/>
    <dgm:cxn modelId="{75314386-33DD-4B09-97F8-C96E9F92246C}" type="presParOf" srcId="{0C5265AC-EB6E-48B7-B51C-FA08405A2385}" destId="{22A469EB-F274-4193-A333-E258C4899B24}" srcOrd="0" destOrd="0" presId="urn:microsoft.com/office/officeart/2005/8/layout/orgChart1"/>
    <dgm:cxn modelId="{A3DE280B-2BC7-4C11-BEDB-155097C0D7B7}" type="presParOf" srcId="{0C5265AC-EB6E-48B7-B51C-FA08405A2385}" destId="{F71AE160-EE27-4E06-8529-217F5D982ADB}" srcOrd="1" destOrd="0" presId="urn:microsoft.com/office/officeart/2005/8/layout/orgChart1"/>
    <dgm:cxn modelId="{190B0581-7289-4FB3-B458-BA29E4896BA9}" type="presParOf" srcId="{D1F91F78-AC0E-4765-9B5D-E74691EEE552}" destId="{62D108CD-9F8C-412C-9FA1-38B119EC1C2C}" srcOrd="1" destOrd="0" presId="urn:microsoft.com/office/officeart/2005/8/layout/orgChart1"/>
    <dgm:cxn modelId="{E898C9DF-757B-4A71-98E8-45F7B8DAD41E}" type="presParOf" srcId="{D1F91F78-AC0E-4765-9B5D-E74691EEE552}" destId="{1A2C3214-F3E6-4B81-9B7E-1376F54247A6}" srcOrd="2" destOrd="0" presId="urn:microsoft.com/office/officeart/2005/8/layout/orgChart1"/>
    <dgm:cxn modelId="{97306A98-01FB-4ACB-A4E0-F790CA996348}" type="presParOf" srcId="{E3546D40-C6AC-45AA-BB84-AF9142F451D4}" destId="{F3DB1D86-A319-42EA-9A56-B365339EC983}" srcOrd="6" destOrd="0" presId="urn:microsoft.com/office/officeart/2005/8/layout/orgChart1"/>
    <dgm:cxn modelId="{D5053D46-B3FC-43EF-848A-6F249251DD66}" type="presParOf" srcId="{E3546D40-C6AC-45AA-BB84-AF9142F451D4}" destId="{8EB7DE5B-AEC4-4622-A1F3-5DFC31691113}" srcOrd="7" destOrd="0" presId="urn:microsoft.com/office/officeart/2005/8/layout/orgChart1"/>
    <dgm:cxn modelId="{95548174-49FC-4867-80D6-39D67789BA6B}" type="presParOf" srcId="{8EB7DE5B-AEC4-4622-A1F3-5DFC31691113}" destId="{152075C2-70F3-4D50-8C03-1FF081AED578}" srcOrd="0" destOrd="0" presId="urn:microsoft.com/office/officeart/2005/8/layout/orgChart1"/>
    <dgm:cxn modelId="{95E9E4F4-05BF-4EB1-B637-F9529F5612F5}" type="presParOf" srcId="{152075C2-70F3-4D50-8C03-1FF081AED578}" destId="{492660FB-9006-4152-B619-188069D7D0F4}" srcOrd="0" destOrd="0" presId="urn:microsoft.com/office/officeart/2005/8/layout/orgChart1"/>
    <dgm:cxn modelId="{FEF46DC1-AE0F-4AE9-9D0F-3705BDB8501A}" type="presParOf" srcId="{152075C2-70F3-4D50-8C03-1FF081AED578}" destId="{50A9589B-B1C0-4CF4-85D5-08786BB22871}" srcOrd="1" destOrd="0" presId="urn:microsoft.com/office/officeart/2005/8/layout/orgChart1"/>
    <dgm:cxn modelId="{B98D5B97-5DD4-4003-ACA2-635090A27507}" type="presParOf" srcId="{8EB7DE5B-AEC4-4622-A1F3-5DFC31691113}" destId="{D62BE18A-05D5-43B1-930D-E912DD361185}" srcOrd="1" destOrd="0" presId="urn:microsoft.com/office/officeart/2005/8/layout/orgChart1"/>
    <dgm:cxn modelId="{2F018683-7C77-4E27-BECD-6D7E956DAE08}" type="presParOf" srcId="{8EB7DE5B-AEC4-4622-A1F3-5DFC31691113}" destId="{0E38B225-C6E8-400E-8CFE-5CB3BF3B667A}" srcOrd="2" destOrd="0" presId="urn:microsoft.com/office/officeart/2005/8/layout/orgChart1"/>
    <dgm:cxn modelId="{4B326B8B-3677-47EB-9FDC-6502577FC4C3}" type="presParOf" srcId="{80D57179-C852-4A60-A905-CCEBF66CB846}" destId="{BC91F858-07FE-4080-8AC7-FD08F71AD26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974AF-9F83-46B1-856C-6F366AC564CA}">
      <dsp:nvSpPr>
        <dsp:cNvPr id="0" name=""/>
        <dsp:cNvSpPr/>
      </dsp:nvSpPr>
      <dsp:spPr>
        <a:xfrm>
          <a:off x="2281236" y="687983"/>
          <a:ext cx="576591" cy="1160217"/>
        </a:xfrm>
        <a:custGeom>
          <a:avLst/>
          <a:gdLst/>
          <a:ahLst/>
          <a:cxnLst/>
          <a:rect l="0" t="0" r="0" b="0"/>
          <a:pathLst>
            <a:path>
              <a:moveTo>
                <a:pt x="576591" y="0"/>
              </a:moveTo>
              <a:lnTo>
                <a:pt x="576591" y="1160217"/>
              </a:lnTo>
              <a:lnTo>
                <a:pt x="0" y="1160217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AC7AF1-013A-4E69-B3A7-58A087138FD3}">
      <dsp:nvSpPr>
        <dsp:cNvPr id="0" name=""/>
        <dsp:cNvSpPr/>
      </dsp:nvSpPr>
      <dsp:spPr>
        <a:xfrm>
          <a:off x="2857828" y="687983"/>
          <a:ext cx="903410" cy="12199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9969"/>
              </a:lnTo>
              <a:lnTo>
                <a:pt x="903410" y="1219969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A8879-1733-418C-9268-23472E514C3A}">
      <dsp:nvSpPr>
        <dsp:cNvPr id="0" name=""/>
        <dsp:cNvSpPr/>
      </dsp:nvSpPr>
      <dsp:spPr>
        <a:xfrm>
          <a:off x="2857828" y="687983"/>
          <a:ext cx="903410" cy="7010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1060"/>
              </a:lnTo>
              <a:lnTo>
                <a:pt x="903410" y="701060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EF33C3-9E65-4AF8-A791-19F54DCB58F7}">
      <dsp:nvSpPr>
        <dsp:cNvPr id="0" name=""/>
        <dsp:cNvSpPr/>
      </dsp:nvSpPr>
      <dsp:spPr>
        <a:xfrm>
          <a:off x="2857828" y="687983"/>
          <a:ext cx="903410" cy="2353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379"/>
              </a:lnTo>
              <a:lnTo>
                <a:pt x="903410" y="235379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821E9E-C2C6-47FA-AFC4-6BD85E6C9FC6}">
      <dsp:nvSpPr>
        <dsp:cNvPr id="0" name=""/>
        <dsp:cNvSpPr/>
      </dsp:nvSpPr>
      <dsp:spPr>
        <a:xfrm>
          <a:off x="2857828" y="687983"/>
          <a:ext cx="883473" cy="16822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2257"/>
              </a:lnTo>
              <a:lnTo>
                <a:pt x="883473" y="1682257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55492-3DD9-4923-AC8A-B3455FDE2B24}">
      <dsp:nvSpPr>
        <dsp:cNvPr id="0" name=""/>
        <dsp:cNvSpPr/>
      </dsp:nvSpPr>
      <dsp:spPr>
        <a:xfrm>
          <a:off x="2281236" y="687983"/>
          <a:ext cx="576591" cy="256475"/>
        </a:xfrm>
        <a:custGeom>
          <a:avLst/>
          <a:gdLst/>
          <a:ahLst/>
          <a:cxnLst/>
          <a:rect l="0" t="0" r="0" b="0"/>
          <a:pathLst>
            <a:path>
              <a:moveTo>
                <a:pt x="576591" y="0"/>
              </a:moveTo>
              <a:lnTo>
                <a:pt x="576591" y="256475"/>
              </a:lnTo>
              <a:lnTo>
                <a:pt x="0" y="25647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912429-D66B-484D-BB4E-A5F3C2E06E1E}">
      <dsp:nvSpPr>
        <dsp:cNvPr id="0" name=""/>
        <dsp:cNvSpPr/>
      </dsp:nvSpPr>
      <dsp:spPr>
        <a:xfrm>
          <a:off x="2281236" y="687983"/>
          <a:ext cx="576591" cy="701057"/>
        </a:xfrm>
        <a:custGeom>
          <a:avLst/>
          <a:gdLst/>
          <a:ahLst/>
          <a:cxnLst/>
          <a:rect l="0" t="0" r="0" b="0"/>
          <a:pathLst>
            <a:path>
              <a:moveTo>
                <a:pt x="576591" y="0"/>
              </a:moveTo>
              <a:lnTo>
                <a:pt x="576591" y="701057"/>
              </a:lnTo>
              <a:lnTo>
                <a:pt x="0" y="701057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931B36-0848-431E-9B26-86DC32148591}">
      <dsp:nvSpPr>
        <dsp:cNvPr id="0" name=""/>
        <dsp:cNvSpPr/>
      </dsp:nvSpPr>
      <dsp:spPr>
        <a:xfrm>
          <a:off x="2704656" y="284483"/>
          <a:ext cx="695877" cy="1193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672"/>
              </a:lnTo>
              <a:lnTo>
                <a:pt x="695877" y="59672"/>
              </a:lnTo>
              <a:lnTo>
                <a:pt x="695877" y="119344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CC3CA1-DC36-4513-99F0-7F6F82CEC776}">
      <dsp:nvSpPr>
        <dsp:cNvPr id="0" name=""/>
        <dsp:cNvSpPr/>
      </dsp:nvSpPr>
      <dsp:spPr>
        <a:xfrm>
          <a:off x="1751536" y="284483"/>
          <a:ext cx="953119" cy="119344"/>
        </a:xfrm>
        <a:custGeom>
          <a:avLst/>
          <a:gdLst/>
          <a:ahLst/>
          <a:cxnLst/>
          <a:rect l="0" t="0" r="0" b="0"/>
          <a:pathLst>
            <a:path>
              <a:moveTo>
                <a:pt x="953119" y="0"/>
              </a:moveTo>
              <a:lnTo>
                <a:pt x="953119" y="59672"/>
              </a:lnTo>
              <a:lnTo>
                <a:pt x="0" y="59672"/>
              </a:lnTo>
              <a:lnTo>
                <a:pt x="0" y="119344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76632-ABC4-4EFD-97B3-15D86BAB3861}">
      <dsp:nvSpPr>
        <dsp:cNvPr id="0" name=""/>
        <dsp:cNvSpPr/>
      </dsp:nvSpPr>
      <dsp:spPr>
        <a:xfrm>
          <a:off x="2420501" y="329"/>
          <a:ext cx="568309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Модели</a:t>
          </a:r>
        </a:p>
      </dsp:txBody>
      <dsp:txXfrm>
        <a:off x="2420501" y="329"/>
        <a:ext cx="568309" cy="284154"/>
      </dsp:txXfrm>
    </dsp:sp>
    <dsp:sp modelId="{38B8CAB9-BCAB-4433-B051-668FCC031B70}">
      <dsp:nvSpPr>
        <dsp:cNvPr id="0" name=""/>
        <dsp:cNvSpPr/>
      </dsp:nvSpPr>
      <dsp:spPr>
        <a:xfrm>
          <a:off x="1115331" y="403828"/>
          <a:ext cx="1272410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Материальные</a:t>
          </a:r>
        </a:p>
      </dsp:txBody>
      <dsp:txXfrm>
        <a:off x="1115331" y="403828"/>
        <a:ext cx="1272410" cy="284154"/>
      </dsp:txXfrm>
    </dsp:sp>
    <dsp:sp modelId="{6B0FCCBC-5CA6-4D01-B274-C11A6448556F}">
      <dsp:nvSpPr>
        <dsp:cNvPr id="0" name=""/>
        <dsp:cNvSpPr/>
      </dsp:nvSpPr>
      <dsp:spPr>
        <a:xfrm>
          <a:off x="2722151" y="403828"/>
          <a:ext cx="1356764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Нематериальные</a:t>
          </a:r>
        </a:p>
      </dsp:txBody>
      <dsp:txXfrm>
        <a:off x="2722151" y="403828"/>
        <a:ext cx="1356764" cy="284154"/>
      </dsp:txXfrm>
    </dsp:sp>
    <dsp:sp modelId="{B78E0C23-BC75-4D7F-9332-3764510CDD95}">
      <dsp:nvSpPr>
        <dsp:cNvPr id="0" name=""/>
        <dsp:cNvSpPr/>
      </dsp:nvSpPr>
      <dsp:spPr>
        <a:xfrm>
          <a:off x="943516" y="1246963"/>
          <a:ext cx="1337720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Математические</a:t>
          </a:r>
        </a:p>
      </dsp:txBody>
      <dsp:txXfrm>
        <a:off x="943516" y="1246963"/>
        <a:ext cx="1337720" cy="284154"/>
      </dsp:txXfrm>
    </dsp:sp>
    <dsp:sp modelId="{3FDAA87D-3DCB-40B0-8ADD-E4A3D321A430}">
      <dsp:nvSpPr>
        <dsp:cNvPr id="0" name=""/>
        <dsp:cNvSpPr/>
      </dsp:nvSpPr>
      <dsp:spPr>
        <a:xfrm>
          <a:off x="943516" y="802381"/>
          <a:ext cx="1337720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Вербальные</a:t>
          </a:r>
        </a:p>
      </dsp:txBody>
      <dsp:txXfrm>
        <a:off x="943516" y="802381"/>
        <a:ext cx="1337720" cy="284154"/>
      </dsp:txXfrm>
    </dsp:sp>
    <dsp:sp modelId="{43D7ED90-F46E-41F6-AA7C-262FFF2D499C}">
      <dsp:nvSpPr>
        <dsp:cNvPr id="0" name=""/>
        <dsp:cNvSpPr/>
      </dsp:nvSpPr>
      <dsp:spPr>
        <a:xfrm>
          <a:off x="3741301" y="2228163"/>
          <a:ext cx="1567413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Знаковые</a:t>
          </a:r>
        </a:p>
      </dsp:txBody>
      <dsp:txXfrm>
        <a:off x="3741301" y="2228163"/>
        <a:ext cx="1567413" cy="284154"/>
      </dsp:txXfrm>
    </dsp:sp>
    <dsp:sp modelId="{694C70FA-742A-44B5-B888-2EA0E0B57A8C}">
      <dsp:nvSpPr>
        <dsp:cNvPr id="0" name=""/>
        <dsp:cNvSpPr/>
      </dsp:nvSpPr>
      <dsp:spPr>
        <a:xfrm>
          <a:off x="3761238" y="781285"/>
          <a:ext cx="1567413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Логические</a:t>
          </a:r>
        </a:p>
      </dsp:txBody>
      <dsp:txXfrm>
        <a:off x="3761238" y="781285"/>
        <a:ext cx="1567413" cy="284154"/>
      </dsp:txXfrm>
    </dsp:sp>
    <dsp:sp modelId="{EA44D2CD-C88E-4FE7-A2FB-D84B703788C8}">
      <dsp:nvSpPr>
        <dsp:cNvPr id="0" name=""/>
        <dsp:cNvSpPr/>
      </dsp:nvSpPr>
      <dsp:spPr>
        <a:xfrm>
          <a:off x="3761238" y="1246966"/>
          <a:ext cx="1567413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 err="1"/>
            <a:t>Графовые</a:t>
          </a:r>
          <a:endParaRPr lang="ru-RU" sz="1000" kern="1200" dirty="0"/>
        </a:p>
      </dsp:txBody>
      <dsp:txXfrm>
        <a:off x="3761238" y="1246966"/>
        <a:ext cx="1567413" cy="284154"/>
      </dsp:txXfrm>
    </dsp:sp>
    <dsp:sp modelId="{DB17B85B-53DE-42D1-AB72-7F35C8212696}">
      <dsp:nvSpPr>
        <dsp:cNvPr id="0" name=""/>
        <dsp:cNvSpPr/>
      </dsp:nvSpPr>
      <dsp:spPr>
        <a:xfrm>
          <a:off x="3761238" y="1765875"/>
          <a:ext cx="1567413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Табличные</a:t>
          </a:r>
        </a:p>
      </dsp:txBody>
      <dsp:txXfrm>
        <a:off x="3761238" y="1765875"/>
        <a:ext cx="1567413" cy="284154"/>
      </dsp:txXfrm>
    </dsp:sp>
    <dsp:sp modelId="{C173F3A3-9B03-4F8A-81F6-DDC990D1FF1A}">
      <dsp:nvSpPr>
        <dsp:cNvPr id="0" name=""/>
        <dsp:cNvSpPr/>
      </dsp:nvSpPr>
      <dsp:spPr>
        <a:xfrm>
          <a:off x="943516" y="1706123"/>
          <a:ext cx="1337720" cy="2841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/>
            <a:t>Компьютерные </a:t>
          </a:r>
        </a:p>
      </dsp:txBody>
      <dsp:txXfrm>
        <a:off x="943516" y="1706123"/>
        <a:ext cx="1337720" cy="284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31B36-0848-431E-9B26-86DC32148591}">
      <dsp:nvSpPr>
        <dsp:cNvPr id="0" name=""/>
        <dsp:cNvSpPr/>
      </dsp:nvSpPr>
      <dsp:spPr>
        <a:xfrm>
          <a:off x="2369976" y="1148250"/>
          <a:ext cx="1199115" cy="2056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825"/>
              </a:lnTo>
              <a:lnTo>
                <a:pt x="1199115" y="102825"/>
              </a:lnTo>
              <a:lnTo>
                <a:pt x="1199115" y="205651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CC3CA1-DC36-4513-99F0-7F6F82CEC776}">
      <dsp:nvSpPr>
        <dsp:cNvPr id="0" name=""/>
        <dsp:cNvSpPr/>
      </dsp:nvSpPr>
      <dsp:spPr>
        <a:xfrm>
          <a:off x="1096289" y="1148250"/>
          <a:ext cx="1273687" cy="205651"/>
        </a:xfrm>
        <a:custGeom>
          <a:avLst/>
          <a:gdLst/>
          <a:ahLst/>
          <a:cxnLst/>
          <a:rect l="0" t="0" r="0" b="0"/>
          <a:pathLst>
            <a:path>
              <a:moveTo>
                <a:pt x="1273687" y="0"/>
              </a:moveTo>
              <a:lnTo>
                <a:pt x="1273687" y="102825"/>
              </a:lnTo>
              <a:lnTo>
                <a:pt x="0" y="102825"/>
              </a:lnTo>
              <a:lnTo>
                <a:pt x="0" y="205651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76632-ABC4-4EFD-97B3-15D86BAB3861}">
      <dsp:nvSpPr>
        <dsp:cNvPr id="0" name=""/>
        <dsp:cNvSpPr/>
      </dsp:nvSpPr>
      <dsp:spPr>
        <a:xfrm>
          <a:off x="1880329" y="658604"/>
          <a:ext cx="979293" cy="4896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Модели</a:t>
          </a:r>
        </a:p>
      </dsp:txBody>
      <dsp:txXfrm>
        <a:off x="1880329" y="658604"/>
        <a:ext cx="979293" cy="489646"/>
      </dsp:txXfrm>
    </dsp:sp>
    <dsp:sp modelId="{38B8CAB9-BCAB-4433-B051-668FCC031B70}">
      <dsp:nvSpPr>
        <dsp:cNvPr id="0" name=""/>
        <dsp:cNvSpPr/>
      </dsp:nvSpPr>
      <dsp:spPr>
        <a:xfrm>
          <a:off x="0" y="1353902"/>
          <a:ext cx="2192578" cy="4896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Структурные</a:t>
          </a:r>
        </a:p>
      </dsp:txBody>
      <dsp:txXfrm>
        <a:off x="0" y="1353902"/>
        <a:ext cx="2192578" cy="489646"/>
      </dsp:txXfrm>
    </dsp:sp>
    <dsp:sp modelId="{6B0FCCBC-5CA6-4D01-B274-C11A6448556F}">
      <dsp:nvSpPr>
        <dsp:cNvPr id="0" name=""/>
        <dsp:cNvSpPr/>
      </dsp:nvSpPr>
      <dsp:spPr>
        <a:xfrm>
          <a:off x="2400124" y="1353902"/>
          <a:ext cx="2337935" cy="48964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Функциональные</a:t>
          </a:r>
        </a:p>
      </dsp:txBody>
      <dsp:txXfrm>
        <a:off x="2400124" y="1353902"/>
        <a:ext cx="2337935" cy="4896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88048F-AFE3-471F-A3A7-41F2C1FE6213}">
      <dsp:nvSpPr>
        <dsp:cNvPr id="0" name=""/>
        <dsp:cNvSpPr/>
      </dsp:nvSpPr>
      <dsp:spPr>
        <a:xfrm>
          <a:off x="2860324" y="1456580"/>
          <a:ext cx="380668" cy="1243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3719"/>
              </a:lnTo>
              <a:lnTo>
                <a:pt x="380668" y="1243719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8CBDB7-2E87-497D-8B7D-C77B8DF271FF}">
      <dsp:nvSpPr>
        <dsp:cNvPr id="0" name=""/>
        <dsp:cNvSpPr/>
      </dsp:nvSpPr>
      <dsp:spPr>
        <a:xfrm>
          <a:off x="2860324" y="1456580"/>
          <a:ext cx="380668" cy="4889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8983"/>
              </a:lnTo>
              <a:lnTo>
                <a:pt x="380668" y="488983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931B36-0848-431E-9B26-86DC32148591}">
      <dsp:nvSpPr>
        <dsp:cNvPr id="0" name=""/>
        <dsp:cNvSpPr/>
      </dsp:nvSpPr>
      <dsp:spPr>
        <a:xfrm>
          <a:off x="2573820" y="701844"/>
          <a:ext cx="1301621" cy="2232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15"/>
              </a:lnTo>
              <a:lnTo>
                <a:pt x="1301621" y="111615"/>
              </a:lnTo>
              <a:lnTo>
                <a:pt x="1301621" y="223231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CC3CA1-DC36-4513-99F0-7F6F82CEC776}">
      <dsp:nvSpPr>
        <dsp:cNvPr id="0" name=""/>
        <dsp:cNvSpPr/>
      </dsp:nvSpPr>
      <dsp:spPr>
        <a:xfrm>
          <a:off x="1190005" y="701844"/>
          <a:ext cx="1383814" cy="223231"/>
        </a:xfrm>
        <a:custGeom>
          <a:avLst/>
          <a:gdLst/>
          <a:ahLst/>
          <a:cxnLst/>
          <a:rect l="0" t="0" r="0" b="0"/>
          <a:pathLst>
            <a:path>
              <a:moveTo>
                <a:pt x="1383814" y="0"/>
              </a:moveTo>
              <a:lnTo>
                <a:pt x="1383814" y="111615"/>
              </a:lnTo>
              <a:lnTo>
                <a:pt x="0" y="111615"/>
              </a:lnTo>
              <a:lnTo>
                <a:pt x="0" y="223231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76632-ABC4-4EFD-97B3-15D86BAB3861}">
      <dsp:nvSpPr>
        <dsp:cNvPr id="0" name=""/>
        <dsp:cNvSpPr/>
      </dsp:nvSpPr>
      <dsp:spPr>
        <a:xfrm>
          <a:off x="2042316" y="170340"/>
          <a:ext cx="1063007" cy="5315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Модели</a:t>
          </a:r>
        </a:p>
      </dsp:txBody>
      <dsp:txXfrm>
        <a:off x="2042316" y="170340"/>
        <a:ext cx="1063007" cy="531503"/>
      </dsp:txXfrm>
    </dsp:sp>
    <dsp:sp modelId="{38B8CAB9-BCAB-4433-B051-668FCC031B70}">
      <dsp:nvSpPr>
        <dsp:cNvPr id="0" name=""/>
        <dsp:cNvSpPr/>
      </dsp:nvSpPr>
      <dsp:spPr>
        <a:xfrm>
          <a:off x="0" y="925076"/>
          <a:ext cx="2380010" cy="5315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Статические</a:t>
          </a:r>
        </a:p>
      </dsp:txBody>
      <dsp:txXfrm>
        <a:off x="0" y="925076"/>
        <a:ext cx="2380010" cy="531503"/>
      </dsp:txXfrm>
    </dsp:sp>
    <dsp:sp modelId="{6B0FCCBC-5CA6-4D01-B274-C11A6448556F}">
      <dsp:nvSpPr>
        <dsp:cNvPr id="0" name=""/>
        <dsp:cNvSpPr/>
      </dsp:nvSpPr>
      <dsp:spPr>
        <a:xfrm>
          <a:off x="2606544" y="925076"/>
          <a:ext cx="2537793" cy="5315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Динамические</a:t>
          </a:r>
        </a:p>
      </dsp:txBody>
      <dsp:txXfrm>
        <a:off x="2606544" y="925076"/>
        <a:ext cx="2537793" cy="531503"/>
      </dsp:txXfrm>
    </dsp:sp>
    <dsp:sp modelId="{E99F9543-8199-4120-A9BF-4EDB5D7EDE25}">
      <dsp:nvSpPr>
        <dsp:cNvPr id="0" name=""/>
        <dsp:cNvSpPr/>
      </dsp:nvSpPr>
      <dsp:spPr>
        <a:xfrm>
          <a:off x="3240993" y="1679811"/>
          <a:ext cx="2340637" cy="5315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Непрерывные</a:t>
          </a:r>
        </a:p>
      </dsp:txBody>
      <dsp:txXfrm>
        <a:off x="3240993" y="1679811"/>
        <a:ext cx="2340637" cy="531503"/>
      </dsp:txXfrm>
    </dsp:sp>
    <dsp:sp modelId="{A49F307E-5985-48DE-94E4-4E28476F7D69}">
      <dsp:nvSpPr>
        <dsp:cNvPr id="0" name=""/>
        <dsp:cNvSpPr/>
      </dsp:nvSpPr>
      <dsp:spPr>
        <a:xfrm>
          <a:off x="3240993" y="2434547"/>
          <a:ext cx="2392054" cy="5315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Дискретные</a:t>
          </a:r>
        </a:p>
      </dsp:txBody>
      <dsp:txXfrm>
        <a:off x="3240993" y="2434547"/>
        <a:ext cx="2392054" cy="5315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B1D86-A319-42EA-9A56-B365339EC983}">
      <dsp:nvSpPr>
        <dsp:cNvPr id="0" name=""/>
        <dsp:cNvSpPr/>
      </dsp:nvSpPr>
      <dsp:spPr>
        <a:xfrm>
          <a:off x="3231763" y="699760"/>
          <a:ext cx="2597054" cy="2659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967"/>
              </a:lnTo>
              <a:lnTo>
                <a:pt x="2597054" y="132967"/>
              </a:lnTo>
              <a:lnTo>
                <a:pt x="2597054" y="265934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D31CD5-5859-4125-B971-B9D43BB520E9}">
      <dsp:nvSpPr>
        <dsp:cNvPr id="0" name=""/>
        <dsp:cNvSpPr/>
      </dsp:nvSpPr>
      <dsp:spPr>
        <a:xfrm>
          <a:off x="3231763" y="699760"/>
          <a:ext cx="826351" cy="2659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967"/>
              </a:lnTo>
              <a:lnTo>
                <a:pt x="826351" y="132967"/>
              </a:lnTo>
              <a:lnTo>
                <a:pt x="826351" y="265934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931B36-0848-431E-9B26-86DC32148591}">
      <dsp:nvSpPr>
        <dsp:cNvPr id="0" name=""/>
        <dsp:cNvSpPr/>
      </dsp:nvSpPr>
      <dsp:spPr>
        <a:xfrm>
          <a:off x="2227773" y="699760"/>
          <a:ext cx="1003989" cy="265934"/>
        </a:xfrm>
        <a:custGeom>
          <a:avLst/>
          <a:gdLst/>
          <a:ahLst/>
          <a:cxnLst/>
          <a:rect l="0" t="0" r="0" b="0"/>
          <a:pathLst>
            <a:path>
              <a:moveTo>
                <a:pt x="1003989" y="0"/>
              </a:moveTo>
              <a:lnTo>
                <a:pt x="1003989" y="132967"/>
              </a:lnTo>
              <a:lnTo>
                <a:pt x="0" y="132967"/>
              </a:lnTo>
              <a:lnTo>
                <a:pt x="0" y="265934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CC3CA1-DC36-4513-99F0-7F6F82CEC776}">
      <dsp:nvSpPr>
        <dsp:cNvPr id="0" name=""/>
        <dsp:cNvSpPr/>
      </dsp:nvSpPr>
      <dsp:spPr>
        <a:xfrm>
          <a:off x="633746" y="699760"/>
          <a:ext cx="2598016" cy="265934"/>
        </a:xfrm>
        <a:custGeom>
          <a:avLst/>
          <a:gdLst/>
          <a:ahLst/>
          <a:cxnLst/>
          <a:rect l="0" t="0" r="0" b="0"/>
          <a:pathLst>
            <a:path>
              <a:moveTo>
                <a:pt x="2598016" y="0"/>
              </a:moveTo>
              <a:lnTo>
                <a:pt x="2598016" y="132967"/>
              </a:lnTo>
              <a:lnTo>
                <a:pt x="0" y="132967"/>
              </a:lnTo>
              <a:lnTo>
                <a:pt x="0" y="265934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76632-ABC4-4EFD-97B3-15D86BAB3861}">
      <dsp:nvSpPr>
        <dsp:cNvPr id="0" name=""/>
        <dsp:cNvSpPr/>
      </dsp:nvSpPr>
      <dsp:spPr>
        <a:xfrm>
          <a:off x="2598586" y="66584"/>
          <a:ext cx="1266352" cy="6331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Модели</a:t>
          </a:r>
        </a:p>
      </dsp:txBody>
      <dsp:txXfrm>
        <a:off x="2598586" y="66584"/>
        <a:ext cx="1266352" cy="633176"/>
      </dsp:txXfrm>
    </dsp:sp>
    <dsp:sp modelId="{38B8CAB9-BCAB-4433-B051-668FCC031B70}">
      <dsp:nvSpPr>
        <dsp:cNvPr id="0" name=""/>
        <dsp:cNvSpPr/>
      </dsp:nvSpPr>
      <dsp:spPr>
        <a:xfrm>
          <a:off x="0" y="965695"/>
          <a:ext cx="1267492" cy="6331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Учебные</a:t>
          </a:r>
        </a:p>
      </dsp:txBody>
      <dsp:txXfrm>
        <a:off x="0" y="965695"/>
        <a:ext cx="1267492" cy="633176"/>
      </dsp:txXfrm>
    </dsp:sp>
    <dsp:sp modelId="{6B0FCCBC-5CA6-4D01-B274-C11A6448556F}">
      <dsp:nvSpPr>
        <dsp:cNvPr id="0" name=""/>
        <dsp:cNvSpPr/>
      </dsp:nvSpPr>
      <dsp:spPr>
        <a:xfrm>
          <a:off x="1534958" y="965695"/>
          <a:ext cx="1385630" cy="6331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Игровые</a:t>
          </a:r>
        </a:p>
      </dsp:txBody>
      <dsp:txXfrm>
        <a:off x="1534958" y="965695"/>
        <a:ext cx="1385630" cy="633176"/>
      </dsp:txXfrm>
    </dsp:sp>
    <dsp:sp modelId="{22A469EB-F274-4193-A333-E258C4899B24}">
      <dsp:nvSpPr>
        <dsp:cNvPr id="0" name=""/>
        <dsp:cNvSpPr/>
      </dsp:nvSpPr>
      <dsp:spPr>
        <a:xfrm>
          <a:off x="3186522" y="965695"/>
          <a:ext cx="1743184" cy="6331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Исследовательские</a:t>
          </a:r>
        </a:p>
      </dsp:txBody>
      <dsp:txXfrm>
        <a:off x="3186522" y="965695"/>
        <a:ext cx="1743184" cy="633176"/>
      </dsp:txXfrm>
    </dsp:sp>
    <dsp:sp modelId="{492660FB-9006-4152-B619-188069D7D0F4}">
      <dsp:nvSpPr>
        <dsp:cNvPr id="0" name=""/>
        <dsp:cNvSpPr/>
      </dsp:nvSpPr>
      <dsp:spPr>
        <a:xfrm>
          <a:off x="5195641" y="965695"/>
          <a:ext cx="1266352" cy="63317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Опытные</a:t>
          </a:r>
        </a:p>
      </dsp:txBody>
      <dsp:txXfrm>
        <a:off x="5195641" y="965695"/>
        <a:ext cx="1266352" cy="633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 baseline="0">
                <a:latin typeface="Golos Text" panose="020B0503020202020204" pitchFamily="34" charset="0"/>
                <a:ea typeface="Golos Text" panose="020B0503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2000" dirty="0">
                <a:latin typeface="Golos Text" panose="020B0503020202020204"/>
              </a:rPr>
              <a:t>Main text / summary goes here (if needed)</a:t>
            </a:r>
            <a:r>
              <a:rPr lang="ru-RU" sz="2000" dirty="0">
                <a:latin typeface="Golos Text" panose="020B0503020202020204"/>
              </a:rPr>
              <a:t>.</a:t>
            </a:r>
            <a:endParaRPr lang="en-US" sz="2000" dirty="0">
              <a:latin typeface="Golos Text" panose="020B0503020202020204"/>
            </a:endParaRP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en-US" sz="1600" dirty="0">
                <a:latin typeface="Golos Text" panose="020B0503020202020204"/>
              </a:rPr>
              <a:t>Main text / summary goes here (if needed)</a:t>
            </a:r>
            <a:r>
              <a:rPr lang="ru-RU" sz="1600" dirty="0">
                <a:latin typeface="Golos Text" panose="020B0503020202020204"/>
              </a:rPr>
              <a:t>.</a:t>
            </a:r>
            <a:endParaRPr lang="en-US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en-US" sz="1600" dirty="0">
                <a:latin typeface="Golos Text" panose="020B0503020202020204"/>
              </a:rPr>
              <a:t>Main text / summary goes here (if needed)</a:t>
            </a:r>
            <a:r>
              <a:rPr lang="ru-RU" sz="1600" dirty="0">
                <a:latin typeface="Golos Text" panose="020B0503020202020204"/>
              </a:rPr>
              <a:t>.</a:t>
            </a:r>
            <a:endParaRPr lang="en-US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b="1" i="0" dirty="0">
                <a:solidFill>
                  <a:srgbClr val="2C2D2E"/>
                </a:solidFill>
                <a:effectLst/>
                <a:latin typeface="Arial" panose="020B0604020202020204" pitchFamily="34" charset="0"/>
              </a:rPr>
              <a:t>Text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4" r:id="rId2"/>
    <p:sldLayoutId id="2147483879" r:id="rId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essmertny@itmo.ru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29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28.jpeg"/><Relationship Id="rId4" Type="http://schemas.openxmlformats.org/officeDocument/2006/relationships/diagramLayout" Target="../diagrams/layout4.xml"/><Relationship Id="rId9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34836" y="2151529"/>
            <a:ext cx="7143749" cy="1506069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Моделирование</a:t>
            </a:r>
            <a:br>
              <a:rPr lang="ru-RU" sz="4400" dirty="0">
                <a:solidFill>
                  <a:schemeClr val="bg1"/>
                </a:solidFill>
              </a:rPr>
            </a:br>
            <a:r>
              <a:rPr lang="ru-RU" sz="2800" dirty="0">
                <a:solidFill>
                  <a:schemeClr val="bg1"/>
                </a:solidFill>
              </a:rPr>
              <a:t>Лекция </a:t>
            </a:r>
            <a:r>
              <a:rPr lang="en-US" sz="2800" dirty="0">
                <a:solidFill>
                  <a:schemeClr val="bg1"/>
                </a:solidFill>
              </a:rPr>
              <a:t>1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r>
              <a:rPr lang="ru-RU" sz="2800">
                <a:solidFill>
                  <a:schemeClr val="bg1"/>
                </a:solidFill>
              </a:rPr>
              <a:t>Мотивация 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DE11B-282D-5710-8607-EF8DB1AA4697}"/>
              </a:ext>
            </a:extLst>
          </p:cNvPr>
          <p:cNvSpPr txBox="1"/>
          <p:nvPr/>
        </p:nvSpPr>
        <p:spPr>
          <a:xfrm>
            <a:off x="1840027" y="3846068"/>
            <a:ext cx="5004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bg1"/>
                </a:solidFill>
              </a:rPr>
              <a:t>Бессмертный Игорь Александрович</a:t>
            </a:r>
            <a:endParaRPr lang="nl-NL" sz="1800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bessmertny@itmo</a:t>
            </a:r>
            <a:r>
              <a:rPr lang="en-US" dirty="0">
                <a:solidFill>
                  <a:srgbClr val="5F5F5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</a:t>
            </a:r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</a:rPr>
              <a:t>2026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>
                    <a:lumMod val="50000"/>
                  </a:schemeClr>
                </a:solidFill>
              </a:rPr>
              <a:t>Определение.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>
                    <a:lumMod val="50000"/>
                  </a:schemeClr>
                </a:solidFill>
              </a:rPr>
              <a:t>Цели и назначения моделей.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>
                    <a:lumMod val="50000"/>
                  </a:schemeClr>
                </a:solidFill>
              </a:rPr>
              <a:t>Требования к моделям.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>
                    <a:lumMod val="50000"/>
                  </a:schemeClr>
                </a:solidFill>
              </a:rPr>
              <a:t>Особенности моделирования производительности вычислительных систем.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>
                    <a:lumMod val="50000"/>
                  </a:schemeClr>
                </a:solidFill>
              </a:rPr>
              <a:t>Модель рабочей нагрузки.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>
                    <a:lumMod val="50000"/>
                  </a:schemeClr>
                </a:solidFill>
              </a:rPr>
              <a:t>Асимптотические модели.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2BF38-A438-2897-1588-5035E1D5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0F0531D-727A-DAC1-8C03-D28F62A9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ИСТОРИЯ. ВСЕГО ОДИН ПРИМЕР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F36397-6B30-CCD1-4017-37633EBC7EAE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9E568C2A-C54C-774C-ADEF-A3CD328A3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483" y="1061583"/>
            <a:ext cx="4547426" cy="3169605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1D7884D5-003E-9092-8D38-A1579061765C}"/>
              </a:ext>
            </a:extLst>
          </p:cNvPr>
          <p:cNvSpPr txBox="1">
            <a:spLocks noChangeArrowheads="1"/>
          </p:cNvSpPr>
          <p:nvPr/>
        </p:nvSpPr>
        <p:spPr>
          <a:xfrm>
            <a:off x="2490362" y="4343590"/>
            <a:ext cx="3769190" cy="49347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Антонио Гауди.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Sagrada Familia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7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AD93C-0A7E-5483-1ADC-C78593419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9FBFF055-A6FD-6B42-7FDF-0F0786E9D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65249" y="4293083"/>
            <a:ext cx="1880840" cy="407108"/>
          </a:xfrm>
        </p:spPr>
        <p:txBody>
          <a:bodyPr>
            <a:normAutofit/>
          </a:bodyPr>
          <a:lstStyle/>
          <a:p>
            <a:r>
              <a:rPr lang="ru-RU" sz="2000" b="1" dirty="0"/>
              <a:t>Это</a:t>
            </a:r>
            <a:r>
              <a:rPr lang="en-US" sz="2000" b="1" dirty="0"/>
              <a:t> –</a:t>
            </a:r>
            <a:r>
              <a:rPr lang="ru-RU" sz="2000" b="1" dirty="0"/>
              <a:t> модель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9F2534E-252D-038C-497B-D6A8C94C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ПОНЯТИЙНЫЙ АППАРАТ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56BE96-B4AF-BC79-D6B7-57779B52655A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D6F71E7E-443F-A47D-D34B-4137765F3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22" y="850417"/>
            <a:ext cx="7543800" cy="349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3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3CD1A-0DA6-DA1D-F618-B637EE59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433C91E6-8B3B-C781-43FF-71DCBB5C63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68604" y="4367060"/>
            <a:ext cx="3218986" cy="407108"/>
          </a:xfrm>
        </p:spPr>
        <p:txBody>
          <a:bodyPr>
            <a:normAutofit/>
          </a:bodyPr>
          <a:lstStyle/>
          <a:p>
            <a:r>
              <a:rPr lang="ru-RU" sz="2000" b="1" dirty="0"/>
              <a:t>И это </a:t>
            </a:r>
            <a:r>
              <a:rPr lang="en-US" sz="2000" b="1" dirty="0"/>
              <a:t>– </a:t>
            </a:r>
            <a:r>
              <a:rPr lang="ru-RU" sz="2000" b="1" dirty="0"/>
              <a:t>модель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0A01AD9-EFF1-5785-B6F9-57765399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ПОНЯТИЙНЫЙ АППАРАТ 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4D2A74-2BAD-2DAE-5744-372D24269F58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F188311C-434E-3CAD-B927-89BA11B02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04" y="1065052"/>
            <a:ext cx="5768897" cy="326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2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1502" y="4237463"/>
            <a:ext cx="7216697" cy="407108"/>
          </a:xfrm>
        </p:spPr>
        <p:txBody>
          <a:bodyPr>
            <a:normAutofit/>
          </a:bodyPr>
          <a:lstStyle/>
          <a:p>
            <a:r>
              <a:rPr lang="ru-RU" sz="2000" b="1" dirty="0"/>
              <a:t>Это </a:t>
            </a:r>
            <a:r>
              <a:rPr lang="en-US" sz="2000" b="1" dirty="0"/>
              <a:t>– </a:t>
            </a:r>
            <a:r>
              <a:rPr lang="ru-RU" sz="2000" b="1" dirty="0"/>
              <a:t>точно модель							А это?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ПОНЯТИЙНЫЙ АППАРАТ (3)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B00613-FCC4-55BD-1AF0-A095CE182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205" y="1082749"/>
            <a:ext cx="2954366" cy="29780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82BB848-1CEC-6DC9-023E-BB48B5003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695" y="1209129"/>
            <a:ext cx="4270414" cy="251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1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426A6-43DA-535F-CEAF-E5820484E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C4EAAF09-2709-2F74-68A1-62A0C6E0FE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7839" y="2788308"/>
            <a:ext cx="6381507" cy="921331"/>
          </a:xfrm>
        </p:spPr>
        <p:txBody>
          <a:bodyPr>
            <a:normAutofit/>
          </a:bodyPr>
          <a:lstStyle/>
          <a:p>
            <a:r>
              <a:rPr lang="ru-RU" sz="2000" b="1" dirty="0"/>
              <a:t>Есть реальный объект</a:t>
            </a:r>
          </a:p>
          <a:p>
            <a:r>
              <a:rPr lang="ru-RU" sz="2000" b="1" dirty="0"/>
              <a:t>Не просто модель, а модель чего-то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88F4B2-AB1D-12D4-5ECA-A30E91E6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ЧТО ОБЩЕГО?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D1345-9EB8-48DC-1EC5-EE4F4F364835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CF720D-6AA3-6EAC-C651-F48E54E7C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39" y="1373691"/>
            <a:ext cx="1162736" cy="1172038"/>
          </a:xfrm>
          <a:prstGeom prst="rect">
            <a:avLst/>
          </a:prstGeom>
        </p:spPr>
      </p:pic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9BE2B263-6948-863E-6BA1-0D62E1BD6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529" y="1250303"/>
            <a:ext cx="2334321" cy="1321447"/>
          </a:xfrm>
          <a:prstGeom prst="rect">
            <a:avLst/>
          </a:prstGeom>
        </p:spPr>
      </p:pic>
      <p:pic>
        <p:nvPicPr>
          <p:cNvPr id="10" name="Рисунок 9" descr="Picture background">
            <a:extLst>
              <a:ext uri="{FF2B5EF4-FFF2-40B4-BE49-F238E27FC236}">
                <a16:creationId xmlns:a16="http://schemas.microsoft.com/office/drawing/2014/main" id="{4EA8AE0D-E0C7-442E-84DA-1B641AB87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208" y="1208840"/>
            <a:ext cx="3026989" cy="140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5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98442-9B8C-4ECA-B987-C0C68BC7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8F05EE2-DFD5-3ECE-B8FE-0FA49B97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ПОЧЕМУ ЭТО ТОЖЕ МОДЕЛЬ?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C5BD11-49C0-867B-0F45-6670A79BE77C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8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6D700BF5-142A-B741-49B1-982038E10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31" y="1137424"/>
            <a:ext cx="1957039" cy="2609385"/>
          </a:xfrm>
          <a:prstGeom prst="rect">
            <a:avLst/>
          </a:prstGeom>
        </p:spPr>
      </p:pic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274AE189-D9E7-FA4B-F99D-2045797C6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608" y="957146"/>
            <a:ext cx="3124202" cy="3124202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6330CCE7-C1EC-C966-D47A-602460C79C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4755" y="3814511"/>
            <a:ext cx="7506357" cy="898738"/>
          </a:xfrm>
        </p:spPr>
        <p:txBody>
          <a:bodyPr>
            <a:normAutofit/>
          </a:bodyPr>
          <a:lstStyle/>
          <a:p>
            <a:r>
              <a:rPr lang="ru-RU" sz="2000" b="1" dirty="0"/>
              <a:t>Потому что выполняет функцию манекена. </a:t>
            </a:r>
          </a:p>
        </p:txBody>
      </p:sp>
    </p:spTree>
    <p:extLst>
      <p:ext uri="{BB962C8B-B14F-4D97-AF65-F5344CB8AC3E}">
        <p14:creationId xmlns:p14="http://schemas.microsoft.com/office/powerpoint/2010/main" val="2508076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78805-518F-0876-9821-74538259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BE40E8D-0126-ED1A-DE49-83F4858B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 ЭТО МОДЕЛЬ?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E358F9-3498-9508-805E-B717A5A095B2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C1706D-2A65-47F5-67B9-225C6B20C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4755" y="3814511"/>
            <a:ext cx="7506357" cy="898738"/>
          </a:xfrm>
        </p:spPr>
        <p:txBody>
          <a:bodyPr>
            <a:normAutofit fontScale="92500" lnSpcReduction="20000"/>
          </a:bodyPr>
          <a:lstStyle/>
          <a:p>
            <a:r>
              <a:rPr lang="ru-RU" sz="2000" b="1" dirty="0"/>
              <a:t>Никто это носить не собирается.</a:t>
            </a:r>
          </a:p>
          <a:p>
            <a:r>
              <a:rPr lang="ru-RU" sz="2000" b="1" dirty="0"/>
              <a:t>Модель отражает идею, которая (а вдруг?) будет реализована на практике. </a:t>
            </a:r>
          </a:p>
        </p:txBody>
      </p:sp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AFC109C7-5DF9-B161-F0DF-A646AFF2D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995" y="1055821"/>
            <a:ext cx="4004008" cy="26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82DB-B6F1-A545-06E4-99E0113B5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E92DB7D-D917-3F4B-DC77-74E7E373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 ЭТО МОДЕЛЬ?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26BCAB-2126-F922-E5B6-EA765724A9D5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388DCA-28F9-B9C4-4299-81BD5C98FB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4755" y="3814511"/>
            <a:ext cx="7506357" cy="898738"/>
          </a:xfrm>
        </p:spPr>
        <p:txBody>
          <a:bodyPr>
            <a:normAutofit fontScale="92500" lnSpcReduction="20000"/>
          </a:bodyPr>
          <a:lstStyle/>
          <a:p>
            <a:r>
              <a:rPr lang="ru-RU" sz="2000" b="1" dirty="0"/>
              <a:t>Никто это носить не собирается.</a:t>
            </a:r>
          </a:p>
          <a:p>
            <a:r>
              <a:rPr lang="ru-RU" sz="2000" b="1" dirty="0"/>
              <a:t>Модель отражает идею, которая (а вдруг?) будет реализована на практике. </a:t>
            </a:r>
          </a:p>
        </p:txBody>
      </p:sp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095BFCD7-0D09-976C-18F4-C6791FF3D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995" y="1055821"/>
            <a:ext cx="4004008" cy="26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2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C49EC-5A76-F612-4497-425BD5E4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C2DFB9EB-32B9-59AA-DA86-5486BC594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632" y="1101012"/>
            <a:ext cx="7979567" cy="3543559"/>
          </a:xfrm>
        </p:spPr>
        <p:txBody>
          <a:bodyPr>
            <a:normAutofit/>
          </a:bodyPr>
          <a:lstStyle/>
          <a:p>
            <a:r>
              <a:rPr lang="ru-RU" sz="2000" dirty="0"/>
              <a:t>МОДЕЛИРОВАНИЕ – метод исследования объектов познания на их моделях; построение и изучение моделей реально существующих предметов и явлений (</a:t>
            </a:r>
            <a:r>
              <a:rPr lang="ru-RU" sz="2000" dirty="0" err="1"/>
              <a:t>органич</a:t>
            </a:r>
            <a:r>
              <a:rPr lang="ru-RU" sz="2000" dirty="0"/>
              <a:t>. и </a:t>
            </a:r>
            <a:r>
              <a:rPr lang="ru-RU" sz="2000" dirty="0" err="1"/>
              <a:t>неорганич</a:t>
            </a:r>
            <a:r>
              <a:rPr lang="ru-RU" sz="2000" dirty="0"/>
              <a:t>. систем, инженерных устройств, разнообразных процессов — физических, химических, биологических, социальных) и конструируемых объектов для определения либо улучшения их характеристик, рационализации способов их построения, управления ими и т. п. Формы М. разнообразны и зависят от используемых моделей и сферы применения М. По характеру моделей выделяют предметное и знаковое (</a:t>
            </a:r>
            <a:r>
              <a:rPr lang="ru-RU" sz="2000" dirty="0" err="1"/>
              <a:t>информац</a:t>
            </a:r>
            <a:r>
              <a:rPr lang="ru-RU" sz="2000" dirty="0"/>
              <a:t>.) М.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1877BC1-33E6-15E1-FF32-C77DE18C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ОПРЕДЕЛЕНИЕ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6CD7E0-78EE-A0C1-B84C-E10D625D7C9B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B1BB4-C4DB-EB2D-8E45-4AEE5136A977}"/>
              </a:ext>
            </a:extLst>
          </p:cNvPr>
          <p:cNvSpPr txBox="1"/>
          <p:nvPr/>
        </p:nvSpPr>
        <p:spPr>
          <a:xfrm>
            <a:off x="1664043" y="4466391"/>
            <a:ext cx="67941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70C0"/>
                </a:solidFill>
              </a:rPr>
              <a:t>https://dic.academic.ru/dic.nsf/enc_philosophy/4534/МОДЕЛИРОВАНИЕ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995287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729E4-4C3A-9B2D-7ACE-F9D1B411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03DAEE2-D0E5-0D69-EB49-21AD2787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(АНТИ)МОДЕЛЬ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22752A-686D-36DE-39AE-6906813A65C6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6FDE32-6266-6AFD-6A3C-E77385258D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4755" y="3902927"/>
            <a:ext cx="7506357" cy="855470"/>
          </a:xfrm>
        </p:spPr>
        <p:txBody>
          <a:bodyPr>
            <a:normAutofit/>
          </a:bodyPr>
          <a:lstStyle/>
          <a:p>
            <a:r>
              <a:rPr lang="ru-RU" sz="2000" b="1" dirty="0"/>
              <a:t>Почему модель – человек, а не картина?</a:t>
            </a:r>
            <a:endParaRPr lang="en-US" sz="2000" b="1" dirty="0"/>
          </a:p>
          <a:p>
            <a:r>
              <a:rPr lang="ru-RU" sz="2000" b="1" dirty="0"/>
              <a:t>Есть идеи? </a:t>
            </a:r>
          </a:p>
        </p:txBody>
      </p:sp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61529B93-A4BB-7AAD-3874-DF888AC72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82" y="1059366"/>
            <a:ext cx="2702313" cy="270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51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152144"/>
            <a:ext cx="8098314" cy="111326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Реального объекта еще нет.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ЗАЧЕМ НУЖНЫ МОДЕЛИ?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1AC552-5031-32E1-EF30-74DB6F346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25" y="1814760"/>
            <a:ext cx="4597969" cy="239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2AC1BB2-AFA3-3EB8-34B7-5B34F7860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300" y="1814760"/>
            <a:ext cx="3539778" cy="239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FD8AC4-5AF9-F1AC-F34D-BD11D9E2BABF}"/>
              </a:ext>
            </a:extLst>
          </p:cNvPr>
          <p:cNvSpPr txBox="1"/>
          <p:nvPr/>
        </p:nvSpPr>
        <p:spPr>
          <a:xfrm>
            <a:off x="463369" y="4316510"/>
            <a:ext cx="77909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Можно изучить свойства несуществующего объекта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57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46EA1-4A50-FB9D-9A5C-98B17E48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DB57B988-4A30-1FDD-F9AA-6AD9F7733A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3369" y="1052860"/>
            <a:ext cx="8098314" cy="59017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Нет постоянного доступа к реальному объекту.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D9C04DD-75E7-B345-BE82-FE69D982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ЗАЧЕМ НУЖНЫ МОДЕЛИ?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16DD40-790A-FB23-61A7-761784B9732E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AF871-B45C-E1D8-AF59-9771B9837675}"/>
              </a:ext>
            </a:extLst>
          </p:cNvPr>
          <p:cNvSpPr txBox="1"/>
          <p:nvPr/>
        </p:nvSpPr>
        <p:spPr>
          <a:xfrm>
            <a:off x="624467" y="4316510"/>
            <a:ext cx="7629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Можно изучить свойства существующего, но не всегда доступного объекта</a:t>
            </a:r>
            <a:r>
              <a:rPr lang="ru-RU" sz="2000" dirty="0"/>
              <a:t>.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7978914-2049-E2BF-ECFF-F57CBDFAD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43031"/>
            <a:ext cx="2468701" cy="246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3E0B397E-DAE3-5F3E-B5BB-BE629F2ED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88930"/>
            <a:ext cx="2468701" cy="246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751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045052"/>
            <a:ext cx="6499973" cy="363529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Реальный объект жалко разбить.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r>
              <a:rPr lang="ru-RU" sz="2000" dirty="0"/>
              <a:t>Можно сильно ускорить и удешевить учебный процесс.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ЗАЧЕМ НУЖНЫ МОДЕЛИ?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82E852-B01D-F37C-B9DD-125D7DE27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32" y="1531801"/>
            <a:ext cx="3862039" cy="256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685603-AF3F-4E62-E232-AF2EF7773054}"/>
              </a:ext>
            </a:extLst>
          </p:cNvPr>
          <p:cNvSpPr txBox="1"/>
          <p:nvPr/>
        </p:nvSpPr>
        <p:spPr>
          <a:xfrm>
            <a:off x="5374887" y="1907183"/>
            <a:ext cx="3077737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ru-RU" sz="1600" b="1" dirty="0"/>
              <a:t>Стоимость обучения на пилота:</a:t>
            </a:r>
          </a:p>
          <a:p>
            <a:pPr marL="342900" indent="-342900">
              <a:buAutoNum type="arabicPeriod"/>
            </a:pPr>
            <a:r>
              <a:rPr lang="ru-RU" sz="1600" dirty="0"/>
              <a:t>Теоретическая подготовка</a:t>
            </a:r>
          </a:p>
          <a:p>
            <a:r>
              <a:rPr lang="ru-RU" sz="1600" dirty="0"/>
              <a:t>178 часов – 392 000 ₽.</a:t>
            </a:r>
          </a:p>
          <a:p>
            <a:r>
              <a:rPr lang="ru-RU" sz="1600" dirty="0"/>
              <a:t>2.    Тренажная подготовка  </a:t>
            </a:r>
          </a:p>
          <a:p>
            <a:r>
              <a:rPr lang="ru-RU" sz="1600" dirty="0"/>
              <a:t>6 часов       – 16 000 ₽.</a:t>
            </a:r>
          </a:p>
          <a:p>
            <a:r>
              <a:rPr lang="ru-RU" sz="1600" dirty="0"/>
              <a:t>3.    Лётная подготовка </a:t>
            </a:r>
          </a:p>
          <a:p>
            <a:r>
              <a:rPr lang="ru-RU" sz="1600" dirty="0"/>
              <a:t>40 часов   – 960 000 ₽</a:t>
            </a:r>
          </a:p>
        </p:txBody>
      </p:sp>
    </p:spTree>
    <p:extLst>
      <p:ext uri="{BB962C8B-B14F-4D97-AF65-F5344CB8AC3E}">
        <p14:creationId xmlns:p14="http://schemas.microsoft.com/office/powerpoint/2010/main" val="163390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045052"/>
            <a:ext cx="8397690" cy="3518710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Натурный эксперимент реализовать слишком дорого.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Кстати. Каждый раз, когда вокруг Гетеборга, Швеция, происходит авария с участием автомобиля Volvo, группа прибывает на место и начинает расследование, подробно документируя свои выводы.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ЗАЧЕМ НУЖНЫ МОДЕЛИ?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6730E14-786F-22DB-DCE2-79AB2672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25545"/>
            <a:ext cx="3068595" cy="163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4F9E09-58FB-B911-D37C-17D9FEBE49AF}"/>
              </a:ext>
            </a:extLst>
          </p:cNvPr>
          <p:cNvSpPr txBox="1"/>
          <p:nvPr/>
        </p:nvSpPr>
        <p:spPr>
          <a:xfrm>
            <a:off x="735981" y="4554036"/>
            <a:ext cx="7850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70C0"/>
                </a:solidFill>
              </a:rPr>
              <a:t>https://www.32cars.ru/world-news/date-31-10-2020/volvo-uje-polveka-rassleduet-avtomobilnye-avarii</a:t>
            </a:r>
          </a:p>
        </p:txBody>
      </p:sp>
    </p:spTree>
    <p:extLst>
      <p:ext uri="{BB962C8B-B14F-4D97-AF65-F5344CB8AC3E}">
        <p14:creationId xmlns:p14="http://schemas.microsoft.com/office/powerpoint/2010/main" val="1122126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4A084-4956-A91D-A2B4-6EB580E2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EAB52D0A-EC43-8C45-B24F-1F9B1D8092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823" y="1045051"/>
            <a:ext cx="8179571" cy="372911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Натурный эксперимент реализовать нельзя.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r>
              <a:rPr lang="ru-RU" sz="2000" dirty="0"/>
              <a:t>Но можно оценить масштаб разрушений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534478F-055E-9B73-3AB1-FE108152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ЗАЧЕМ НУЖНЫ МОДЕЛИ?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690C41-3CFC-247B-4AEF-DCCA3FF82500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17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BE78FA34-092D-E22A-84A2-B267C00AF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90" y="1500303"/>
            <a:ext cx="6682019" cy="26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31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54420-EAD8-39F5-8D9B-DD4EEF9F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1FCE357-5058-BD34-61B3-B7922DCE1E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823" y="1045052"/>
            <a:ext cx="8179571" cy="111828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Развлечения.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A283B7-74CD-619A-3F34-FB870860D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ЗАЧЕМ НУЖНЫ МОДЕЛИ?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CAD8C4-92F8-5DB1-B6D4-79CD10BE0E42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18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75D94235-D1A5-9208-0095-49856EF50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23" y="1604195"/>
            <a:ext cx="2782021" cy="1564887"/>
          </a:xfrm>
          <a:prstGeom prst="rect">
            <a:avLst/>
          </a:prstGeom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0E6682E9-DB01-299F-2C4E-16B9D8787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006" y="2117150"/>
            <a:ext cx="2499983" cy="1874987"/>
          </a:xfrm>
          <a:prstGeom prst="rect">
            <a:avLst/>
          </a:prstGeom>
        </p:spPr>
      </p:pic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F15D26A4-43CD-8875-A28A-AC0E24D10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913" y="2494157"/>
            <a:ext cx="2085278" cy="208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10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045052"/>
            <a:ext cx="8397690" cy="1352159"/>
          </a:xfrm>
        </p:spPr>
        <p:txBody>
          <a:bodyPr>
            <a:normAutofit/>
          </a:bodyPr>
          <a:lstStyle/>
          <a:p>
            <a:r>
              <a:rPr lang="ru-RU" sz="2400" dirty="0"/>
              <a:t>По способу представления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КЛАССИФИКАЦИЯ МОДЕЛЕЙ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19</a:t>
            </a:fld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A498763D-38BA-4848-965D-885568258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8195082"/>
              </p:ext>
            </p:extLst>
          </p:nvPr>
        </p:nvGraphicFramePr>
        <p:xfrm>
          <a:off x="1408085" y="1630690"/>
          <a:ext cx="5959153" cy="3512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549967E-3D8E-4185-B11C-77EAD7198B85}"/>
              </a:ext>
            </a:extLst>
          </p:cNvPr>
          <p:cNvSpPr txBox="1"/>
          <p:nvPr/>
        </p:nvSpPr>
        <p:spPr>
          <a:xfrm>
            <a:off x="1299123" y="4618829"/>
            <a:ext cx="7408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2060"/>
                </a:solidFill>
              </a:rPr>
              <a:t>https://moodle.kstu.ru/pluginfile.php/233296/mod_resource/content/1/Лекция%20№1.pdf</a:t>
            </a:r>
          </a:p>
        </p:txBody>
      </p:sp>
    </p:spTree>
    <p:extLst>
      <p:ext uri="{BB962C8B-B14F-4D97-AF65-F5344CB8AC3E}">
        <p14:creationId xmlns:p14="http://schemas.microsoft.com/office/powerpoint/2010/main" val="158812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045052"/>
            <a:ext cx="8397690" cy="1352159"/>
          </a:xfrm>
        </p:spPr>
        <p:txBody>
          <a:bodyPr>
            <a:normAutofit/>
          </a:bodyPr>
          <a:lstStyle/>
          <a:p>
            <a:r>
              <a:rPr lang="ru-RU" sz="2400" dirty="0"/>
              <a:t>По характеру отображаемых свойств объекта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КЛАССИФИКАЦИЯ МОДЕЛЕЙ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20</a:t>
            </a:fld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A498763D-38BA-4848-965D-885568258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0917470"/>
              </p:ext>
            </p:extLst>
          </p:nvPr>
        </p:nvGraphicFramePr>
        <p:xfrm>
          <a:off x="1504730" y="1022749"/>
          <a:ext cx="4739953" cy="2502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F35BDB-A0AF-3557-D06A-A88E486B9B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0659" y="2965758"/>
            <a:ext cx="1752600" cy="1609725"/>
          </a:xfrm>
          <a:prstGeom prst="rect">
            <a:avLst/>
          </a:prstGeom>
        </p:spPr>
      </p:pic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76E5B176-D311-6703-B423-CD9B273678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9188" y="2980246"/>
            <a:ext cx="2371660" cy="159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51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045052"/>
            <a:ext cx="8397690" cy="1352159"/>
          </a:xfrm>
        </p:spPr>
        <p:txBody>
          <a:bodyPr>
            <a:normAutofit/>
          </a:bodyPr>
          <a:lstStyle/>
          <a:p>
            <a:r>
              <a:rPr lang="ru-RU" sz="2400" dirty="0"/>
              <a:t>С учетом фактора времени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КЛАССИФИКАЦИЯ МОДЕЛЕЙ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21</a:t>
            </a:fld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A498763D-38BA-4848-965D-885568258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2150890"/>
              </p:ext>
            </p:extLst>
          </p:nvPr>
        </p:nvGraphicFramePr>
        <p:xfrm>
          <a:off x="1690375" y="1443270"/>
          <a:ext cx="5636350" cy="3136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1425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045052"/>
            <a:ext cx="8397690" cy="1352159"/>
          </a:xfrm>
        </p:spPr>
        <p:txBody>
          <a:bodyPr>
            <a:normAutofit/>
          </a:bodyPr>
          <a:lstStyle/>
          <a:p>
            <a:r>
              <a:rPr lang="ru-RU" sz="2400" dirty="0"/>
              <a:t>По области использования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КЛАССИФИКАЦИЯ МОДЕЛЕЙ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22</a:t>
            </a:fld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A498763D-38BA-4848-965D-885568258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0563177"/>
              </p:ext>
            </p:extLst>
          </p:nvPr>
        </p:nvGraphicFramePr>
        <p:xfrm>
          <a:off x="1187923" y="1505843"/>
          <a:ext cx="6463526" cy="1665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2F130D7F-803C-2BF3-1555-D8F4F56A3B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823" y="3363045"/>
            <a:ext cx="1770314" cy="968362"/>
          </a:xfrm>
          <a:prstGeom prst="rect">
            <a:avLst/>
          </a:prstGeom>
        </p:spPr>
      </p:pic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0E9C8E1F-DBD5-01E4-C522-B585538D32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7120" y="3377750"/>
            <a:ext cx="1770314" cy="995234"/>
          </a:xfrm>
          <a:prstGeom prst="rect">
            <a:avLst/>
          </a:prstGeom>
        </p:spPr>
      </p:pic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AE02D7F7-740B-DED8-30CF-BFD6AC45C7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1609" y="3171299"/>
            <a:ext cx="1769351" cy="120168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D60406-A390-739D-727E-29EAC2F676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86" y="3230206"/>
            <a:ext cx="1869602" cy="116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09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045052"/>
            <a:ext cx="8397690" cy="37291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Для автоматического управления реальным объектом.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Для симуляции реального объекта:</a:t>
            </a:r>
            <a:br>
              <a:rPr lang="ru-RU" sz="1800" dirty="0"/>
            </a:br>
            <a:r>
              <a:rPr lang="ru-RU" sz="1800" dirty="0"/>
              <a:t>– Тренажеры.</a:t>
            </a:r>
            <a:br>
              <a:rPr lang="ru-RU" sz="1800" dirty="0"/>
            </a:br>
            <a:r>
              <a:rPr lang="ru-RU" sz="1800" dirty="0"/>
              <a:t>– Эмуляторы.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dirty="0"/>
              <a:t>Для оценки производительности.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ФУНКЦИОНАЛЬНЫЕ МОДЕЛИ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D71A991-53C1-7472-7A78-518AA7AFD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31" y="1500182"/>
            <a:ext cx="6250032" cy="177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861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31079" y="1257656"/>
            <a:ext cx="2203702" cy="459407"/>
          </a:xfrm>
        </p:spPr>
        <p:txBody>
          <a:bodyPr>
            <a:normAutofit/>
          </a:bodyPr>
          <a:lstStyle/>
          <a:p>
            <a:r>
              <a:rPr lang="ru-RU" dirty="0"/>
              <a:t>Реальный объект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36244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 – СИМУЛЯТОРЫ / ЭМУЛЯТОРЫ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24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5860C2-2283-4173-ACE7-F61FC9EC5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340" y="1038121"/>
            <a:ext cx="1328738" cy="966355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51BE46D-C721-4BA1-B8E0-A367965AC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989" y="2210840"/>
            <a:ext cx="2569464" cy="1284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4">
            <a:extLst>
              <a:ext uri="{FF2B5EF4-FFF2-40B4-BE49-F238E27FC236}">
                <a16:creationId xmlns:a16="http://schemas.microsoft.com/office/drawing/2014/main" id="{18683D04-D230-4DCD-B986-0C61755BA418}"/>
              </a:ext>
            </a:extLst>
          </p:cNvPr>
          <p:cNvSpPr txBox="1">
            <a:spLocks/>
          </p:cNvSpPr>
          <p:nvPr/>
        </p:nvSpPr>
        <p:spPr>
          <a:xfrm>
            <a:off x="5196839" y="2602617"/>
            <a:ext cx="2203702" cy="4594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Программный эмулятор</a:t>
            </a:r>
          </a:p>
        </p:txBody>
      </p:sp>
      <p:sp>
        <p:nvSpPr>
          <p:cNvPr id="7" name="Стрелка: вверх-вниз 6">
            <a:extLst>
              <a:ext uri="{FF2B5EF4-FFF2-40B4-BE49-F238E27FC236}">
                <a16:creationId xmlns:a16="http://schemas.microsoft.com/office/drawing/2014/main" id="{D36F9F07-21EB-449A-A327-F383A5F9E26D}"/>
              </a:ext>
            </a:extLst>
          </p:cNvPr>
          <p:cNvSpPr/>
          <p:nvPr/>
        </p:nvSpPr>
        <p:spPr>
          <a:xfrm>
            <a:off x="4072125" y="2004476"/>
            <a:ext cx="155448" cy="325235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4882DC-F938-4356-A29D-02BD59F0EC4A}"/>
              </a:ext>
            </a:extLst>
          </p:cNvPr>
          <p:cNvSpPr/>
          <p:nvPr/>
        </p:nvSpPr>
        <p:spPr>
          <a:xfrm>
            <a:off x="1106424" y="3777023"/>
            <a:ext cx="1435608" cy="740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Разработка новых систем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9AC160-48A7-48F8-AAD2-5572DEC8B88E}"/>
              </a:ext>
            </a:extLst>
          </p:cNvPr>
          <p:cNvSpPr/>
          <p:nvPr/>
        </p:nvSpPr>
        <p:spPr>
          <a:xfrm>
            <a:off x="2694432" y="3777023"/>
            <a:ext cx="1280160" cy="740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Унификация архитектур </a:t>
            </a:r>
            <a:endParaRPr lang="en-US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(Java VM)</a:t>
            </a:r>
            <a:endParaRPr lang="ru-RU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4A3670A-08F1-496A-90C6-5152397E5705}"/>
              </a:ext>
            </a:extLst>
          </p:cNvPr>
          <p:cNvSpPr/>
          <p:nvPr/>
        </p:nvSpPr>
        <p:spPr>
          <a:xfrm>
            <a:off x="4181856" y="3763932"/>
            <a:ext cx="1435607" cy="740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Запуск программ, разработанных для другой архитектуры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CA9AF6E-6751-4F52-8534-D98928631B4F}"/>
              </a:ext>
            </a:extLst>
          </p:cNvPr>
          <p:cNvSpPr/>
          <p:nvPr/>
        </p:nvSpPr>
        <p:spPr>
          <a:xfrm>
            <a:off x="5812538" y="3763932"/>
            <a:ext cx="1435607" cy="740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Архивирование, работа со старыми программами</a:t>
            </a:r>
          </a:p>
        </p:txBody>
      </p:sp>
    </p:spTree>
    <p:extLst>
      <p:ext uri="{BB962C8B-B14F-4D97-AF65-F5344CB8AC3E}">
        <p14:creationId xmlns:p14="http://schemas.microsoft.com/office/powerpoint/2010/main" val="1535959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36244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ТЕЗИС ЧЁРЧА – ТЬЮРИНГА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18683D04-D230-4DCD-B986-0C61755BA418}"/>
              </a:ext>
            </a:extLst>
          </p:cNvPr>
          <p:cNvSpPr txBox="1">
            <a:spLocks/>
          </p:cNvSpPr>
          <p:nvPr/>
        </p:nvSpPr>
        <p:spPr>
          <a:xfrm>
            <a:off x="612648" y="1078992"/>
            <a:ext cx="7086600" cy="3182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Любой конечный физический процесс, не использующий аппарат, связанный с непрерывностью и бесконечностью, может быть вычислен физическим устройством</a:t>
            </a:r>
            <a:r>
              <a:rPr lang="ru-RU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ru-RU" sz="18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ru-RU" sz="1800" dirty="0">
                <a:solidFill>
                  <a:srgbClr val="202122"/>
                </a:solidFill>
                <a:latin typeface="Arial" panose="020B0604020202020204" pitchFamily="34" charset="0"/>
              </a:rPr>
              <a:t>Следствие: Любая операционная среда может быть эмулирована в другой среде.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487858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045052"/>
            <a:ext cx="8397690" cy="135215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Для оценки проектных решений.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Для апробации методов модернизации существующих систем.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Для прогнозирования характеристик систем при изменении нагрузки.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238528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МОДЕЛИ ПРОИЗВОДИТЕЛЬНОСТИ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26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51D38B-4560-49B4-99EC-9E621F12C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599" y="2240280"/>
            <a:ext cx="3774827" cy="275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23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152144"/>
            <a:ext cx="8098314" cy="34747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dirty="0"/>
              <a:t>Адекватность реальному объекту.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Стоимость  </a:t>
            </a:r>
            <a:r>
              <a:rPr lang="en-US" sz="2000" dirty="0"/>
              <a:t>&lt;&lt; </a:t>
            </a:r>
            <a:r>
              <a:rPr lang="ru-RU" sz="2000" dirty="0"/>
              <a:t> стоимости реального объекта.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Наблюдаемость / измеримость.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Возможность варьирования параметров, в т.ч. времени.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04" y="247672"/>
            <a:ext cx="7142655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ТРЕБОВАНИЯ К МОДЕЛИ</a:t>
            </a:r>
            <a:r>
              <a:rPr lang="en-US" dirty="0"/>
              <a:t> </a:t>
            </a:r>
            <a:r>
              <a:rPr lang="ru-RU" dirty="0"/>
              <a:t>ПРОИЗВОДИТЕЛЬНОСТИ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27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747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152144"/>
            <a:ext cx="8098314" cy="3474719"/>
          </a:xfrm>
        </p:spPr>
        <p:txBody>
          <a:bodyPr>
            <a:normAutofit/>
          </a:bodyPr>
          <a:lstStyle/>
          <a:p>
            <a:r>
              <a:rPr lang="ru-RU" sz="2000" dirty="0"/>
              <a:t>Нужно ли воспроизводить в модели внутреннюю структуру самолета? Систему кондиционирования воздуха? Каждого пассажира?</a:t>
            </a:r>
            <a:br>
              <a:rPr lang="ru-RU" sz="2000" dirty="0"/>
            </a:br>
            <a:endParaRPr lang="ru-RU" sz="2000" dirty="0"/>
          </a:p>
          <a:p>
            <a:r>
              <a:rPr lang="ru-RU" sz="2000" dirty="0"/>
              <a:t>– Только параметры, влияющие</a:t>
            </a:r>
            <a:br>
              <a:rPr lang="ru-RU" sz="2000" dirty="0"/>
            </a:br>
            <a:r>
              <a:rPr lang="ru-RU" sz="2000" dirty="0"/>
              <a:t>на аэродинамику.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>
                <a:solidFill>
                  <a:srgbClr val="0070C0"/>
                </a:solidFill>
              </a:rPr>
              <a:t>Адекватность модели определяется</a:t>
            </a:r>
            <a:br>
              <a:rPr lang="ru-RU" sz="2000" dirty="0">
                <a:solidFill>
                  <a:srgbClr val="0070C0"/>
                </a:solidFill>
              </a:rPr>
            </a:br>
            <a:r>
              <a:rPr lang="ru-RU" sz="2000" dirty="0">
                <a:solidFill>
                  <a:srgbClr val="0070C0"/>
                </a:solidFill>
              </a:rPr>
              <a:t>целью и задачами моделирования.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АДЕКВАТНОСТЬ МОДЕЛИ РЕАЛЬНОМУ ОБЪЕКТУ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28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B420C8A-93F3-5AE6-5579-C21B1CAE5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792" y="1947251"/>
            <a:ext cx="4434380" cy="282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8021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152144"/>
            <a:ext cx="7895181" cy="3474719"/>
          </a:xfrm>
        </p:spPr>
        <p:txBody>
          <a:bodyPr>
            <a:normAutofit/>
          </a:bodyPr>
          <a:lstStyle/>
          <a:p>
            <a:r>
              <a:rPr lang="ru-RU" sz="2000" dirty="0"/>
              <a:t>Если стоимость модельного эксперимента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ru-RU" sz="2000" dirty="0">
                <a:latin typeface="+mn-lt"/>
                <a:cs typeface="Times New Roman" panose="02020603050405020304" pitchFamily="18" charset="0"/>
              </a:rPr>
              <a:t>стоимость натурного, то модель не нужна.</a:t>
            </a:r>
            <a:r>
              <a:rPr lang="ru-RU" sz="2000" dirty="0">
                <a:latin typeface="+mn-lt"/>
              </a:rPr>
              <a:t>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СТОИМОСТЬ МОДЕЛИРОВАНИЯ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29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E0C1B53-9236-784C-EE8E-16D60E163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627" y="1957665"/>
            <a:ext cx="4320746" cy="288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6281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4313" y="1152144"/>
            <a:ext cx="7773705" cy="824937"/>
          </a:xfrm>
        </p:spPr>
        <p:txBody>
          <a:bodyPr>
            <a:normAutofit/>
          </a:bodyPr>
          <a:lstStyle/>
          <a:p>
            <a:r>
              <a:rPr lang="ru-RU" sz="2000" dirty="0"/>
              <a:t>Актуально и для натурных экспериментов.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НАБЛЮДАЕМОСТЬ / ИЗМЕРИМОСТТЬ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30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A865082-76DF-BEBA-E486-6B5F328BF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908" y="1935718"/>
            <a:ext cx="457200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072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4813" y="2604270"/>
            <a:ext cx="3596746" cy="697800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Модель адекватна объекту,	</a:t>
            </a:r>
            <a:br>
              <a:rPr lang="ru-RU" sz="2000" dirty="0"/>
            </a:br>
            <a:r>
              <a:rPr lang="ru-RU" sz="2000" dirty="0"/>
              <a:t> но результаты смещенные.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ПОСТРОЕНА. ЧТО ДАЛЬШЕ?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31</a:t>
            </a:fld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80583F05-5079-35D4-42FC-B3F3B1A864DF}"/>
              </a:ext>
            </a:extLst>
          </p:cNvPr>
          <p:cNvGrpSpPr/>
          <p:nvPr/>
        </p:nvGrpSpPr>
        <p:grpSpPr>
          <a:xfrm>
            <a:off x="1211212" y="1136138"/>
            <a:ext cx="5073522" cy="978412"/>
            <a:chOff x="1205937" y="1094579"/>
            <a:chExt cx="5431963" cy="1262859"/>
          </a:xfrm>
        </p:grpSpPr>
        <p:cxnSp>
          <p:nvCxnSpPr>
            <p:cNvPr id="6" name="Прямая со стрелкой 5">
              <a:extLst>
                <a:ext uri="{FF2B5EF4-FFF2-40B4-BE49-F238E27FC236}">
                  <a16:creationId xmlns:a16="http://schemas.microsoft.com/office/drawing/2014/main" id="{F8FB4BA0-BD29-0EA0-109F-A4BF8E094ED1}"/>
                </a:ext>
              </a:extLst>
            </p:cNvPr>
            <p:cNvCxnSpPr/>
            <p:nvPr/>
          </p:nvCxnSpPr>
          <p:spPr>
            <a:xfrm>
              <a:off x="1364456" y="1928813"/>
              <a:ext cx="1743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66A1935-9810-E33F-2257-E53CB66DEC10}"/>
                </a:ext>
              </a:extLst>
            </p:cNvPr>
            <p:cNvSpPr/>
            <p:nvPr/>
          </p:nvSpPr>
          <p:spPr>
            <a:xfrm>
              <a:off x="3186113" y="1471613"/>
              <a:ext cx="1471612" cy="885825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Какая-то модель</a:t>
              </a:r>
            </a:p>
          </p:txBody>
        </p:sp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95A799EA-A577-D9BA-B3DF-CE6FF6A7200D}"/>
                </a:ext>
              </a:extLst>
            </p:cNvPr>
            <p:cNvCxnSpPr/>
            <p:nvPr/>
          </p:nvCxnSpPr>
          <p:spPr>
            <a:xfrm>
              <a:off x="4788693" y="1928813"/>
              <a:ext cx="1743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6E8DBC-C6F2-D92E-806A-CDBB4A9F50D0}"/>
                </a:ext>
              </a:extLst>
            </p:cNvPr>
            <p:cNvSpPr txBox="1"/>
            <p:nvPr/>
          </p:nvSpPr>
          <p:spPr>
            <a:xfrm>
              <a:off x="1205937" y="1094579"/>
              <a:ext cx="1980176" cy="834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Какие-никакие параметры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FD15BC-C79F-CDFA-47C1-7B6E512E4C0F}"/>
                </a:ext>
              </a:extLst>
            </p:cNvPr>
            <p:cNvSpPr txBox="1"/>
            <p:nvPr/>
          </p:nvSpPr>
          <p:spPr>
            <a:xfrm>
              <a:off x="5247251" y="1113482"/>
              <a:ext cx="13906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Какие-то результаты</a:t>
              </a:r>
            </a:p>
          </p:txBody>
        </p:sp>
      </p:grpSp>
      <p:sp>
        <p:nvSpPr>
          <p:cNvPr id="16" name="Дуга 15">
            <a:extLst>
              <a:ext uri="{FF2B5EF4-FFF2-40B4-BE49-F238E27FC236}">
                <a16:creationId xmlns:a16="http://schemas.microsoft.com/office/drawing/2014/main" id="{C6E8D8D8-753D-0746-35DA-E78D41FA3A3C}"/>
              </a:ext>
            </a:extLst>
          </p:cNvPr>
          <p:cNvSpPr/>
          <p:nvPr/>
        </p:nvSpPr>
        <p:spPr>
          <a:xfrm flipV="1">
            <a:off x="276225" y="3053044"/>
            <a:ext cx="2393156" cy="1007513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Дуга 16">
            <a:extLst>
              <a:ext uri="{FF2B5EF4-FFF2-40B4-BE49-F238E27FC236}">
                <a16:creationId xmlns:a16="http://schemas.microsoft.com/office/drawing/2014/main" id="{43FBFF44-7AEE-3288-7A74-2ABEAC02B658}"/>
              </a:ext>
            </a:extLst>
          </p:cNvPr>
          <p:cNvSpPr/>
          <p:nvPr/>
        </p:nvSpPr>
        <p:spPr>
          <a:xfrm flipV="1">
            <a:off x="276225" y="3371568"/>
            <a:ext cx="2393156" cy="1007513"/>
          </a:xfrm>
          <a:prstGeom prst="arc">
            <a:avLst/>
          </a:prstGeom>
          <a:ln>
            <a:solidFill>
              <a:srgbClr val="0070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25218E05-F428-9977-89C2-11D8B5D3793D}"/>
              </a:ext>
            </a:extLst>
          </p:cNvPr>
          <p:cNvGrpSpPr/>
          <p:nvPr/>
        </p:nvGrpSpPr>
        <p:grpSpPr>
          <a:xfrm>
            <a:off x="1088886" y="3362281"/>
            <a:ext cx="2734817" cy="1412125"/>
            <a:chOff x="1088886" y="3362281"/>
            <a:chExt cx="2734817" cy="1412125"/>
          </a:xfrm>
        </p:grpSpPr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584BC2EE-31F7-5160-F164-1EAF3116DB32}"/>
                </a:ext>
              </a:extLst>
            </p:cNvPr>
            <p:cNvCxnSpPr/>
            <p:nvPr/>
          </p:nvCxnSpPr>
          <p:spPr>
            <a:xfrm>
              <a:off x="1088886" y="4622006"/>
              <a:ext cx="25472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4CDE4D22-39EF-6E96-D276-C81C03C25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286" y="3378994"/>
              <a:ext cx="0" cy="13954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3F3228-DB48-801E-C730-380BBA89106D}"/>
                </a:ext>
              </a:extLst>
            </p:cNvPr>
            <p:cNvSpPr txBox="1"/>
            <p:nvPr/>
          </p:nvSpPr>
          <p:spPr>
            <a:xfrm>
              <a:off x="2669381" y="3362281"/>
              <a:ext cx="11203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C00000"/>
                  </a:solidFill>
                </a:rPr>
                <a:t>модель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9BE053-0E09-243A-C867-21C0E6BD17E2}"/>
                </a:ext>
              </a:extLst>
            </p:cNvPr>
            <p:cNvSpPr txBox="1"/>
            <p:nvPr/>
          </p:nvSpPr>
          <p:spPr>
            <a:xfrm>
              <a:off x="2703373" y="3814341"/>
              <a:ext cx="11203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0070C0"/>
                  </a:solidFill>
                </a:rPr>
                <a:t>факт</a:t>
              </a:r>
            </a:p>
          </p:txBody>
        </p:sp>
      </p:grpSp>
      <p:sp>
        <p:nvSpPr>
          <p:cNvPr id="20" name="Текст 4">
            <a:extLst>
              <a:ext uri="{FF2B5EF4-FFF2-40B4-BE49-F238E27FC236}">
                <a16:creationId xmlns:a16="http://schemas.microsoft.com/office/drawing/2014/main" id="{6A4EDE75-739C-325E-8B29-A637FC4C6C91}"/>
              </a:ext>
            </a:extLst>
          </p:cNvPr>
          <p:cNvSpPr txBox="1">
            <a:spLocks/>
          </p:cNvSpPr>
          <p:nvPr/>
        </p:nvSpPr>
        <p:spPr>
          <a:xfrm>
            <a:off x="4501559" y="2544059"/>
            <a:ext cx="3936548" cy="69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Модель совпадает в точке,	</a:t>
            </a:r>
            <a:br>
              <a:rPr lang="ru-RU" sz="2000" dirty="0"/>
            </a:br>
            <a:r>
              <a:rPr lang="ru-RU" sz="2000" dirty="0"/>
              <a:t> но адекватности нет. 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0042F15F-A561-94B7-4661-71449BDBF3CA}"/>
              </a:ext>
            </a:extLst>
          </p:cNvPr>
          <p:cNvGrpSpPr/>
          <p:nvPr/>
        </p:nvGrpSpPr>
        <p:grpSpPr>
          <a:xfrm>
            <a:off x="4601230" y="3226594"/>
            <a:ext cx="2734817" cy="1612344"/>
            <a:chOff x="1088886" y="3378994"/>
            <a:chExt cx="2734817" cy="1612344"/>
          </a:xfrm>
        </p:grpSpPr>
        <p:cxnSp>
          <p:nvCxnSpPr>
            <p:cNvPr id="23" name="Прямая со стрелкой 22">
              <a:extLst>
                <a:ext uri="{FF2B5EF4-FFF2-40B4-BE49-F238E27FC236}">
                  <a16:creationId xmlns:a16="http://schemas.microsoft.com/office/drawing/2014/main" id="{8AAB1A3C-3B31-22AA-BBD2-26AD7F7559D6}"/>
                </a:ext>
              </a:extLst>
            </p:cNvPr>
            <p:cNvCxnSpPr/>
            <p:nvPr/>
          </p:nvCxnSpPr>
          <p:spPr>
            <a:xfrm>
              <a:off x="1088886" y="4622006"/>
              <a:ext cx="25472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B27F5CDE-222F-654C-9A05-4761B56FF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286" y="3378994"/>
              <a:ext cx="0" cy="13954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07593E-681F-94F8-42D0-AB8973AF6581}"/>
                </a:ext>
              </a:extLst>
            </p:cNvPr>
            <p:cNvSpPr txBox="1"/>
            <p:nvPr/>
          </p:nvSpPr>
          <p:spPr>
            <a:xfrm>
              <a:off x="2512385" y="4622006"/>
              <a:ext cx="11203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C00000"/>
                  </a:solidFill>
                </a:rPr>
                <a:t>модель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D7C101F-069F-674C-02F4-8255528F75B3}"/>
                </a:ext>
              </a:extLst>
            </p:cNvPr>
            <p:cNvSpPr txBox="1"/>
            <p:nvPr/>
          </p:nvSpPr>
          <p:spPr>
            <a:xfrm>
              <a:off x="2703373" y="3814341"/>
              <a:ext cx="11203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0070C0"/>
                  </a:solidFill>
                </a:rPr>
                <a:t>факт</a:t>
              </a:r>
            </a:p>
          </p:txBody>
        </p:sp>
      </p:grpSp>
      <p:sp>
        <p:nvSpPr>
          <p:cNvPr id="27" name="Дуга 26">
            <a:extLst>
              <a:ext uri="{FF2B5EF4-FFF2-40B4-BE49-F238E27FC236}">
                <a16:creationId xmlns:a16="http://schemas.microsoft.com/office/drawing/2014/main" id="{E7A09B60-3885-DFF6-E276-9C3727DF54A0}"/>
              </a:ext>
            </a:extLst>
          </p:cNvPr>
          <p:cNvSpPr/>
          <p:nvPr/>
        </p:nvSpPr>
        <p:spPr>
          <a:xfrm>
            <a:off x="3634442" y="3991313"/>
            <a:ext cx="2393156" cy="1339329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Дуга 27">
            <a:extLst>
              <a:ext uri="{FF2B5EF4-FFF2-40B4-BE49-F238E27FC236}">
                <a16:creationId xmlns:a16="http://schemas.microsoft.com/office/drawing/2014/main" id="{7D72601D-485B-C802-9DB1-424E6193706C}"/>
              </a:ext>
            </a:extLst>
          </p:cNvPr>
          <p:cNvSpPr/>
          <p:nvPr/>
        </p:nvSpPr>
        <p:spPr>
          <a:xfrm flipV="1">
            <a:off x="3792449" y="3269550"/>
            <a:ext cx="2393156" cy="1007513"/>
          </a:xfrm>
          <a:prstGeom prst="arc">
            <a:avLst/>
          </a:prstGeom>
          <a:ln>
            <a:solidFill>
              <a:srgbClr val="0070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CE4125FA-120F-E5A4-5727-31D0C5844190}"/>
              </a:ext>
            </a:extLst>
          </p:cNvPr>
          <p:cNvSpPr/>
          <p:nvPr/>
        </p:nvSpPr>
        <p:spPr>
          <a:xfrm>
            <a:off x="5635292" y="4171508"/>
            <a:ext cx="79518" cy="1055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0665DBE-21A2-0482-C15F-4C4DFA6A7D7D}"/>
              </a:ext>
            </a:extLst>
          </p:cNvPr>
          <p:cNvCxnSpPr/>
          <p:nvPr/>
        </p:nvCxnSpPr>
        <p:spPr>
          <a:xfrm flipV="1">
            <a:off x="5679091" y="4029076"/>
            <a:ext cx="0" cy="547687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D7B4C32-4F2E-D9FC-CAC8-9AC224DABA5E}"/>
              </a:ext>
            </a:extLst>
          </p:cNvPr>
          <p:cNvCxnSpPr>
            <a:cxnSpLocks/>
          </p:cNvCxnSpPr>
          <p:nvPr/>
        </p:nvCxnSpPr>
        <p:spPr>
          <a:xfrm flipV="1">
            <a:off x="2145316" y="3731613"/>
            <a:ext cx="0" cy="1011836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Овал 33">
            <a:extLst>
              <a:ext uri="{FF2B5EF4-FFF2-40B4-BE49-F238E27FC236}">
                <a16:creationId xmlns:a16="http://schemas.microsoft.com/office/drawing/2014/main" id="{E683537E-0D6E-2B7D-7CA5-442E71B6FB84}"/>
              </a:ext>
            </a:extLst>
          </p:cNvPr>
          <p:cNvSpPr/>
          <p:nvPr/>
        </p:nvSpPr>
        <p:spPr>
          <a:xfrm>
            <a:off x="2082620" y="3893062"/>
            <a:ext cx="90678" cy="1285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17D49343-F5F5-B418-99D7-6FF0674949E2}"/>
              </a:ext>
            </a:extLst>
          </p:cNvPr>
          <p:cNvSpPr/>
          <p:nvPr/>
        </p:nvSpPr>
        <p:spPr>
          <a:xfrm>
            <a:off x="2099977" y="4245206"/>
            <a:ext cx="90678" cy="128588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9212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4" y="1152145"/>
            <a:ext cx="8429483" cy="956792"/>
          </a:xfrm>
        </p:spPr>
        <p:txBody>
          <a:bodyPr>
            <a:normAutofit fontScale="92500"/>
          </a:bodyPr>
          <a:lstStyle/>
          <a:p>
            <a:r>
              <a:rPr lang="ru-RU" sz="2000" dirty="0"/>
              <a:t>Проблема: Мало точек валидации – нет доверия к модели.</a:t>
            </a:r>
          </a:p>
          <a:p>
            <a:r>
              <a:rPr lang="ru-RU" sz="2000" dirty="0"/>
              <a:t>Много точек валидации – зачем тогда нужна модель? Машинное обучение!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ВАЛИДАЦИЯ МОДЕЛИ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32</a:t>
            </a:fld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6A7F73C1-42EF-7968-6A0D-85A8245076D9}"/>
              </a:ext>
            </a:extLst>
          </p:cNvPr>
          <p:cNvGrpSpPr/>
          <p:nvPr/>
        </p:nvGrpSpPr>
        <p:grpSpPr>
          <a:xfrm>
            <a:off x="499029" y="1738396"/>
            <a:ext cx="6124349" cy="3150658"/>
            <a:chOff x="499029" y="1738396"/>
            <a:chExt cx="6124349" cy="3150658"/>
          </a:xfrm>
        </p:grpSpPr>
        <p:sp>
          <p:nvSpPr>
            <p:cNvPr id="13" name="Дуга 12">
              <a:extLst>
                <a:ext uri="{FF2B5EF4-FFF2-40B4-BE49-F238E27FC236}">
                  <a16:creationId xmlns:a16="http://schemas.microsoft.com/office/drawing/2014/main" id="{60E79207-2574-F908-F1F7-5CA05AA6BE22}"/>
                </a:ext>
              </a:extLst>
            </p:cNvPr>
            <p:cNvSpPr/>
            <p:nvPr/>
          </p:nvSpPr>
          <p:spPr>
            <a:xfrm flipV="1">
              <a:off x="499029" y="1738396"/>
              <a:ext cx="4292031" cy="2353217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0CC37D56-3F34-F4C1-E826-51E0321B740F}"/>
                </a:ext>
              </a:extLst>
            </p:cNvPr>
            <p:cNvGrpSpPr/>
            <p:nvPr/>
          </p:nvGrpSpPr>
          <p:grpSpPr>
            <a:xfrm>
              <a:off x="2236634" y="2434045"/>
              <a:ext cx="4386744" cy="2455009"/>
              <a:chOff x="2165685" y="1980772"/>
              <a:chExt cx="4386744" cy="2455009"/>
            </a:xfrm>
          </p:grpSpPr>
          <p:grpSp>
            <p:nvGrpSpPr>
              <p:cNvPr id="3" name="Группа 2">
                <a:extLst>
                  <a:ext uri="{FF2B5EF4-FFF2-40B4-BE49-F238E27FC236}">
                    <a16:creationId xmlns:a16="http://schemas.microsoft.com/office/drawing/2014/main" id="{87692656-1C8D-E7F0-F91D-AA346603DD76}"/>
                  </a:ext>
                </a:extLst>
              </p:cNvPr>
              <p:cNvGrpSpPr/>
              <p:nvPr/>
            </p:nvGrpSpPr>
            <p:grpSpPr>
              <a:xfrm>
                <a:off x="2165685" y="1980772"/>
                <a:ext cx="4386744" cy="2455009"/>
                <a:chOff x="1088886" y="3378994"/>
                <a:chExt cx="3211581" cy="1395412"/>
              </a:xfrm>
            </p:grpSpPr>
            <p:cxnSp>
              <p:nvCxnSpPr>
                <p:cNvPr id="6" name="Прямая со стрелкой 5">
                  <a:extLst>
                    <a:ext uri="{FF2B5EF4-FFF2-40B4-BE49-F238E27FC236}">
                      <a16:creationId xmlns:a16="http://schemas.microsoft.com/office/drawing/2014/main" id="{6099CCF3-F435-A708-DC2D-62A020FABB27}"/>
                    </a:ext>
                  </a:extLst>
                </p:cNvPr>
                <p:cNvCxnSpPr/>
                <p:nvPr/>
              </p:nvCxnSpPr>
              <p:spPr>
                <a:xfrm>
                  <a:off x="1088886" y="4622006"/>
                  <a:ext cx="254728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Прямая со стрелкой 6">
                  <a:extLst>
                    <a:ext uri="{FF2B5EF4-FFF2-40B4-BE49-F238E27FC236}">
                      <a16:creationId xmlns:a16="http://schemas.microsoft.com/office/drawing/2014/main" id="{A7A63A4F-8F6B-A087-F817-02FC65F083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41286" y="3378994"/>
                  <a:ext cx="0" cy="139541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55F944A-33C6-08F3-E70A-B1D517F0279A}"/>
                    </a:ext>
                  </a:extLst>
                </p:cNvPr>
                <p:cNvSpPr txBox="1"/>
                <p:nvPr/>
              </p:nvSpPr>
              <p:spPr>
                <a:xfrm>
                  <a:off x="2959008" y="3595138"/>
                  <a:ext cx="11203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dirty="0">
                      <a:solidFill>
                        <a:srgbClr val="C00000"/>
                      </a:solidFill>
                    </a:rPr>
                    <a:t>модель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FABA9BC-BEB7-1FFD-B1D3-C0FCB6164739}"/>
                    </a:ext>
                  </a:extLst>
                </p:cNvPr>
                <p:cNvSpPr txBox="1"/>
                <p:nvPr/>
              </p:nvSpPr>
              <p:spPr>
                <a:xfrm>
                  <a:off x="3180137" y="4201302"/>
                  <a:ext cx="112033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dirty="0">
                      <a:solidFill>
                        <a:srgbClr val="0070C0"/>
                      </a:solidFill>
                    </a:rPr>
                    <a:t>факт</a:t>
                  </a:r>
                </a:p>
              </p:txBody>
            </p:sp>
          </p:grp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5D96DB8F-E6BE-28DB-E28A-90399182F12B}"/>
                  </a:ext>
                </a:extLst>
              </p:cNvPr>
              <p:cNvSpPr/>
              <p:nvPr/>
            </p:nvSpPr>
            <p:spPr>
              <a:xfrm>
                <a:off x="3028665" y="3556831"/>
                <a:ext cx="123858" cy="154109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C33EA86C-4062-0F10-959C-95A3CFB6226F}"/>
                  </a:ext>
                </a:extLst>
              </p:cNvPr>
              <p:cNvSpPr/>
              <p:nvPr/>
            </p:nvSpPr>
            <p:spPr>
              <a:xfrm>
                <a:off x="3690155" y="3379059"/>
                <a:ext cx="123858" cy="154109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D474C71E-3C84-F2CD-0714-62171BC4477E}"/>
                  </a:ext>
                </a:extLst>
              </p:cNvPr>
              <p:cNvSpPr/>
              <p:nvPr/>
            </p:nvSpPr>
            <p:spPr>
              <a:xfrm>
                <a:off x="4324287" y="3054168"/>
                <a:ext cx="123858" cy="154109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2" name="Прямая со стрелкой 21">
                <a:extLst>
                  <a:ext uri="{FF2B5EF4-FFF2-40B4-BE49-F238E27FC236}">
                    <a16:creationId xmlns:a16="http://schemas.microsoft.com/office/drawing/2014/main" id="{96DA8A03-F731-AAAB-AC2F-58EC331EE2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01051" y="3189797"/>
                <a:ext cx="514890" cy="336915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 стрелкой 22">
                <a:extLst>
                  <a:ext uri="{FF2B5EF4-FFF2-40B4-BE49-F238E27FC236}">
                    <a16:creationId xmlns:a16="http://schemas.microsoft.com/office/drawing/2014/main" id="{97714BE3-CDF9-FB52-10CA-500E842BBF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03739" y="3512321"/>
                <a:ext cx="1112202" cy="126019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 стрелкой 25">
                <a:extLst>
                  <a:ext uri="{FF2B5EF4-FFF2-40B4-BE49-F238E27FC236}">
                    <a16:creationId xmlns:a16="http://schemas.microsoft.com/office/drawing/2014/main" id="{CCB12E59-B574-0003-9420-4C132F66D2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226761" y="3664994"/>
                <a:ext cx="1801759" cy="69006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Овал 9">
            <a:extLst>
              <a:ext uri="{FF2B5EF4-FFF2-40B4-BE49-F238E27FC236}">
                <a16:creationId xmlns:a16="http://schemas.microsoft.com/office/drawing/2014/main" id="{A04D58F9-7302-7026-2B93-1FD610B7B3E5}"/>
              </a:ext>
            </a:extLst>
          </p:cNvPr>
          <p:cNvSpPr/>
          <p:nvPr/>
        </p:nvSpPr>
        <p:spPr>
          <a:xfrm>
            <a:off x="4653203" y="3157788"/>
            <a:ext cx="123858" cy="154109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C869411-A214-C80A-41CE-FC868A2438E4}"/>
              </a:ext>
            </a:extLst>
          </p:cNvPr>
          <p:cNvCxnSpPr>
            <a:cxnSpLocks/>
          </p:cNvCxnSpPr>
          <p:nvPr/>
        </p:nvCxnSpPr>
        <p:spPr>
          <a:xfrm flipH="1" flipV="1">
            <a:off x="4825499" y="3370858"/>
            <a:ext cx="375071" cy="59473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010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299" y="1152144"/>
            <a:ext cx="7912719" cy="3474719"/>
          </a:xfrm>
        </p:spPr>
        <p:txBody>
          <a:bodyPr>
            <a:normAutofit/>
          </a:bodyPr>
          <a:lstStyle/>
          <a:p>
            <a:r>
              <a:rPr lang="ru-RU" sz="2000" dirty="0"/>
              <a:t>Модель работает хорошо только в окрестностях точек валидации.</a:t>
            </a:r>
          </a:p>
          <a:p>
            <a:endParaRPr lang="ru-RU" sz="2000" dirty="0"/>
          </a:p>
          <a:p>
            <a:r>
              <a:rPr lang="ru-RU" sz="2000" dirty="0"/>
              <a:t>А что если устремить параметры к предельным значениям?</a:t>
            </a:r>
          </a:p>
          <a:p>
            <a:r>
              <a:rPr lang="ru-RU" sz="2000" dirty="0"/>
              <a:t>– Получим асимптотическую модель. </a:t>
            </a:r>
          </a:p>
          <a:p>
            <a:endParaRPr lang="ru-RU" sz="2000" dirty="0"/>
          </a:p>
          <a:p>
            <a:r>
              <a:rPr lang="ru-RU" sz="2000" dirty="0"/>
              <a:t>Асимптотические модели  наиболее полезные. Тонкая настройка – достаточно редкое применение моделей ВС.  Гораздо чаще нужны оценки </a:t>
            </a:r>
            <a:r>
              <a:rPr lang="ru-RU" sz="2000"/>
              <a:t>предельных характеристик.</a:t>
            </a:r>
            <a:endParaRPr lang="ru-RU" sz="2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АСИМПТОТИЧЕСКИЕ МОДЕЛИ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33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152144"/>
            <a:ext cx="8098314" cy="3474719"/>
          </a:xfrm>
        </p:spPr>
        <p:txBody>
          <a:bodyPr>
            <a:normAutofit/>
          </a:bodyPr>
          <a:lstStyle/>
          <a:p>
            <a:r>
              <a:rPr lang="ru-RU" sz="2000" dirty="0"/>
              <a:t>Асимптотической моделью называется математическая модель, полученная как частный случай из некоторой более общей модели в результате определенного процесса дедукции. Термин «асимптотическая модель» также употребляется и в узком смысле по отношению к результирующей математической модели, получаемой на основе асимптотического анализа некоторой исходной математической модели..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АСИМПТОТИЧЕСКАЯ МОДЕЛЬ: ОПРЕДЕЛЕНИЕ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D11B7-4E62-78D4-37DA-E7D4A324E820}"/>
              </a:ext>
            </a:extLst>
          </p:cNvPr>
          <p:cNvSpPr txBox="1"/>
          <p:nvPr/>
        </p:nvSpPr>
        <p:spPr>
          <a:xfrm>
            <a:off x="1024569" y="4435614"/>
            <a:ext cx="7572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70C0"/>
                </a:solidFill>
              </a:rPr>
              <a:t>https://mechmath.ipmnet.ru/math/asympt/interest/papers/Argatov2006ru.pdf</a:t>
            </a:r>
          </a:p>
        </p:txBody>
      </p:sp>
    </p:spTree>
    <p:extLst>
      <p:ext uri="{BB962C8B-B14F-4D97-AF65-F5344CB8AC3E}">
        <p14:creationId xmlns:p14="http://schemas.microsoft.com/office/powerpoint/2010/main" val="3232877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9705" y="1152144"/>
            <a:ext cx="8098314" cy="3474719"/>
          </a:xfrm>
        </p:spPr>
        <p:txBody>
          <a:bodyPr>
            <a:normAutofit/>
          </a:bodyPr>
          <a:lstStyle/>
          <a:p>
            <a:r>
              <a:rPr lang="ru-RU" sz="2000"/>
              <a:t>«Мы пользуемся асимптотическими методами не только при решении сформулированных задач, но и при постановке задач и вообще в</a:t>
            </a:r>
          </a:p>
          <a:p>
            <a:r>
              <a:rPr lang="ru-RU" sz="2000"/>
              <a:t>процессе познания мира», заключает, что «моделирование тоже имеет асимптотический характер, а асимптотика — не только инструмент, но и объект исследования».</a:t>
            </a:r>
          </a:p>
          <a:p>
            <a:pPr algn="r"/>
            <a:r>
              <a:rPr lang="ru-RU" sz="2000"/>
              <a:t>(«Об асимптотологии». Р.Г.Баранцев)</a:t>
            </a:r>
            <a:endParaRPr lang="ru-RU" sz="2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АСИМПТОТИЧЕСКАЯ МОДЕЛЬ: ЦИТАТА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B0AE16-2572-DC88-A0C6-1C4CED469FB7}"/>
              </a:ext>
            </a:extLst>
          </p:cNvPr>
          <p:cNvSpPr txBox="1"/>
          <p:nvPr/>
        </p:nvSpPr>
        <p:spPr>
          <a:xfrm>
            <a:off x="1024569" y="4435614"/>
            <a:ext cx="7572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70C0"/>
                </a:solidFill>
              </a:rPr>
              <a:t>https://mechmath.ipmnet.ru/math/asympt/interest/papers/Argatov2006ru.pdf</a:t>
            </a:r>
          </a:p>
        </p:txBody>
      </p:sp>
    </p:spTree>
    <p:extLst>
      <p:ext uri="{BB962C8B-B14F-4D97-AF65-F5344CB8AC3E}">
        <p14:creationId xmlns:p14="http://schemas.microsoft.com/office/powerpoint/2010/main" val="375857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653" y="1152144"/>
            <a:ext cx="3674369" cy="3474719"/>
          </a:xfrm>
        </p:spPr>
        <p:txBody>
          <a:bodyPr>
            <a:normAutofit/>
          </a:bodyPr>
          <a:lstStyle/>
          <a:p>
            <a:r>
              <a:rPr lang="ru-RU" sz="2000" dirty="0"/>
              <a:t>Дорожная развязка ухудшила транспортную доступность микрорайона.</a:t>
            </a:r>
          </a:p>
          <a:p>
            <a:r>
              <a:rPr lang="ru-RU" sz="2000" dirty="0"/>
              <a:t>Причина: Проектировщики не учли, что у  сотрудников компаний в коммерческой зоне «Пулково 2» рабочий день заканчивается одновременно.  </a:t>
            </a:r>
          </a:p>
          <a:p>
            <a:r>
              <a:rPr lang="ru-RU" sz="2000" dirty="0"/>
              <a:t>Проектировали в расчете на средние потоки транспорта.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АСИМПТОТИЧЕСКАЯ МОДЕЛЬ: АКТУАЛЬНОСТЬ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36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B02131-A445-FCD0-3E6A-91BE255AD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022" y="1133419"/>
            <a:ext cx="5065977" cy="32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13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843" y="1152144"/>
            <a:ext cx="7963176" cy="34747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dirty="0"/>
              <a:t>Моделирование требуется, если натурные эксперименты невозможны или нецелесообразны.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Модели нужны для исследования объектов путем проведения экспериментов с варьированием параметров.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Параметризация моделей может проводиться на основе данных мониторинга или в предположении случайного распределения.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Для того, чтобы моделями можно было пользоваться, необходима валидация.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Асимптотические модели позволяют оценить стрессоустойчивость исследуемого объекта. 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37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0783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843" y="1152144"/>
            <a:ext cx="4917990" cy="324686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dirty="0"/>
              <a:t>Алиев Т.И. Основы моделирования дискретных систем. – СПб: СПбГУ ИТМО, 2009. – 363 с</a:t>
            </a:r>
            <a:r>
              <a:rPr lang="en-US" sz="2000" dirty="0"/>
              <a:t>https://books.ifmo.ru/file/pdf/466.pdf</a:t>
            </a:r>
            <a:r>
              <a:rPr lang="ru-RU" sz="2000" dirty="0"/>
              <a:t>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38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26" name="Picture 2" descr="Алиев Т.И. Основы моделирования дискретных систем">
            <a:extLst>
              <a:ext uri="{FF2B5EF4-FFF2-40B4-BE49-F238E27FC236}">
                <a16:creationId xmlns:a16="http://schemas.microsoft.com/office/drawing/2014/main" id="{3E9715DE-57B5-1FBE-C588-171732EFD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833" y="841688"/>
            <a:ext cx="2957641" cy="419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311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843" y="1152144"/>
            <a:ext cx="4917990" cy="324686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ru-RU" sz="2000" dirty="0"/>
              <a:t>О.В. </a:t>
            </a:r>
            <a:r>
              <a:rPr lang="ru-RU" sz="2000" dirty="0" err="1"/>
              <a:t>Лимановская</a:t>
            </a:r>
            <a:r>
              <a:rPr lang="ru-RU" sz="2000" dirty="0"/>
              <a:t>.</a:t>
            </a:r>
            <a:r>
              <a:rPr lang="en-US" sz="2000" dirty="0"/>
              <a:t> </a:t>
            </a:r>
            <a:r>
              <a:rPr lang="ru-RU" sz="2000" dirty="0"/>
              <a:t>Имитационное моделирование в </a:t>
            </a:r>
            <a:r>
              <a:rPr lang="ru-RU" sz="2000" dirty="0" err="1"/>
              <a:t>AnyLogic</a:t>
            </a:r>
            <a:r>
              <a:rPr lang="ru-RU" sz="2000" dirty="0"/>
              <a:t> 7 в 2 частях. Часть 1: учебное пособие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247672"/>
            <a:ext cx="7351776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7E6D2-7F4C-AF16-05CD-A2B29A83CD81}"/>
              </a:ext>
            </a:extLst>
          </p:cNvPr>
          <p:cNvSpPr txBox="1"/>
          <p:nvPr/>
        </p:nvSpPr>
        <p:spPr>
          <a:xfrm>
            <a:off x="8596992" y="4774168"/>
            <a:ext cx="547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92B0DBE-8321-4913-83F3-D36054740A10}" type="slidenum">
              <a:rPr lang="ru-RU" smtClean="0">
                <a:solidFill>
                  <a:schemeClr val="bg1"/>
                </a:solidFill>
              </a:rPr>
              <a:pPr algn="r"/>
              <a:t>39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050" name="Picture 2" descr="Имитационное моделирование в AnyLogic 7 в 2 частях. Часть 1: учебное пособие">
            <a:extLst>
              <a:ext uri="{FF2B5EF4-FFF2-40B4-BE49-F238E27FC236}">
                <a16:creationId xmlns:a16="http://schemas.microsoft.com/office/drawing/2014/main" id="{3E43A20B-5AB5-4E60-D575-B3460FACC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271" y="965531"/>
            <a:ext cx="3335886" cy="381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2757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8344"/>
            <a:ext cx="8229600" cy="1247887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Вопросы?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612293" y="4468762"/>
            <a:ext cx="2182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bessmertny</a:t>
            </a:r>
            <a:r>
              <a:rPr lang="en-US" dirty="0" err="1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@</a:t>
            </a:r>
            <a:r>
              <a:rPr lang="en-US" err="1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itmo</a:t>
            </a:r>
            <a:r>
              <a:rPr lang="en-US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.ru</a:t>
            </a:r>
            <a:endParaRPr lang="ru-RU" dirty="0">
              <a:solidFill>
                <a:schemeClr val="bg1"/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10499</TotalTime>
  <Words>1190</Words>
  <Application>Microsoft Office PowerPoint</Application>
  <PresentationFormat>Экран (16:9)</PresentationFormat>
  <Paragraphs>235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7" baseType="lpstr">
      <vt:lpstr>ALS Gorizont Bold Expanded</vt:lpstr>
      <vt:lpstr>Arial</vt:lpstr>
      <vt:lpstr>Calibri</vt:lpstr>
      <vt:lpstr>Golos Text</vt:lpstr>
      <vt:lpstr>Golos Text DemiBold</vt:lpstr>
      <vt:lpstr>Times New Roman</vt:lpstr>
      <vt:lpstr>Тема1</vt:lpstr>
      <vt:lpstr>Моделирование Лекция 1. Мотивация </vt:lpstr>
      <vt:lpstr>ПЛАН</vt:lpstr>
      <vt:lpstr>ИСТОРИЯ. ВСЕГО ОДИН ПРИМЕР</vt:lpstr>
      <vt:lpstr>ПОНЯТИЙНЫЙ АППАРАТ</vt:lpstr>
      <vt:lpstr>ПОНЯТИЙНЫЙ АППАРАТ (2)</vt:lpstr>
      <vt:lpstr>ПОНЯТИЙНЫЙ АППАРАТ (3)</vt:lpstr>
      <vt:lpstr>ЧТО ОБЩЕГО?</vt:lpstr>
      <vt:lpstr>ПОЧЕМУ ЭТО ТОЖЕ МОДЕЛЬ?</vt:lpstr>
      <vt:lpstr>И ЭТО МОДЕЛЬ?</vt:lpstr>
      <vt:lpstr>И ЭТО МОДЕЛЬ?</vt:lpstr>
      <vt:lpstr>ОПРЕДЕЛЕНИЕ</vt:lpstr>
      <vt:lpstr>(АНТИ)МОДЕЛЬ</vt:lpstr>
      <vt:lpstr>ЗАЧЕМ НУЖНЫ МОДЕЛИ?</vt:lpstr>
      <vt:lpstr>ЗАЧЕМ НУЖНЫ МОДЕЛИ?</vt:lpstr>
      <vt:lpstr>ЗАЧЕМ НУЖНЫ МОДЕЛИ?</vt:lpstr>
      <vt:lpstr>ЗАЧЕМ НУЖНЫ МОДЕЛИ?</vt:lpstr>
      <vt:lpstr>ЗАЧЕМ НУЖНЫ МОДЕЛИ?</vt:lpstr>
      <vt:lpstr>ЗАЧЕМ НУЖНЫ МОДЕЛИ?</vt:lpstr>
      <vt:lpstr>КЛАССИФИКАЦИЯ МОДЕЛЕЙ</vt:lpstr>
      <vt:lpstr>КЛАССИФИКАЦИЯ МОДЕЛЕЙ</vt:lpstr>
      <vt:lpstr>КЛАССИФИКАЦИЯ МОДЕЛЕЙ</vt:lpstr>
      <vt:lpstr>КЛАССИФИКАЦИЯ МОДЕЛЕЙ</vt:lpstr>
      <vt:lpstr>ФУНКЦИОНАЛЬНЫЕ МОДЕЛИ</vt:lpstr>
      <vt:lpstr>МОДЕЛИ – СИМУЛЯТОРЫ / ЭМУЛЯТОРЫ</vt:lpstr>
      <vt:lpstr>ТЕЗИС ЧЁРЧА – ТЬЮРИНГА </vt:lpstr>
      <vt:lpstr>МОДЕЛИ ПРОИЗВОДИТЕЛЬНОСТИ</vt:lpstr>
      <vt:lpstr>ТРЕБОВАНИЯ К МОДЕЛИ ПРОИЗВОДИТЕЛЬНОСТИ</vt:lpstr>
      <vt:lpstr>АДЕКВАТНОСТЬ МОДЕЛИ РЕАЛЬНОМУ ОБЪЕКТУ</vt:lpstr>
      <vt:lpstr>СТОИМОСТЬ МОДЕЛИРОВАНИЯ</vt:lpstr>
      <vt:lpstr>НАБЛЮДАЕМОСТЬ / ИЗМЕРИМОСТТЬ</vt:lpstr>
      <vt:lpstr>МОДЕЛЬ ПОСТРОЕНА. ЧТО ДАЛЬШЕ?</vt:lpstr>
      <vt:lpstr>ВАЛИДАЦИЯ МОДЕЛИ</vt:lpstr>
      <vt:lpstr>АСИМПТОТИЧЕСКИЕ МОДЕЛИ</vt:lpstr>
      <vt:lpstr>АСИМПТОТИЧЕСКАЯ МОДЕЛЬ: ОПРЕДЕЛЕНИЕ</vt:lpstr>
      <vt:lpstr>АСИМПТОТИЧЕСКАЯ МОДЕЛЬ: ЦИТАТА</vt:lpstr>
      <vt:lpstr>АСИМПТОТИЧЕСКАЯ МОДЕЛЬ: АКТУАЛЬНОСТЬ</vt:lpstr>
      <vt:lpstr>ВЫВОДЫ</vt:lpstr>
      <vt:lpstr>ЛИТЕРАТУРА</vt:lpstr>
      <vt:lpstr>ЛИТЕРАТУРА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Igor Bessmertny</cp:lastModifiedBy>
  <cp:revision>113</cp:revision>
  <dcterms:created xsi:type="dcterms:W3CDTF">2014-06-27T12:30:22Z</dcterms:created>
  <dcterms:modified xsi:type="dcterms:W3CDTF">2026-08-21T07:39:54Z</dcterms:modified>
</cp:coreProperties>
</file>