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28"/>
  </p:notesMasterIdLst>
  <p:sldIdLst>
    <p:sldId id="256" r:id="rId2"/>
    <p:sldId id="261" r:id="rId3"/>
    <p:sldId id="284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62" r:id="rId12"/>
    <p:sldId id="271" r:id="rId13"/>
    <p:sldId id="270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2" r:id="rId23"/>
    <p:sldId id="283" r:id="rId24"/>
    <p:sldId id="280" r:id="rId25"/>
    <p:sldId id="281" r:id="rId26"/>
    <p:sldId id="285" r:id="rId2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60" autoAdjust="0"/>
    <p:restoredTop sz="94600" autoAdjust="0"/>
  </p:normalViewPr>
  <p:slideViewPr>
    <p:cSldViewPr>
      <p:cViewPr varScale="1">
        <p:scale>
          <a:sx n="78" d="100"/>
          <a:sy n="78" d="100"/>
        </p:scale>
        <p:origin x="1531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26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Бессмертный Игорь Александрович" userId="4f489ec6-c9ca-4727-b2ff-e9e7b63d68f3" providerId="ADAL" clId="{71FEDAE9-FC3D-4892-A033-4EA816D00CAB}"/>
    <pc:docChg chg="modSld">
      <pc:chgData name="Бессмертный Игорь Александрович" userId="4f489ec6-c9ca-4727-b2ff-e9e7b63d68f3" providerId="ADAL" clId="{71FEDAE9-FC3D-4892-A033-4EA816D00CAB}" dt="2026-09-18T14:07:02.877" v="2" actId="1076"/>
      <pc:docMkLst>
        <pc:docMk/>
      </pc:docMkLst>
      <pc:sldChg chg="modSp mod">
        <pc:chgData name="Бессмертный Игорь Александрович" userId="4f489ec6-c9ca-4727-b2ff-e9e7b63d68f3" providerId="ADAL" clId="{71FEDAE9-FC3D-4892-A033-4EA816D00CAB}" dt="2026-09-18T14:07:02.877" v="2" actId="1076"/>
        <pc:sldMkLst>
          <pc:docMk/>
          <pc:sldMk cId="0" sldId="256"/>
        </pc:sldMkLst>
        <pc:spChg chg="mod">
          <ac:chgData name="Бессмертный Игорь Александрович" userId="4f489ec6-c9ca-4727-b2ff-e9e7b63d68f3" providerId="ADAL" clId="{71FEDAE9-FC3D-4892-A033-4EA816D00CAB}" dt="2026-09-18T14:06:53.101" v="0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71FEDAE9-FC3D-4892-A033-4EA816D00CAB}" dt="2026-09-18T14:07:02.877" v="2" actId="1076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82A92B-1F63-480D-807C-8826CEB50717}" type="doc">
      <dgm:prSet loTypeId="urn:microsoft.com/office/officeart/2005/8/layout/hierarchy1" loCatId="hierarchy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ru-RU"/>
        </a:p>
      </dgm:t>
    </dgm:pt>
    <dgm:pt modelId="{95F76D26-413A-4600-A789-3D36D2D6BC15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E0A3BDE5-027F-4B30-B5AF-B7293556F5DE}" type="parTrans" cxnId="{FEAC3513-03B4-4B0F-927B-5FE5AAFE3091}">
      <dgm:prSet/>
      <dgm:spPr>
        <a:ln>
          <a:solidFill>
            <a:srgbClr val="002060"/>
          </a:solidFill>
        </a:ln>
      </dgm:spPr>
      <dgm:t>
        <a:bodyPr/>
        <a:lstStyle/>
        <a:p>
          <a:endParaRPr lang="ru-RU"/>
        </a:p>
      </dgm:t>
    </dgm:pt>
    <dgm:pt modelId="{D33374EF-D11D-451D-91E1-8E5BE7081E2B}" type="sibTrans" cxnId="{FEAC3513-03B4-4B0F-927B-5FE5AAFE3091}">
      <dgm:prSet/>
      <dgm:spPr/>
      <dgm:t>
        <a:bodyPr/>
        <a:lstStyle/>
        <a:p>
          <a:endParaRPr lang="ru-RU"/>
        </a:p>
      </dgm:t>
    </dgm:pt>
    <dgm:pt modelId="{5BE5DF5F-331F-4F4D-8D0A-8FC904C7CBC3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058F3198-8DE7-4448-8940-BF69F9DD0DB2}" type="parTrans" cxnId="{7CD4AE7A-03F3-495A-BA77-AD276AE004BA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C5CF58A0-DE29-41B4-BBD3-CE4B7BA64C87}" type="sibTrans" cxnId="{7CD4AE7A-03F3-495A-BA77-AD276AE004BA}">
      <dgm:prSet/>
      <dgm:spPr/>
      <dgm:t>
        <a:bodyPr/>
        <a:lstStyle/>
        <a:p>
          <a:endParaRPr lang="ru-RU"/>
        </a:p>
      </dgm:t>
    </dgm:pt>
    <dgm:pt modelId="{2C6E1190-4467-4051-B00A-3AF75C2812DB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E97CD96E-804A-4AD4-AF5F-415D17CCA130}" type="parTrans" cxnId="{C6E5AA06-9C99-45EB-9B7B-4F9006999AA9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F3B4EB25-09BA-4A64-A40A-A93DCAF2A3D5}" type="sibTrans" cxnId="{C6E5AA06-9C99-45EB-9B7B-4F9006999AA9}">
      <dgm:prSet/>
      <dgm:spPr/>
      <dgm:t>
        <a:bodyPr/>
        <a:lstStyle/>
        <a:p>
          <a:endParaRPr lang="ru-RU"/>
        </a:p>
      </dgm:t>
    </dgm:pt>
    <dgm:pt modelId="{87785E6A-E265-40AF-92E3-6F37EAF4853C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03BE4073-00C2-4B3F-BE6E-75FF9D87CF66}" type="parTrans" cxnId="{57E8EA38-8B2E-448E-B185-5DA4407300F9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6906D24D-3D9D-4E02-BD66-725D77F2F9CF}" type="sibTrans" cxnId="{57E8EA38-8B2E-448E-B185-5DA4407300F9}">
      <dgm:prSet/>
      <dgm:spPr/>
      <dgm:t>
        <a:bodyPr/>
        <a:lstStyle/>
        <a:p>
          <a:endParaRPr lang="ru-RU"/>
        </a:p>
      </dgm:t>
    </dgm:pt>
    <dgm:pt modelId="{D43F3B2B-7EC4-4757-A07D-E8383491C8C4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E6B2EA82-26CF-4218-92BC-AACDE5E99D65}" type="parTrans" cxnId="{78271879-F72D-4023-99D8-E88501ABA10A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16B177D1-D6BE-45A6-902F-3B9104966E99}" type="sibTrans" cxnId="{78271879-F72D-4023-99D8-E88501ABA10A}">
      <dgm:prSet/>
      <dgm:spPr/>
      <dgm:t>
        <a:bodyPr/>
        <a:lstStyle/>
        <a:p>
          <a:endParaRPr lang="ru-RU"/>
        </a:p>
      </dgm:t>
    </dgm:pt>
    <dgm:pt modelId="{2C6259A7-6FB6-4043-8E20-1D19A67A7F9B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CDC6A708-B119-4061-966B-933C9394F31B}" type="parTrans" cxnId="{623AD610-4E46-4895-BAFF-84753BDD1638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54662317-2D73-432C-99C0-2894481630A7}" type="sibTrans" cxnId="{623AD610-4E46-4895-BAFF-84753BDD1638}">
      <dgm:prSet/>
      <dgm:spPr/>
      <dgm:t>
        <a:bodyPr/>
        <a:lstStyle/>
        <a:p>
          <a:endParaRPr lang="ru-RU"/>
        </a:p>
      </dgm:t>
    </dgm:pt>
    <dgm:pt modelId="{A1574131-9950-43D4-8CAA-D1DE0F813497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B33B8F04-46C7-4BD1-B355-E52BD94A58FC}" type="parTrans" cxnId="{2739B39D-8450-4689-BC01-04081F0AA5B4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282FB903-850F-404B-B498-47C785A9F1D1}" type="sibTrans" cxnId="{2739B39D-8450-4689-BC01-04081F0AA5B4}">
      <dgm:prSet/>
      <dgm:spPr/>
      <dgm:t>
        <a:bodyPr/>
        <a:lstStyle/>
        <a:p>
          <a:endParaRPr lang="ru-RU"/>
        </a:p>
      </dgm:t>
    </dgm:pt>
    <dgm:pt modelId="{66291382-7F2E-47D3-9577-3919FB0C481C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39D0050E-DA13-4D98-AB56-D4CF8914F161}" type="parTrans" cxnId="{8D0511CB-AA6D-42DC-BBA9-6C7B68F2CC6E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9852E1F2-6DFF-4D3C-9801-72B2F59B22B3}" type="sibTrans" cxnId="{8D0511CB-AA6D-42DC-BBA9-6C7B68F2CC6E}">
      <dgm:prSet/>
      <dgm:spPr/>
      <dgm:t>
        <a:bodyPr/>
        <a:lstStyle/>
        <a:p>
          <a:endParaRPr lang="ru-RU"/>
        </a:p>
      </dgm:t>
    </dgm:pt>
    <dgm:pt modelId="{595F96CA-F488-4FFF-BA0C-2AEBEC2CDFB0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A5450DE3-1258-47F8-82FF-091125228080}" type="parTrans" cxnId="{278E66FE-CB45-421B-8D58-E6664A4D932A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BD9E2692-E629-4294-A9CC-E91300F42EEC}" type="sibTrans" cxnId="{278E66FE-CB45-421B-8D58-E6664A4D932A}">
      <dgm:prSet/>
      <dgm:spPr/>
      <dgm:t>
        <a:bodyPr/>
        <a:lstStyle/>
        <a:p>
          <a:endParaRPr lang="ru-RU"/>
        </a:p>
      </dgm:t>
    </dgm:pt>
    <dgm:pt modelId="{553EDC4F-4D7E-4FCC-A810-3AB24EEC6554}" type="pres">
      <dgm:prSet presAssocID="{F582A92B-1F63-480D-807C-8826CEB5071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D8D14E1-4C9F-426B-9AD3-FFA92CE90619}" type="pres">
      <dgm:prSet presAssocID="{95F76D26-413A-4600-A789-3D36D2D6BC15}" presName="hierRoot1" presStyleCnt="0"/>
      <dgm:spPr/>
    </dgm:pt>
    <dgm:pt modelId="{7E4AD055-0F36-470C-A193-66672CF34DDF}" type="pres">
      <dgm:prSet presAssocID="{95F76D26-413A-4600-A789-3D36D2D6BC15}" presName="composite" presStyleCnt="0"/>
      <dgm:spPr/>
    </dgm:pt>
    <dgm:pt modelId="{D18AFFB3-DDA7-4873-8376-1A9571B90F4B}" type="pres">
      <dgm:prSet presAssocID="{95F76D26-413A-4600-A789-3D36D2D6BC15}" presName="background" presStyleLbl="node0" presStyleIdx="0" presStyleCnt="1"/>
      <dgm:spPr>
        <a:ln>
          <a:solidFill>
            <a:schemeClr val="accent6"/>
          </a:solidFill>
        </a:ln>
      </dgm:spPr>
    </dgm:pt>
    <dgm:pt modelId="{95C4C997-A996-4A6E-BC00-1304EFD1A932}" type="pres">
      <dgm:prSet presAssocID="{95F76D26-413A-4600-A789-3D36D2D6BC15}" presName="text" presStyleLbl="fgAcc0" presStyleIdx="0" presStyleCnt="1">
        <dgm:presLayoutVars>
          <dgm:chPref val="3"/>
        </dgm:presLayoutVars>
      </dgm:prSet>
      <dgm:spPr/>
    </dgm:pt>
    <dgm:pt modelId="{875FD88A-3854-411C-AF0B-DF1BB44CCA0F}" type="pres">
      <dgm:prSet presAssocID="{95F76D26-413A-4600-A789-3D36D2D6BC15}" presName="hierChild2" presStyleCnt="0"/>
      <dgm:spPr/>
    </dgm:pt>
    <dgm:pt modelId="{F0A0CF27-5DFD-4767-B8D5-8789479E20C2}" type="pres">
      <dgm:prSet presAssocID="{058F3198-8DE7-4448-8940-BF69F9DD0DB2}" presName="Name10" presStyleLbl="parChTrans1D2" presStyleIdx="0" presStyleCnt="3"/>
      <dgm:spPr/>
    </dgm:pt>
    <dgm:pt modelId="{48737549-6E0D-4DF7-8357-D40D4E7F8BD5}" type="pres">
      <dgm:prSet presAssocID="{5BE5DF5F-331F-4F4D-8D0A-8FC904C7CBC3}" presName="hierRoot2" presStyleCnt="0"/>
      <dgm:spPr/>
    </dgm:pt>
    <dgm:pt modelId="{EE87C76F-3E65-4803-99B0-E7301EBBF942}" type="pres">
      <dgm:prSet presAssocID="{5BE5DF5F-331F-4F4D-8D0A-8FC904C7CBC3}" presName="composite2" presStyleCnt="0"/>
      <dgm:spPr/>
    </dgm:pt>
    <dgm:pt modelId="{D2DE6225-7924-4AC2-BDAC-53082A6EFC0E}" type="pres">
      <dgm:prSet presAssocID="{5BE5DF5F-331F-4F4D-8D0A-8FC904C7CBC3}" presName="background2" presStyleLbl="node2" presStyleIdx="0" presStyleCnt="3"/>
      <dgm:spPr>
        <a:ln>
          <a:solidFill>
            <a:schemeClr val="accent6"/>
          </a:solidFill>
        </a:ln>
      </dgm:spPr>
    </dgm:pt>
    <dgm:pt modelId="{B3E792AB-97E0-4E7E-A285-4E6279FD7619}" type="pres">
      <dgm:prSet presAssocID="{5BE5DF5F-331F-4F4D-8D0A-8FC904C7CBC3}" presName="text2" presStyleLbl="fgAcc2" presStyleIdx="0" presStyleCnt="3">
        <dgm:presLayoutVars>
          <dgm:chPref val="3"/>
        </dgm:presLayoutVars>
      </dgm:prSet>
      <dgm:spPr/>
    </dgm:pt>
    <dgm:pt modelId="{95CE9D3C-8D67-48C4-8B0F-F06BEEA43034}" type="pres">
      <dgm:prSet presAssocID="{5BE5DF5F-331F-4F4D-8D0A-8FC904C7CBC3}" presName="hierChild3" presStyleCnt="0"/>
      <dgm:spPr/>
    </dgm:pt>
    <dgm:pt modelId="{47A57019-C6DF-45F3-85A8-4BBFD90AE503}" type="pres">
      <dgm:prSet presAssocID="{E97CD96E-804A-4AD4-AF5F-415D17CCA130}" presName="Name17" presStyleLbl="parChTrans1D3" presStyleIdx="0" presStyleCnt="3"/>
      <dgm:spPr/>
    </dgm:pt>
    <dgm:pt modelId="{F3800854-0029-4F35-B9BA-516E070AE4AF}" type="pres">
      <dgm:prSet presAssocID="{2C6E1190-4467-4051-B00A-3AF75C2812DB}" presName="hierRoot3" presStyleCnt="0"/>
      <dgm:spPr/>
    </dgm:pt>
    <dgm:pt modelId="{8F2923BD-12B8-4E74-A597-A0A4A8EBBAB2}" type="pres">
      <dgm:prSet presAssocID="{2C6E1190-4467-4051-B00A-3AF75C2812DB}" presName="composite3" presStyleCnt="0"/>
      <dgm:spPr/>
    </dgm:pt>
    <dgm:pt modelId="{7F113D5F-CA56-45CC-926C-5A43D0B6021B}" type="pres">
      <dgm:prSet presAssocID="{2C6E1190-4467-4051-B00A-3AF75C2812DB}" presName="background3" presStyleLbl="node3" presStyleIdx="0" presStyleCnt="3"/>
      <dgm:spPr>
        <a:ln>
          <a:solidFill>
            <a:schemeClr val="accent6"/>
          </a:solidFill>
        </a:ln>
      </dgm:spPr>
    </dgm:pt>
    <dgm:pt modelId="{F9CD4C7A-59D8-488C-A9A8-6C8E3A5AD228}" type="pres">
      <dgm:prSet presAssocID="{2C6E1190-4467-4051-B00A-3AF75C2812DB}" presName="text3" presStyleLbl="fgAcc3" presStyleIdx="0" presStyleCnt="3">
        <dgm:presLayoutVars>
          <dgm:chPref val="3"/>
        </dgm:presLayoutVars>
      </dgm:prSet>
      <dgm:spPr/>
    </dgm:pt>
    <dgm:pt modelId="{76F6C992-5330-4C36-BC7F-BDA6A27FFFC7}" type="pres">
      <dgm:prSet presAssocID="{2C6E1190-4467-4051-B00A-3AF75C2812DB}" presName="hierChild4" presStyleCnt="0"/>
      <dgm:spPr/>
    </dgm:pt>
    <dgm:pt modelId="{72348B47-7A9F-47E2-A05B-12B37262FC3C}" type="pres">
      <dgm:prSet presAssocID="{03BE4073-00C2-4B3F-BE6E-75FF9D87CF66}" presName="Name23" presStyleLbl="parChTrans1D4" presStyleIdx="0" presStyleCnt="2"/>
      <dgm:spPr/>
    </dgm:pt>
    <dgm:pt modelId="{AD83A215-7C39-4F34-A82C-7512F6970C92}" type="pres">
      <dgm:prSet presAssocID="{87785E6A-E265-40AF-92E3-6F37EAF4853C}" presName="hierRoot4" presStyleCnt="0"/>
      <dgm:spPr/>
    </dgm:pt>
    <dgm:pt modelId="{146964AD-B4CD-4A27-9F22-020010879E67}" type="pres">
      <dgm:prSet presAssocID="{87785E6A-E265-40AF-92E3-6F37EAF4853C}" presName="composite4" presStyleCnt="0"/>
      <dgm:spPr/>
    </dgm:pt>
    <dgm:pt modelId="{8918889C-C13A-4C42-8710-62AFB2065CC8}" type="pres">
      <dgm:prSet presAssocID="{87785E6A-E265-40AF-92E3-6F37EAF4853C}" presName="background4" presStyleLbl="node4" presStyleIdx="0" presStyleCnt="2"/>
      <dgm:spPr>
        <a:ln>
          <a:solidFill>
            <a:schemeClr val="accent6"/>
          </a:solidFill>
        </a:ln>
      </dgm:spPr>
    </dgm:pt>
    <dgm:pt modelId="{83184614-3E7D-4D3E-8B4A-A23D96424705}" type="pres">
      <dgm:prSet presAssocID="{87785E6A-E265-40AF-92E3-6F37EAF4853C}" presName="text4" presStyleLbl="fgAcc4" presStyleIdx="0" presStyleCnt="2">
        <dgm:presLayoutVars>
          <dgm:chPref val="3"/>
        </dgm:presLayoutVars>
      </dgm:prSet>
      <dgm:spPr/>
    </dgm:pt>
    <dgm:pt modelId="{45ECF47A-16C9-45BD-B363-2ABAE017611D}" type="pres">
      <dgm:prSet presAssocID="{87785E6A-E265-40AF-92E3-6F37EAF4853C}" presName="hierChild5" presStyleCnt="0"/>
      <dgm:spPr/>
    </dgm:pt>
    <dgm:pt modelId="{7C2EB1AE-80E4-47BC-90AC-4622CDDFE428}" type="pres">
      <dgm:prSet presAssocID="{E6B2EA82-26CF-4218-92BC-AACDE5E99D65}" presName="Name23" presStyleLbl="parChTrans1D4" presStyleIdx="1" presStyleCnt="2"/>
      <dgm:spPr/>
    </dgm:pt>
    <dgm:pt modelId="{45E067B6-FA3A-4525-BACE-7C1EB0AFA798}" type="pres">
      <dgm:prSet presAssocID="{D43F3B2B-7EC4-4757-A07D-E8383491C8C4}" presName="hierRoot4" presStyleCnt="0"/>
      <dgm:spPr/>
    </dgm:pt>
    <dgm:pt modelId="{7E7B2F49-1B70-4ED7-B8E0-38CD9892E1CC}" type="pres">
      <dgm:prSet presAssocID="{D43F3B2B-7EC4-4757-A07D-E8383491C8C4}" presName="composite4" presStyleCnt="0"/>
      <dgm:spPr/>
    </dgm:pt>
    <dgm:pt modelId="{1B3191B1-9394-4EE7-BC38-67FD27AA4994}" type="pres">
      <dgm:prSet presAssocID="{D43F3B2B-7EC4-4757-A07D-E8383491C8C4}" presName="background4" presStyleLbl="node4" presStyleIdx="1" presStyleCnt="2"/>
      <dgm:spPr>
        <a:ln>
          <a:solidFill>
            <a:schemeClr val="accent6"/>
          </a:solidFill>
        </a:ln>
      </dgm:spPr>
    </dgm:pt>
    <dgm:pt modelId="{87B64C8B-D018-4532-8962-040955A9A71C}" type="pres">
      <dgm:prSet presAssocID="{D43F3B2B-7EC4-4757-A07D-E8383491C8C4}" presName="text4" presStyleLbl="fgAcc4" presStyleIdx="1" presStyleCnt="2">
        <dgm:presLayoutVars>
          <dgm:chPref val="3"/>
        </dgm:presLayoutVars>
      </dgm:prSet>
      <dgm:spPr/>
    </dgm:pt>
    <dgm:pt modelId="{3607AFF2-F6AE-481A-B558-0774061ECCCC}" type="pres">
      <dgm:prSet presAssocID="{D43F3B2B-7EC4-4757-A07D-E8383491C8C4}" presName="hierChild5" presStyleCnt="0"/>
      <dgm:spPr/>
    </dgm:pt>
    <dgm:pt modelId="{E4A9AF6A-5BDF-4FA2-95BF-3E6D79EDBA65}" type="pres">
      <dgm:prSet presAssocID="{B33B8F04-46C7-4BD1-B355-E52BD94A58FC}" presName="Name10" presStyleLbl="parChTrans1D2" presStyleIdx="1" presStyleCnt="3"/>
      <dgm:spPr/>
    </dgm:pt>
    <dgm:pt modelId="{8F99C2C1-5688-432B-8C1A-7F9F526EAB8F}" type="pres">
      <dgm:prSet presAssocID="{A1574131-9950-43D4-8CAA-D1DE0F813497}" presName="hierRoot2" presStyleCnt="0"/>
      <dgm:spPr/>
    </dgm:pt>
    <dgm:pt modelId="{7C8E2582-2D86-486E-945D-2D1702C96A31}" type="pres">
      <dgm:prSet presAssocID="{A1574131-9950-43D4-8CAA-D1DE0F813497}" presName="composite2" presStyleCnt="0"/>
      <dgm:spPr/>
    </dgm:pt>
    <dgm:pt modelId="{794D0F37-21A5-402C-9CAD-5C1FBF6FC6F1}" type="pres">
      <dgm:prSet presAssocID="{A1574131-9950-43D4-8CAA-D1DE0F813497}" presName="background2" presStyleLbl="node2" presStyleIdx="1" presStyleCnt="3"/>
      <dgm:spPr>
        <a:ln>
          <a:solidFill>
            <a:schemeClr val="accent6"/>
          </a:solidFill>
        </a:ln>
      </dgm:spPr>
    </dgm:pt>
    <dgm:pt modelId="{7F075215-682A-482F-987B-E35770DEAF21}" type="pres">
      <dgm:prSet presAssocID="{A1574131-9950-43D4-8CAA-D1DE0F813497}" presName="text2" presStyleLbl="fgAcc2" presStyleIdx="1" presStyleCnt="3">
        <dgm:presLayoutVars>
          <dgm:chPref val="3"/>
        </dgm:presLayoutVars>
      </dgm:prSet>
      <dgm:spPr/>
    </dgm:pt>
    <dgm:pt modelId="{9C2ACCF9-A19F-41DE-B94B-10031BBA04EA}" type="pres">
      <dgm:prSet presAssocID="{A1574131-9950-43D4-8CAA-D1DE0F813497}" presName="hierChild3" presStyleCnt="0"/>
      <dgm:spPr/>
    </dgm:pt>
    <dgm:pt modelId="{1636DDCF-D976-4507-A7D8-5065FC5A0866}" type="pres">
      <dgm:prSet presAssocID="{39D0050E-DA13-4D98-AB56-D4CF8914F161}" presName="Name10" presStyleLbl="parChTrans1D2" presStyleIdx="2" presStyleCnt="3"/>
      <dgm:spPr/>
    </dgm:pt>
    <dgm:pt modelId="{09737AF4-79DB-4F6D-9873-AD0F69074E40}" type="pres">
      <dgm:prSet presAssocID="{66291382-7F2E-47D3-9577-3919FB0C481C}" presName="hierRoot2" presStyleCnt="0"/>
      <dgm:spPr/>
    </dgm:pt>
    <dgm:pt modelId="{8CF7BB18-0E1B-4D5F-9C80-2BDDB3C856FC}" type="pres">
      <dgm:prSet presAssocID="{66291382-7F2E-47D3-9577-3919FB0C481C}" presName="composite2" presStyleCnt="0"/>
      <dgm:spPr/>
    </dgm:pt>
    <dgm:pt modelId="{1B4B55E5-8CD1-44FE-90C7-89AB458CACEA}" type="pres">
      <dgm:prSet presAssocID="{66291382-7F2E-47D3-9577-3919FB0C481C}" presName="background2" presStyleLbl="node2" presStyleIdx="2" presStyleCnt="3"/>
      <dgm:spPr>
        <a:ln>
          <a:solidFill>
            <a:schemeClr val="accent6"/>
          </a:solidFill>
        </a:ln>
      </dgm:spPr>
    </dgm:pt>
    <dgm:pt modelId="{584FEDD1-F2C3-4942-8929-40DD69D6BF22}" type="pres">
      <dgm:prSet presAssocID="{66291382-7F2E-47D3-9577-3919FB0C481C}" presName="text2" presStyleLbl="fgAcc2" presStyleIdx="2" presStyleCnt="3">
        <dgm:presLayoutVars>
          <dgm:chPref val="3"/>
        </dgm:presLayoutVars>
      </dgm:prSet>
      <dgm:spPr/>
    </dgm:pt>
    <dgm:pt modelId="{5C7B1468-E0D6-429B-8A69-3E42CEB95223}" type="pres">
      <dgm:prSet presAssocID="{66291382-7F2E-47D3-9577-3919FB0C481C}" presName="hierChild3" presStyleCnt="0"/>
      <dgm:spPr/>
    </dgm:pt>
    <dgm:pt modelId="{544B0DFA-86FF-47B5-86BF-063CAD16807D}" type="pres">
      <dgm:prSet presAssocID="{A5450DE3-1258-47F8-82FF-091125228080}" presName="Name17" presStyleLbl="parChTrans1D3" presStyleIdx="1" presStyleCnt="3"/>
      <dgm:spPr/>
    </dgm:pt>
    <dgm:pt modelId="{61B206F8-8261-46B9-B633-38135710E7D3}" type="pres">
      <dgm:prSet presAssocID="{595F96CA-F488-4FFF-BA0C-2AEBEC2CDFB0}" presName="hierRoot3" presStyleCnt="0"/>
      <dgm:spPr/>
    </dgm:pt>
    <dgm:pt modelId="{55404534-4EAD-460F-8E82-E19AF102F54C}" type="pres">
      <dgm:prSet presAssocID="{595F96CA-F488-4FFF-BA0C-2AEBEC2CDFB0}" presName="composite3" presStyleCnt="0"/>
      <dgm:spPr/>
    </dgm:pt>
    <dgm:pt modelId="{8257ABB3-5D1D-44E1-921F-A325A0757A87}" type="pres">
      <dgm:prSet presAssocID="{595F96CA-F488-4FFF-BA0C-2AEBEC2CDFB0}" presName="background3" presStyleLbl="node3" presStyleIdx="1" presStyleCnt="3"/>
      <dgm:spPr>
        <a:ln>
          <a:solidFill>
            <a:schemeClr val="accent6"/>
          </a:solidFill>
        </a:ln>
      </dgm:spPr>
    </dgm:pt>
    <dgm:pt modelId="{9C47FE9B-549D-4A74-A034-F3285430D2E5}" type="pres">
      <dgm:prSet presAssocID="{595F96CA-F488-4FFF-BA0C-2AEBEC2CDFB0}" presName="text3" presStyleLbl="fgAcc3" presStyleIdx="1" presStyleCnt="3">
        <dgm:presLayoutVars>
          <dgm:chPref val="3"/>
        </dgm:presLayoutVars>
      </dgm:prSet>
      <dgm:spPr/>
    </dgm:pt>
    <dgm:pt modelId="{23CD7DEB-C64F-43A5-83DE-7BB8F4AA7972}" type="pres">
      <dgm:prSet presAssocID="{595F96CA-F488-4FFF-BA0C-2AEBEC2CDFB0}" presName="hierChild4" presStyleCnt="0"/>
      <dgm:spPr/>
    </dgm:pt>
    <dgm:pt modelId="{6EDF5329-46A1-4944-AFA9-8F8D763728F2}" type="pres">
      <dgm:prSet presAssocID="{CDC6A708-B119-4061-966B-933C9394F31B}" presName="Name17" presStyleLbl="parChTrans1D3" presStyleIdx="2" presStyleCnt="3"/>
      <dgm:spPr/>
    </dgm:pt>
    <dgm:pt modelId="{A710DCBC-43A5-45DC-BB05-C4798C2C0A5B}" type="pres">
      <dgm:prSet presAssocID="{2C6259A7-6FB6-4043-8E20-1D19A67A7F9B}" presName="hierRoot3" presStyleCnt="0"/>
      <dgm:spPr/>
    </dgm:pt>
    <dgm:pt modelId="{05047131-7C9A-4566-A761-FA7E72FFE075}" type="pres">
      <dgm:prSet presAssocID="{2C6259A7-6FB6-4043-8E20-1D19A67A7F9B}" presName="composite3" presStyleCnt="0"/>
      <dgm:spPr/>
    </dgm:pt>
    <dgm:pt modelId="{1004B3C0-D871-4B5D-B8F5-4C7998AC479C}" type="pres">
      <dgm:prSet presAssocID="{2C6259A7-6FB6-4043-8E20-1D19A67A7F9B}" presName="background3" presStyleLbl="node3" presStyleIdx="2" presStyleCnt="3"/>
      <dgm:spPr>
        <a:ln>
          <a:solidFill>
            <a:schemeClr val="accent6"/>
          </a:solidFill>
        </a:ln>
      </dgm:spPr>
    </dgm:pt>
    <dgm:pt modelId="{A862293B-3C97-46C1-A7A9-39A1FA9C1ADE}" type="pres">
      <dgm:prSet presAssocID="{2C6259A7-6FB6-4043-8E20-1D19A67A7F9B}" presName="text3" presStyleLbl="fgAcc3" presStyleIdx="2" presStyleCnt="3">
        <dgm:presLayoutVars>
          <dgm:chPref val="3"/>
        </dgm:presLayoutVars>
      </dgm:prSet>
      <dgm:spPr/>
    </dgm:pt>
    <dgm:pt modelId="{AE752843-5F3B-43BD-A218-BBD1CB259446}" type="pres">
      <dgm:prSet presAssocID="{2C6259A7-6FB6-4043-8E20-1D19A67A7F9B}" presName="hierChild4" presStyleCnt="0"/>
      <dgm:spPr/>
    </dgm:pt>
  </dgm:ptLst>
  <dgm:cxnLst>
    <dgm:cxn modelId="{553E3100-B9E2-47C2-BB85-D87AE7B8ACA7}" type="presOf" srcId="{A1574131-9950-43D4-8CAA-D1DE0F813497}" destId="{7F075215-682A-482F-987B-E35770DEAF21}" srcOrd="0" destOrd="0" presId="urn:microsoft.com/office/officeart/2005/8/layout/hierarchy1"/>
    <dgm:cxn modelId="{C6E5AA06-9C99-45EB-9B7B-4F9006999AA9}" srcId="{5BE5DF5F-331F-4F4D-8D0A-8FC904C7CBC3}" destId="{2C6E1190-4467-4051-B00A-3AF75C2812DB}" srcOrd="0" destOrd="0" parTransId="{E97CD96E-804A-4AD4-AF5F-415D17CCA130}" sibTransId="{F3B4EB25-09BA-4A64-A40A-A93DCAF2A3D5}"/>
    <dgm:cxn modelId="{623AD610-4E46-4895-BAFF-84753BDD1638}" srcId="{66291382-7F2E-47D3-9577-3919FB0C481C}" destId="{2C6259A7-6FB6-4043-8E20-1D19A67A7F9B}" srcOrd="1" destOrd="0" parTransId="{CDC6A708-B119-4061-966B-933C9394F31B}" sibTransId="{54662317-2D73-432C-99C0-2894481630A7}"/>
    <dgm:cxn modelId="{E000B111-EFE7-43FD-8E2D-97AD5A078982}" type="presOf" srcId="{CDC6A708-B119-4061-966B-933C9394F31B}" destId="{6EDF5329-46A1-4944-AFA9-8F8D763728F2}" srcOrd="0" destOrd="0" presId="urn:microsoft.com/office/officeart/2005/8/layout/hierarchy1"/>
    <dgm:cxn modelId="{FEAC3513-03B4-4B0F-927B-5FE5AAFE3091}" srcId="{F582A92B-1F63-480D-807C-8826CEB50717}" destId="{95F76D26-413A-4600-A789-3D36D2D6BC15}" srcOrd="0" destOrd="0" parTransId="{E0A3BDE5-027F-4B30-B5AF-B7293556F5DE}" sibTransId="{D33374EF-D11D-451D-91E1-8E5BE7081E2B}"/>
    <dgm:cxn modelId="{3A8D251F-22C1-4D2A-A3EC-1ADF2A429C4B}" type="presOf" srcId="{39D0050E-DA13-4D98-AB56-D4CF8914F161}" destId="{1636DDCF-D976-4507-A7D8-5065FC5A0866}" srcOrd="0" destOrd="0" presId="urn:microsoft.com/office/officeart/2005/8/layout/hierarchy1"/>
    <dgm:cxn modelId="{57E8EA38-8B2E-448E-B185-5DA4407300F9}" srcId="{2C6E1190-4467-4051-B00A-3AF75C2812DB}" destId="{87785E6A-E265-40AF-92E3-6F37EAF4853C}" srcOrd="0" destOrd="0" parTransId="{03BE4073-00C2-4B3F-BE6E-75FF9D87CF66}" sibTransId="{6906D24D-3D9D-4E02-BD66-725D77F2F9CF}"/>
    <dgm:cxn modelId="{A493BE5B-7F42-44C4-AD15-264C13343066}" type="presOf" srcId="{87785E6A-E265-40AF-92E3-6F37EAF4853C}" destId="{83184614-3E7D-4D3E-8B4A-A23D96424705}" srcOrd="0" destOrd="0" presId="urn:microsoft.com/office/officeart/2005/8/layout/hierarchy1"/>
    <dgm:cxn modelId="{3D17285E-59F3-42D5-821B-AE7275A4AD96}" type="presOf" srcId="{66291382-7F2E-47D3-9577-3919FB0C481C}" destId="{584FEDD1-F2C3-4942-8929-40DD69D6BF22}" srcOrd="0" destOrd="0" presId="urn:microsoft.com/office/officeart/2005/8/layout/hierarchy1"/>
    <dgm:cxn modelId="{73B7505E-C068-4A85-A776-5BF89140E527}" type="presOf" srcId="{058F3198-8DE7-4448-8940-BF69F9DD0DB2}" destId="{F0A0CF27-5DFD-4767-B8D5-8789479E20C2}" srcOrd="0" destOrd="0" presId="urn:microsoft.com/office/officeart/2005/8/layout/hierarchy1"/>
    <dgm:cxn modelId="{09321172-36C0-4826-81F1-B9DB50088CA5}" type="presOf" srcId="{A5450DE3-1258-47F8-82FF-091125228080}" destId="{544B0DFA-86FF-47B5-86BF-063CAD16807D}" srcOrd="0" destOrd="0" presId="urn:microsoft.com/office/officeart/2005/8/layout/hierarchy1"/>
    <dgm:cxn modelId="{78271879-F72D-4023-99D8-E88501ABA10A}" srcId="{2C6E1190-4467-4051-B00A-3AF75C2812DB}" destId="{D43F3B2B-7EC4-4757-A07D-E8383491C8C4}" srcOrd="1" destOrd="0" parTransId="{E6B2EA82-26CF-4218-92BC-AACDE5E99D65}" sibTransId="{16B177D1-D6BE-45A6-902F-3B9104966E99}"/>
    <dgm:cxn modelId="{7CD4AE7A-03F3-495A-BA77-AD276AE004BA}" srcId="{95F76D26-413A-4600-A789-3D36D2D6BC15}" destId="{5BE5DF5F-331F-4F4D-8D0A-8FC904C7CBC3}" srcOrd="0" destOrd="0" parTransId="{058F3198-8DE7-4448-8940-BF69F9DD0DB2}" sibTransId="{C5CF58A0-DE29-41B4-BBD3-CE4B7BA64C87}"/>
    <dgm:cxn modelId="{F9A32082-CBE6-4628-99FF-F68037752868}" type="presOf" srcId="{95F76D26-413A-4600-A789-3D36D2D6BC15}" destId="{95C4C997-A996-4A6E-BC00-1304EFD1A932}" srcOrd="0" destOrd="0" presId="urn:microsoft.com/office/officeart/2005/8/layout/hierarchy1"/>
    <dgm:cxn modelId="{82E25985-C123-45D8-9B0E-D7E279683A5D}" type="presOf" srcId="{B33B8F04-46C7-4BD1-B355-E52BD94A58FC}" destId="{E4A9AF6A-5BDF-4FA2-95BF-3E6D79EDBA65}" srcOrd="0" destOrd="0" presId="urn:microsoft.com/office/officeart/2005/8/layout/hierarchy1"/>
    <dgm:cxn modelId="{2739B39D-8450-4689-BC01-04081F0AA5B4}" srcId="{95F76D26-413A-4600-A789-3D36D2D6BC15}" destId="{A1574131-9950-43D4-8CAA-D1DE0F813497}" srcOrd="1" destOrd="0" parTransId="{B33B8F04-46C7-4BD1-B355-E52BD94A58FC}" sibTransId="{282FB903-850F-404B-B498-47C785A9F1D1}"/>
    <dgm:cxn modelId="{4DA87EB5-757D-4A6E-B957-3AC8BD388C7B}" type="presOf" srcId="{5BE5DF5F-331F-4F4D-8D0A-8FC904C7CBC3}" destId="{B3E792AB-97E0-4E7E-A285-4E6279FD7619}" srcOrd="0" destOrd="0" presId="urn:microsoft.com/office/officeart/2005/8/layout/hierarchy1"/>
    <dgm:cxn modelId="{21EBE2C2-003D-4D43-87B9-77CC70E61297}" type="presOf" srcId="{D43F3B2B-7EC4-4757-A07D-E8383491C8C4}" destId="{87B64C8B-D018-4532-8962-040955A9A71C}" srcOrd="0" destOrd="0" presId="urn:microsoft.com/office/officeart/2005/8/layout/hierarchy1"/>
    <dgm:cxn modelId="{79DAD3C9-BF26-432C-BD2C-2B2684F0657B}" type="presOf" srcId="{F582A92B-1F63-480D-807C-8826CEB50717}" destId="{553EDC4F-4D7E-4FCC-A810-3AB24EEC6554}" srcOrd="0" destOrd="0" presId="urn:microsoft.com/office/officeart/2005/8/layout/hierarchy1"/>
    <dgm:cxn modelId="{43BE55CA-4E1D-4527-AFBF-EA90AAF564D5}" type="presOf" srcId="{2C6E1190-4467-4051-B00A-3AF75C2812DB}" destId="{F9CD4C7A-59D8-488C-A9A8-6C8E3A5AD228}" srcOrd="0" destOrd="0" presId="urn:microsoft.com/office/officeart/2005/8/layout/hierarchy1"/>
    <dgm:cxn modelId="{8D0511CB-AA6D-42DC-BBA9-6C7B68F2CC6E}" srcId="{95F76D26-413A-4600-A789-3D36D2D6BC15}" destId="{66291382-7F2E-47D3-9577-3919FB0C481C}" srcOrd="2" destOrd="0" parTransId="{39D0050E-DA13-4D98-AB56-D4CF8914F161}" sibTransId="{9852E1F2-6DFF-4D3C-9801-72B2F59B22B3}"/>
    <dgm:cxn modelId="{F4990BD3-3202-40FE-A41D-1BE9B8A9D376}" type="presOf" srcId="{E6B2EA82-26CF-4218-92BC-AACDE5E99D65}" destId="{7C2EB1AE-80E4-47BC-90AC-4622CDDFE428}" srcOrd="0" destOrd="0" presId="urn:microsoft.com/office/officeart/2005/8/layout/hierarchy1"/>
    <dgm:cxn modelId="{86A948D5-1F21-4FDB-B37F-865BF4119741}" type="presOf" srcId="{03BE4073-00C2-4B3F-BE6E-75FF9D87CF66}" destId="{72348B47-7A9F-47E2-A05B-12B37262FC3C}" srcOrd="0" destOrd="0" presId="urn:microsoft.com/office/officeart/2005/8/layout/hierarchy1"/>
    <dgm:cxn modelId="{D1C5B5D7-8776-448B-AB33-30C365C99ACD}" type="presOf" srcId="{595F96CA-F488-4FFF-BA0C-2AEBEC2CDFB0}" destId="{9C47FE9B-549D-4A74-A034-F3285430D2E5}" srcOrd="0" destOrd="0" presId="urn:microsoft.com/office/officeart/2005/8/layout/hierarchy1"/>
    <dgm:cxn modelId="{1F3F2EE8-D82F-488A-BA6A-1BA3C653DDB1}" type="presOf" srcId="{E97CD96E-804A-4AD4-AF5F-415D17CCA130}" destId="{47A57019-C6DF-45F3-85A8-4BBFD90AE503}" srcOrd="0" destOrd="0" presId="urn:microsoft.com/office/officeart/2005/8/layout/hierarchy1"/>
    <dgm:cxn modelId="{5BFC3FE8-08F9-4F66-A4E7-6A11BC277C60}" type="presOf" srcId="{2C6259A7-6FB6-4043-8E20-1D19A67A7F9B}" destId="{A862293B-3C97-46C1-A7A9-39A1FA9C1ADE}" srcOrd="0" destOrd="0" presId="urn:microsoft.com/office/officeart/2005/8/layout/hierarchy1"/>
    <dgm:cxn modelId="{278E66FE-CB45-421B-8D58-E6664A4D932A}" srcId="{66291382-7F2E-47D3-9577-3919FB0C481C}" destId="{595F96CA-F488-4FFF-BA0C-2AEBEC2CDFB0}" srcOrd="0" destOrd="0" parTransId="{A5450DE3-1258-47F8-82FF-091125228080}" sibTransId="{BD9E2692-E629-4294-A9CC-E91300F42EEC}"/>
    <dgm:cxn modelId="{5CB43BA4-01FA-4F18-B083-6A3D53A51770}" type="presParOf" srcId="{553EDC4F-4D7E-4FCC-A810-3AB24EEC6554}" destId="{ED8D14E1-4C9F-426B-9AD3-FFA92CE90619}" srcOrd="0" destOrd="0" presId="urn:microsoft.com/office/officeart/2005/8/layout/hierarchy1"/>
    <dgm:cxn modelId="{5C068B83-961F-49FE-8338-AC9B99FE2E8D}" type="presParOf" srcId="{ED8D14E1-4C9F-426B-9AD3-FFA92CE90619}" destId="{7E4AD055-0F36-470C-A193-66672CF34DDF}" srcOrd="0" destOrd="0" presId="urn:microsoft.com/office/officeart/2005/8/layout/hierarchy1"/>
    <dgm:cxn modelId="{70F51305-C407-47DB-94FA-C7BC53659BAA}" type="presParOf" srcId="{7E4AD055-0F36-470C-A193-66672CF34DDF}" destId="{D18AFFB3-DDA7-4873-8376-1A9571B90F4B}" srcOrd="0" destOrd="0" presId="urn:microsoft.com/office/officeart/2005/8/layout/hierarchy1"/>
    <dgm:cxn modelId="{8561B72C-7914-4CF9-A60C-B38644B4DCF0}" type="presParOf" srcId="{7E4AD055-0F36-470C-A193-66672CF34DDF}" destId="{95C4C997-A996-4A6E-BC00-1304EFD1A932}" srcOrd="1" destOrd="0" presId="urn:microsoft.com/office/officeart/2005/8/layout/hierarchy1"/>
    <dgm:cxn modelId="{D86036B3-0C6F-41FE-94F5-ED8A37D6A40D}" type="presParOf" srcId="{ED8D14E1-4C9F-426B-9AD3-FFA92CE90619}" destId="{875FD88A-3854-411C-AF0B-DF1BB44CCA0F}" srcOrd="1" destOrd="0" presId="urn:microsoft.com/office/officeart/2005/8/layout/hierarchy1"/>
    <dgm:cxn modelId="{B0360A6F-6F00-4818-9954-8DD1637E1A49}" type="presParOf" srcId="{875FD88A-3854-411C-AF0B-DF1BB44CCA0F}" destId="{F0A0CF27-5DFD-4767-B8D5-8789479E20C2}" srcOrd="0" destOrd="0" presId="urn:microsoft.com/office/officeart/2005/8/layout/hierarchy1"/>
    <dgm:cxn modelId="{D61D60A3-9BD6-4040-B1F7-8F099183475F}" type="presParOf" srcId="{875FD88A-3854-411C-AF0B-DF1BB44CCA0F}" destId="{48737549-6E0D-4DF7-8357-D40D4E7F8BD5}" srcOrd="1" destOrd="0" presId="urn:microsoft.com/office/officeart/2005/8/layout/hierarchy1"/>
    <dgm:cxn modelId="{54835BCC-EA89-46BB-AD59-D1ACA0AA3264}" type="presParOf" srcId="{48737549-6E0D-4DF7-8357-D40D4E7F8BD5}" destId="{EE87C76F-3E65-4803-99B0-E7301EBBF942}" srcOrd="0" destOrd="0" presId="urn:microsoft.com/office/officeart/2005/8/layout/hierarchy1"/>
    <dgm:cxn modelId="{275E4CCC-FAF8-42F9-B681-0535B63BD593}" type="presParOf" srcId="{EE87C76F-3E65-4803-99B0-E7301EBBF942}" destId="{D2DE6225-7924-4AC2-BDAC-53082A6EFC0E}" srcOrd="0" destOrd="0" presId="urn:microsoft.com/office/officeart/2005/8/layout/hierarchy1"/>
    <dgm:cxn modelId="{56F0B3D5-F26B-4803-A3BD-5EE62026DA56}" type="presParOf" srcId="{EE87C76F-3E65-4803-99B0-E7301EBBF942}" destId="{B3E792AB-97E0-4E7E-A285-4E6279FD7619}" srcOrd="1" destOrd="0" presId="urn:microsoft.com/office/officeart/2005/8/layout/hierarchy1"/>
    <dgm:cxn modelId="{7C056937-EDE1-468D-8748-565477CD254F}" type="presParOf" srcId="{48737549-6E0D-4DF7-8357-D40D4E7F8BD5}" destId="{95CE9D3C-8D67-48C4-8B0F-F06BEEA43034}" srcOrd="1" destOrd="0" presId="urn:microsoft.com/office/officeart/2005/8/layout/hierarchy1"/>
    <dgm:cxn modelId="{2AB6810B-99F9-4A2F-9C62-1F0C4A9D472D}" type="presParOf" srcId="{95CE9D3C-8D67-48C4-8B0F-F06BEEA43034}" destId="{47A57019-C6DF-45F3-85A8-4BBFD90AE503}" srcOrd="0" destOrd="0" presId="urn:microsoft.com/office/officeart/2005/8/layout/hierarchy1"/>
    <dgm:cxn modelId="{BC4FDE86-757E-409A-96BA-B70E2F9402A2}" type="presParOf" srcId="{95CE9D3C-8D67-48C4-8B0F-F06BEEA43034}" destId="{F3800854-0029-4F35-B9BA-516E070AE4AF}" srcOrd="1" destOrd="0" presId="urn:microsoft.com/office/officeart/2005/8/layout/hierarchy1"/>
    <dgm:cxn modelId="{09853C68-0B39-461E-9B19-E41A27D3ED5F}" type="presParOf" srcId="{F3800854-0029-4F35-B9BA-516E070AE4AF}" destId="{8F2923BD-12B8-4E74-A597-A0A4A8EBBAB2}" srcOrd="0" destOrd="0" presId="urn:microsoft.com/office/officeart/2005/8/layout/hierarchy1"/>
    <dgm:cxn modelId="{3FC8BE59-28B4-4765-9717-EE23C4DA4BA8}" type="presParOf" srcId="{8F2923BD-12B8-4E74-A597-A0A4A8EBBAB2}" destId="{7F113D5F-CA56-45CC-926C-5A43D0B6021B}" srcOrd="0" destOrd="0" presId="urn:microsoft.com/office/officeart/2005/8/layout/hierarchy1"/>
    <dgm:cxn modelId="{AD6679BB-AA94-4A4B-96AC-B09A2E2374D4}" type="presParOf" srcId="{8F2923BD-12B8-4E74-A597-A0A4A8EBBAB2}" destId="{F9CD4C7A-59D8-488C-A9A8-6C8E3A5AD228}" srcOrd="1" destOrd="0" presId="urn:microsoft.com/office/officeart/2005/8/layout/hierarchy1"/>
    <dgm:cxn modelId="{06F2164D-32A8-4DFF-819D-59F4C60059C0}" type="presParOf" srcId="{F3800854-0029-4F35-B9BA-516E070AE4AF}" destId="{76F6C992-5330-4C36-BC7F-BDA6A27FFFC7}" srcOrd="1" destOrd="0" presId="urn:microsoft.com/office/officeart/2005/8/layout/hierarchy1"/>
    <dgm:cxn modelId="{A079AF83-6A7A-43F5-9A9F-4466E79C7FC9}" type="presParOf" srcId="{76F6C992-5330-4C36-BC7F-BDA6A27FFFC7}" destId="{72348B47-7A9F-47E2-A05B-12B37262FC3C}" srcOrd="0" destOrd="0" presId="urn:microsoft.com/office/officeart/2005/8/layout/hierarchy1"/>
    <dgm:cxn modelId="{18949987-D0FD-4108-A619-C334151A022B}" type="presParOf" srcId="{76F6C992-5330-4C36-BC7F-BDA6A27FFFC7}" destId="{AD83A215-7C39-4F34-A82C-7512F6970C92}" srcOrd="1" destOrd="0" presId="urn:microsoft.com/office/officeart/2005/8/layout/hierarchy1"/>
    <dgm:cxn modelId="{840C5E21-E38A-41FA-A698-AA162A7C8248}" type="presParOf" srcId="{AD83A215-7C39-4F34-A82C-7512F6970C92}" destId="{146964AD-B4CD-4A27-9F22-020010879E67}" srcOrd="0" destOrd="0" presId="urn:microsoft.com/office/officeart/2005/8/layout/hierarchy1"/>
    <dgm:cxn modelId="{CF4E0576-CA5C-4E08-A065-E3706DCFA8ED}" type="presParOf" srcId="{146964AD-B4CD-4A27-9F22-020010879E67}" destId="{8918889C-C13A-4C42-8710-62AFB2065CC8}" srcOrd="0" destOrd="0" presId="urn:microsoft.com/office/officeart/2005/8/layout/hierarchy1"/>
    <dgm:cxn modelId="{A8D73ADD-6619-4438-927E-30E0F1EFFBD3}" type="presParOf" srcId="{146964AD-B4CD-4A27-9F22-020010879E67}" destId="{83184614-3E7D-4D3E-8B4A-A23D96424705}" srcOrd="1" destOrd="0" presId="urn:microsoft.com/office/officeart/2005/8/layout/hierarchy1"/>
    <dgm:cxn modelId="{F81B717F-89D1-48AD-A03E-C710733C5B02}" type="presParOf" srcId="{AD83A215-7C39-4F34-A82C-7512F6970C92}" destId="{45ECF47A-16C9-45BD-B363-2ABAE017611D}" srcOrd="1" destOrd="0" presId="urn:microsoft.com/office/officeart/2005/8/layout/hierarchy1"/>
    <dgm:cxn modelId="{99FCAB61-6CB6-4133-9B43-D56B64533418}" type="presParOf" srcId="{76F6C992-5330-4C36-BC7F-BDA6A27FFFC7}" destId="{7C2EB1AE-80E4-47BC-90AC-4622CDDFE428}" srcOrd="2" destOrd="0" presId="urn:microsoft.com/office/officeart/2005/8/layout/hierarchy1"/>
    <dgm:cxn modelId="{91A1F009-E6F1-45AB-B8FC-FD76586CEBC3}" type="presParOf" srcId="{76F6C992-5330-4C36-BC7F-BDA6A27FFFC7}" destId="{45E067B6-FA3A-4525-BACE-7C1EB0AFA798}" srcOrd="3" destOrd="0" presId="urn:microsoft.com/office/officeart/2005/8/layout/hierarchy1"/>
    <dgm:cxn modelId="{673E6AA6-24CC-4504-B595-5423D109FCD3}" type="presParOf" srcId="{45E067B6-FA3A-4525-BACE-7C1EB0AFA798}" destId="{7E7B2F49-1B70-4ED7-B8E0-38CD9892E1CC}" srcOrd="0" destOrd="0" presId="urn:microsoft.com/office/officeart/2005/8/layout/hierarchy1"/>
    <dgm:cxn modelId="{4448F901-B38C-4FF8-B635-7C384F49E621}" type="presParOf" srcId="{7E7B2F49-1B70-4ED7-B8E0-38CD9892E1CC}" destId="{1B3191B1-9394-4EE7-BC38-67FD27AA4994}" srcOrd="0" destOrd="0" presId="urn:microsoft.com/office/officeart/2005/8/layout/hierarchy1"/>
    <dgm:cxn modelId="{6046F117-0C32-46EE-B48A-669DCDFA6F98}" type="presParOf" srcId="{7E7B2F49-1B70-4ED7-B8E0-38CD9892E1CC}" destId="{87B64C8B-D018-4532-8962-040955A9A71C}" srcOrd="1" destOrd="0" presId="urn:microsoft.com/office/officeart/2005/8/layout/hierarchy1"/>
    <dgm:cxn modelId="{3CAF0B4C-7034-47CC-95BB-46C97735B574}" type="presParOf" srcId="{45E067B6-FA3A-4525-BACE-7C1EB0AFA798}" destId="{3607AFF2-F6AE-481A-B558-0774061ECCCC}" srcOrd="1" destOrd="0" presId="urn:microsoft.com/office/officeart/2005/8/layout/hierarchy1"/>
    <dgm:cxn modelId="{FF9938FD-5F23-4619-95E0-DB30EED4EB8A}" type="presParOf" srcId="{875FD88A-3854-411C-AF0B-DF1BB44CCA0F}" destId="{E4A9AF6A-5BDF-4FA2-95BF-3E6D79EDBA65}" srcOrd="2" destOrd="0" presId="urn:microsoft.com/office/officeart/2005/8/layout/hierarchy1"/>
    <dgm:cxn modelId="{C196189C-2BA3-47B5-B40E-EEC688B6ABC5}" type="presParOf" srcId="{875FD88A-3854-411C-AF0B-DF1BB44CCA0F}" destId="{8F99C2C1-5688-432B-8C1A-7F9F526EAB8F}" srcOrd="3" destOrd="0" presId="urn:microsoft.com/office/officeart/2005/8/layout/hierarchy1"/>
    <dgm:cxn modelId="{CFA9B250-BF50-46CA-8AF0-6C52E2D54591}" type="presParOf" srcId="{8F99C2C1-5688-432B-8C1A-7F9F526EAB8F}" destId="{7C8E2582-2D86-486E-945D-2D1702C96A31}" srcOrd="0" destOrd="0" presId="urn:microsoft.com/office/officeart/2005/8/layout/hierarchy1"/>
    <dgm:cxn modelId="{191784FA-28AF-4ABE-8252-F0AAB364CD19}" type="presParOf" srcId="{7C8E2582-2D86-486E-945D-2D1702C96A31}" destId="{794D0F37-21A5-402C-9CAD-5C1FBF6FC6F1}" srcOrd="0" destOrd="0" presId="urn:microsoft.com/office/officeart/2005/8/layout/hierarchy1"/>
    <dgm:cxn modelId="{C643990B-0FC8-4428-A9A9-66A438B2BB1C}" type="presParOf" srcId="{7C8E2582-2D86-486E-945D-2D1702C96A31}" destId="{7F075215-682A-482F-987B-E35770DEAF21}" srcOrd="1" destOrd="0" presId="urn:microsoft.com/office/officeart/2005/8/layout/hierarchy1"/>
    <dgm:cxn modelId="{DC0E55B5-2F6C-4022-A5A0-E61F421C7386}" type="presParOf" srcId="{8F99C2C1-5688-432B-8C1A-7F9F526EAB8F}" destId="{9C2ACCF9-A19F-41DE-B94B-10031BBA04EA}" srcOrd="1" destOrd="0" presId="urn:microsoft.com/office/officeart/2005/8/layout/hierarchy1"/>
    <dgm:cxn modelId="{CD499963-70EB-423C-9AA4-A0A8C8E26E30}" type="presParOf" srcId="{875FD88A-3854-411C-AF0B-DF1BB44CCA0F}" destId="{1636DDCF-D976-4507-A7D8-5065FC5A0866}" srcOrd="4" destOrd="0" presId="urn:microsoft.com/office/officeart/2005/8/layout/hierarchy1"/>
    <dgm:cxn modelId="{67AE717F-588D-430F-B7B7-6A483CBCD263}" type="presParOf" srcId="{875FD88A-3854-411C-AF0B-DF1BB44CCA0F}" destId="{09737AF4-79DB-4F6D-9873-AD0F69074E40}" srcOrd="5" destOrd="0" presId="urn:microsoft.com/office/officeart/2005/8/layout/hierarchy1"/>
    <dgm:cxn modelId="{2CDCF29A-33F9-489C-A52F-88E926A14781}" type="presParOf" srcId="{09737AF4-79DB-4F6D-9873-AD0F69074E40}" destId="{8CF7BB18-0E1B-4D5F-9C80-2BDDB3C856FC}" srcOrd="0" destOrd="0" presId="urn:microsoft.com/office/officeart/2005/8/layout/hierarchy1"/>
    <dgm:cxn modelId="{C5FAEC78-0F1E-44D1-8345-B847853C24DB}" type="presParOf" srcId="{8CF7BB18-0E1B-4D5F-9C80-2BDDB3C856FC}" destId="{1B4B55E5-8CD1-44FE-90C7-89AB458CACEA}" srcOrd="0" destOrd="0" presId="urn:microsoft.com/office/officeart/2005/8/layout/hierarchy1"/>
    <dgm:cxn modelId="{4ACFB0D6-100F-442A-A490-59BAF7072552}" type="presParOf" srcId="{8CF7BB18-0E1B-4D5F-9C80-2BDDB3C856FC}" destId="{584FEDD1-F2C3-4942-8929-40DD69D6BF22}" srcOrd="1" destOrd="0" presId="urn:microsoft.com/office/officeart/2005/8/layout/hierarchy1"/>
    <dgm:cxn modelId="{FB1F4488-64EB-4237-8572-3CFE099CB266}" type="presParOf" srcId="{09737AF4-79DB-4F6D-9873-AD0F69074E40}" destId="{5C7B1468-E0D6-429B-8A69-3E42CEB95223}" srcOrd="1" destOrd="0" presId="urn:microsoft.com/office/officeart/2005/8/layout/hierarchy1"/>
    <dgm:cxn modelId="{CDDF1D66-F77F-4298-B1F9-DDE42834CC59}" type="presParOf" srcId="{5C7B1468-E0D6-429B-8A69-3E42CEB95223}" destId="{544B0DFA-86FF-47B5-86BF-063CAD16807D}" srcOrd="0" destOrd="0" presId="urn:microsoft.com/office/officeart/2005/8/layout/hierarchy1"/>
    <dgm:cxn modelId="{E2085A04-F467-415E-B643-CDD96287B957}" type="presParOf" srcId="{5C7B1468-E0D6-429B-8A69-3E42CEB95223}" destId="{61B206F8-8261-46B9-B633-38135710E7D3}" srcOrd="1" destOrd="0" presId="urn:microsoft.com/office/officeart/2005/8/layout/hierarchy1"/>
    <dgm:cxn modelId="{A3511FC7-512A-497C-ABE4-B212A617B67E}" type="presParOf" srcId="{61B206F8-8261-46B9-B633-38135710E7D3}" destId="{55404534-4EAD-460F-8E82-E19AF102F54C}" srcOrd="0" destOrd="0" presId="urn:microsoft.com/office/officeart/2005/8/layout/hierarchy1"/>
    <dgm:cxn modelId="{733C1D99-26C8-4998-BF5B-F4C174ABAF87}" type="presParOf" srcId="{55404534-4EAD-460F-8E82-E19AF102F54C}" destId="{8257ABB3-5D1D-44E1-921F-A325A0757A87}" srcOrd="0" destOrd="0" presId="urn:microsoft.com/office/officeart/2005/8/layout/hierarchy1"/>
    <dgm:cxn modelId="{B26D0258-C22D-47B2-A67E-27F3B085E414}" type="presParOf" srcId="{55404534-4EAD-460F-8E82-E19AF102F54C}" destId="{9C47FE9B-549D-4A74-A034-F3285430D2E5}" srcOrd="1" destOrd="0" presId="urn:microsoft.com/office/officeart/2005/8/layout/hierarchy1"/>
    <dgm:cxn modelId="{6281B219-B660-42D8-9EF7-A730BF9BB3DD}" type="presParOf" srcId="{61B206F8-8261-46B9-B633-38135710E7D3}" destId="{23CD7DEB-C64F-43A5-83DE-7BB8F4AA7972}" srcOrd="1" destOrd="0" presId="urn:microsoft.com/office/officeart/2005/8/layout/hierarchy1"/>
    <dgm:cxn modelId="{2E731656-ECE3-440F-AB87-82C36B9CE63F}" type="presParOf" srcId="{5C7B1468-E0D6-429B-8A69-3E42CEB95223}" destId="{6EDF5329-46A1-4944-AFA9-8F8D763728F2}" srcOrd="2" destOrd="0" presId="urn:microsoft.com/office/officeart/2005/8/layout/hierarchy1"/>
    <dgm:cxn modelId="{F6949D7D-4339-4A14-823B-DCD6B9B7BFE3}" type="presParOf" srcId="{5C7B1468-E0D6-429B-8A69-3E42CEB95223}" destId="{A710DCBC-43A5-45DC-BB05-C4798C2C0A5B}" srcOrd="3" destOrd="0" presId="urn:microsoft.com/office/officeart/2005/8/layout/hierarchy1"/>
    <dgm:cxn modelId="{21A9D47B-A6B7-405E-B523-306DA7D65EFC}" type="presParOf" srcId="{A710DCBC-43A5-45DC-BB05-C4798C2C0A5B}" destId="{05047131-7C9A-4566-A761-FA7E72FFE075}" srcOrd="0" destOrd="0" presId="urn:microsoft.com/office/officeart/2005/8/layout/hierarchy1"/>
    <dgm:cxn modelId="{C5713DAB-945E-4BB0-A7D0-1B639AD3A56E}" type="presParOf" srcId="{05047131-7C9A-4566-A761-FA7E72FFE075}" destId="{1004B3C0-D871-4B5D-B8F5-4C7998AC479C}" srcOrd="0" destOrd="0" presId="urn:microsoft.com/office/officeart/2005/8/layout/hierarchy1"/>
    <dgm:cxn modelId="{188BE12E-1B60-4B3F-A2A6-2D3D5FE4F3DF}" type="presParOf" srcId="{05047131-7C9A-4566-A761-FA7E72FFE075}" destId="{A862293B-3C97-46C1-A7A9-39A1FA9C1ADE}" srcOrd="1" destOrd="0" presId="urn:microsoft.com/office/officeart/2005/8/layout/hierarchy1"/>
    <dgm:cxn modelId="{5C1C8088-DCD3-46D9-A8F8-4229C6AF93F8}" type="presParOf" srcId="{A710DCBC-43A5-45DC-BB05-C4798C2C0A5B}" destId="{AE752843-5F3B-43BD-A218-BBD1CB25944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582A92B-1F63-480D-807C-8826CEB50717}" type="doc">
      <dgm:prSet loTypeId="urn:microsoft.com/office/officeart/2005/8/layout/hierarchy1" loCatId="hierarchy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ru-RU"/>
        </a:p>
      </dgm:t>
    </dgm:pt>
    <dgm:pt modelId="{95F76D26-413A-4600-A789-3D36D2D6BC15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E0A3BDE5-027F-4B30-B5AF-B7293556F5DE}" type="parTrans" cxnId="{FEAC3513-03B4-4B0F-927B-5FE5AAFE3091}">
      <dgm:prSet/>
      <dgm:spPr>
        <a:ln>
          <a:solidFill>
            <a:srgbClr val="002060"/>
          </a:solidFill>
        </a:ln>
      </dgm:spPr>
      <dgm:t>
        <a:bodyPr/>
        <a:lstStyle/>
        <a:p>
          <a:endParaRPr lang="ru-RU"/>
        </a:p>
      </dgm:t>
    </dgm:pt>
    <dgm:pt modelId="{D33374EF-D11D-451D-91E1-8E5BE7081E2B}" type="sibTrans" cxnId="{FEAC3513-03B4-4B0F-927B-5FE5AAFE3091}">
      <dgm:prSet/>
      <dgm:spPr/>
      <dgm:t>
        <a:bodyPr/>
        <a:lstStyle/>
        <a:p>
          <a:endParaRPr lang="ru-RU"/>
        </a:p>
      </dgm:t>
    </dgm:pt>
    <dgm:pt modelId="{5BE5DF5F-331F-4F4D-8D0A-8FC904C7CBC3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058F3198-8DE7-4448-8940-BF69F9DD0DB2}" type="parTrans" cxnId="{7CD4AE7A-03F3-495A-BA77-AD276AE004BA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C5CF58A0-DE29-41B4-BBD3-CE4B7BA64C87}" type="sibTrans" cxnId="{7CD4AE7A-03F3-495A-BA77-AD276AE004BA}">
      <dgm:prSet/>
      <dgm:spPr/>
      <dgm:t>
        <a:bodyPr/>
        <a:lstStyle/>
        <a:p>
          <a:endParaRPr lang="ru-RU"/>
        </a:p>
      </dgm:t>
    </dgm:pt>
    <dgm:pt modelId="{2C6E1190-4467-4051-B00A-3AF75C2812DB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E97CD96E-804A-4AD4-AF5F-415D17CCA130}" type="parTrans" cxnId="{C6E5AA06-9C99-45EB-9B7B-4F9006999AA9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F3B4EB25-09BA-4A64-A40A-A93DCAF2A3D5}" type="sibTrans" cxnId="{C6E5AA06-9C99-45EB-9B7B-4F9006999AA9}">
      <dgm:prSet/>
      <dgm:spPr/>
      <dgm:t>
        <a:bodyPr/>
        <a:lstStyle/>
        <a:p>
          <a:endParaRPr lang="ru-RU"/>
        </a:p>
      </dgm:t>
    </dgm:pt>
    <dgm:pt modelId="{87785E6A-E265-40AF-92E3-6F37EAF4853C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03BE4073-00C2-4B3F-BE6E-75FF9D87CF66}" type="parTrans" cxnId="{57E8EA38-8B2E-448E-B185-5DA4407300F9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6906D24D-3D9D-4E02-BD66-725D77F2F9CF}" type="sibTrans" cxnId="{57E8EA38-8B2E-448E-B185-5DA4407300F9}">
      <dgm:prSet/>
      <dgm:spPr/>
      <dgm:t>
        <a:bodyPr/>
        <a:lstStyle/>
        <a:p>
          <a:endParaRPr lang="ru-RU"/>
        </a:p>
      </dgm:t>
    </dgm:pt>
    <dgm:pt modelId="{D43F3B2B-7EC4-4757-A07D-E8383491C8C4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E6B2EA82-26CF-4218-92BC-AACDE5E99D65}" type="parTrans" cxnId="{78271879-F72D-4023-99D8-E88501ABA10A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16B177D1-D6BE-45A6-902F-3B9104966E99}" type="sibTrans" cxnId="{78271879-F72D-4023-99D8-E88501ABA10A}">
      <dgm:prSet/>
      <dgm:spPr/>
      <dgm:t>
        <a:bodyPr/>
        <a:lstStyle/>
        <a:p>
          <a:endParaRPr lang="ru-RU"/>
        </a:p>
      </dgm:t>
    </dgm:pt>
    <dgm:pt modelId="{2C6259A7-6FB6-4043-8E20-1D19A67A7F9B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CDC6A708-B119-4061-966B-933C9394F31B}" type="parTrans" cxnId="{623AD610-4E46-4895-BAFF-84753BDD1638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54662317-2D73-432C-99C0-2894481630A7}" type="sibTrans" cxnId="{623AD610-4E46-4895-BAFF-84753BDD1638}">
      <dgm:prSet/>
      <dgm:spPr/>
      <dgm:t>
        <a:bodyPr/>
        <a:lstStyle/>
        <a:p>
          <a:endParaRPr lang="ru-RU"/>
        </a:p>
      </dgm:t>
    </dgm:pt>
    <dgm:pt modelId="{A1574131-9950-43D4-8CAA-D1DE0F813497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B33B8F04-46C7-4BD1-B355-E52BD94A58FC}" type="parTrans" cxnId="{2739B39D-8450-4689-BC01-04081F0AA5B4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282FB903-850F-404B-B498-47C785A9F1D1}" type="sibTrans" cxnId="{2739B39D-8450-4689-BC01-04081F0AA5B4}">
      <dgm:prSet/>
      <dgm:spPr/>
      <dgm:t>
        <a:bodyPr/>
        <a:lstStyle/>
        <a:p>
          <a:endParaRPr lang="ru-RU"/>
        </a:p>
      </dgm:t>
    </dgm:pt>
    <dgm:pt modelId="{66291382-7F2E-47D3-9577-3919FB0C481C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39D0050E-DA13-4D98-AB56-D4CF8914F161}" type="parTrans" cxnId="{8D0511CB-AA6D-42DC-BBA9-6C7B68F2CC6E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9852E1F2-6DFF-4D3C-9801-72B2F59B22B3}" type="sibTrans" cxnId="{8D0511CB-AA6D-42DC-BBA9-6C7B68F2CC6E}">
      <dgm:prSet/>
      <dgm:spPr/>
      <dgm:t>
        <a:bodyPr/>
        <a:lstStyle/>
        <a:p>
          <a:endParaRPr lang="ru-RU"/>
        </a:p>
      </dgm:t>
    </dgm:pt>
    <dgm:pt modelId="{595F96CA-F488-4FFF-BA0C-2AEBEC2CDFB0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A5450DE3-1258-47F8-82FF-091125228080}" type="parTrans" cxnId="{278E66FE-CB45-421B-8D58-E6664A4D932A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BD9E2692-E629-4294-A9CC-E91300F42EEC}" type="sibTrans" cxnId="{278E66FE-CB45-421B-8D58-E6664A4D932A}">
      <dgm:prSet/>
      <dgm:spPr/>
      <dgm:t>
        <a:bodyPr/>
        <a:lstStyle/>
        <a:p>
          <a:endParaRPr lang="ru-RU"/>
        </a:p>
      </dgm:t>
    </dgm:pt>
    <dgm:pt modelId="{553EDC4F-4D7E-4FCC-A810-3AB24EEC6554}" type="pres">
      <dgm:prSet presAssocID="{F582A92B-1F63-480D-807C-8826CEB5071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D8D14E1-4C9F-426B-9AD3-FFA92CE90619}" type="pres">
      <dgm:prSet presAssocID="{95F76D26-413A-4600-A789-3D36D2D6BC15}" presName="hierRoot1" presStyleCnt="0"/>
      <dgm:spPr/>
    </dgm:pt>
    <dgm:pt modelId="{7E4AD055-0F36-470C-A193-66672CF34DDF}" type="pres">
      <dgm:prSet presAssocID="{95F76D26-413A-4600-A789-3D36D2D6BC15}" presName="composite" presStyleCnt="0"/>
      <dgm:spPr/>
    </dgm:pt>
    <dgm:pt modelId="{D18AFFB3-DDA7-4873-8376-1A9571B90F4B}" type="pres">
      <dgm:prSet presAssocID="{95F76D26-413A-4600-A789-3D36D2D6BC15}" presName="background" presStyleLbl="node0" presStyleIdx="0" presStyleCnt="1"/>
      <dgm:spPr>
        <a:ln>
          <a:solidFill>
            <a:schemeClr val="accent6"/>
          </a:solidFill>
        </a:ln>
      </dgm:spPr>
    </dgm:pt>
    <dgm:pt modelId="{95C4C997-A996-4A6E-BC00-1304EFD1A932}" type="pres">
      <dgm:prSet presAssocID="{95F76D26-413A-4600-A789-3D36D2D6BC15}" presName="text" presStyleLbl="fgAcc0" presStyleIdx="0" presStyleCnt="1">
        <dgm:presLayoutVars>
          <dgm:chPref val="3"/>
        </dgm:presLayoutVars>
      </dgm:prSet>
      <dgm:spPr/>
    </dgm:pt>
    <dgm:pt modelId="{875FD88A-3854-411C-AF0B-DF1BB44CCA0F}" type="pres">
      <dgm:prSet presAssocID="{95F76D26-413A-4600-A789-3D36D2D6BC15}" presName="hierChild2" presStyleCnt="0"/>
      <dgm:spPr/>
    </dgm:pt>
    <dgm:pt modelId="{F0A0CF27-5DFD-4767-B8D5-8789479E20C2}" type="pres">
      <dgm:prSet presAssocID="{058F3198-8DE7-4448-8940-BF69F9DD0DB2}" presName="Name10" presStyleLbl="parChTrans1D2" presStyleIdx="0" presStyleCnt="3"/>
      <dgm:spPr/>
    </dgm:pt>
    <dgm:pt modelId="{48737549-6E0D-4DF7-8357-D40D4E7F8BD5}" type="pres">
      <dgm:prSet presAssocID="{5BE5DF5F-331F-4F4D-8D0A-8FC904C7CBC3}" presName="hierRoot2" presStyleCnt="0"/>
      <dgm:spPr/>
    </dgm:pt>
    <dgm:pt modelId="{EE87C76F-3E65-4803-99B0-E7301EBBF942}" type="pres">
      <dgm:prSet presAssocID="{5BE5DF5F-331F-4F4D-8D0A-8FC904C7CBC3}" presName="composite2" presStyleCnt="0"/>
      <dgm:spPr/>
    </dgm:pt>
    <dgm:pt modelId="{D2DE6225-7924-4AC2-BDAC-53082A6EFC0E}" type="pres">
      <dgm:prSet presAssocID="{5BE5DF5F-331F-4F4D-8D0A-8FC904C7CBC3}" presName="background2" presStyleLbl="node2" presStyleIdx="0" presStyleCnt="3"/>
      <dgm:spPr>
        <a:ln>
          <a:solidFill>
            <a:schemeClr val="accent6"/>
          </a:solidFill>
        </a:ln>
      </dgm:spPr>
    </dgm:pt>
    <dgm:pt modelId="{B3E792AB-97E0-4E7E-A285-4E6279FD7619}" type="pres">
      <dgm:prSet presAssocID="{5BE5DF5F-331F-4F4D-8D0A-8FC904C7CBC3}" presName="text2" presStyleLbl="fgAcc2" presStyleIdx="0" presStyleCnt="3">
        <dgm:presLayoutVars>
          <dgm:chPref val="3"/>
        </dgm:presLayoutVars>
      </dgm:prSet>
      <dgm:spPr/>
    </dgm:pt>
    <dgm:pt modelId="{95CE9D3C-8D67-48C4-8B0F-F06BEEA43034}" type="pres">
      <dgm:prSet presAssocID="{5BE5DF5F-331F-4F4D-8D0A-8FC904C7CBC3}" presName="hierChild3" presStyleCnt="0"/>
      <dgm:spPr/>
    </dgm:pt>
    <dgm:pt modelId="{47A57019-C6DF-45F3-85A8-4BBFD90AE503}" type="pres">
      <dgm:prSet presAssocID="{E97CD96E-804A-4AD4-AF5F-415D17CCA130}" presName="Name17" presStyleLbl="parChTrans1D3" presStyleIdx="0" presStyleCnt="3"/>
      <dgm:spPr/>
    </dgm:pt>
    <dgm:pt modelId="{F3800854-0029-4F35-B9BA-516E070AE4AF}" type="pres">
      <dgm:prSet presAssocID="{2C6E1190-4467-4051-B00A-3AF75C2812DB}" presName="hierRoot3" presStyleCnt="0"/>
      <dgm:spPr/>
    </dgm:pt>
    <dgm:pt modelId="{8F2923BD-12B8-4E74-A597-A0A4A8EBBAB2}" type="pres">
      <dgm:prSet presAssocID="{2C6E1190-4467-4051-B00A-3AF75C2812DB}" presName="composite3" presStyleCnt="0"/>
      <dgm:spPr/>
    </dgm:pt>
    <dgm:pt modelId="{7F113D5F-CA56-45CC-926C-5A43D0B6021B}" type="pres">
      <dgm:prSet presAssocID="{2C6E1190-4467-4051-B00A-3AF75C2812DB}" presName="background3" presStyleLbl="node3" presStyleIdx="0" presStyleCnt="3"/>
      <dgm:spPr>
        <a:ln>
          <a:solidFill>
            <a:schemeClr val="accent6"/>
          </a:solidFill>
        </a:ln>
      </dgm:spPr>
    </dgm:pt>
    <dgm:pt modelId="{F9CD4C7A-59D8-488C-A9A8-6C8E3A5AD228}" type="pres">
      <dgm:prSet presAssocID="{2C6E1190-4467-4051-B00A-3AF75C2812DB}" presName="text3" presStyleLbl="fgAcc3" presStyleIdx="0" presStyleCnt="3">
        <dgm:presLayoutVars>
          <dgm:chPref val="3"/>
        </dgm:presLayoutVars>
      </dgm:prSet>
      <dgm:spPr/>
    </dgm:pt>
    <dgm:pt modelId="{76F6C992-5330-4C36-BC7F-BDA6A27FFFC7}" type="pres">
      <dgm:prSet presAssocID="{2C6E1190-4467-4051-B00A-3AF75C2812DB}" presName="hierChild4" presStyleCnt="0"/>
      <dgm:spPr/>
    </dgm:pt>
    <dgm:pt modelId="{72348B47-7A9F-47E2-A05B-12B37262FC3C}" type="pres">
      <dgm:prSet presAssocID="{03BE4073-00C2-4B3F-BE6E-75FF9D87CF66}" presName="Name23" presStyleLbl="parChTrans1D4" presStyleIdx="0" presStyleCnt="2"/>
      <dgm:spPr/>
    </dgm:pt>
    <dgm:pt modelId="{AD83A215-7C39-4F34-A82C-7512F6970C92}" type="pres">
      <dgm:prSet presAssocID="{87785E6A-E265-40AF-92E3-6F37EAF4853C}" presName="hierRoot4" presStyleCnt="0"/>
      <dgm:spPr/>
    </dgm:pt>
    <dgm:pt modelId="{146964AD-B4CD-4A27-9F22-020010879E67}" type="pres">
      <dgm:prSet presAssocID="{87785E6A-E265-40AF-92E3-6F37EAF4853C}" presName="composite4" presStyleCnt="0"/>
      <dgm:spPr/>
    </dgm:pt>
    <dgm:pt modelId="{8918889C-C13A-4C42-8710-62AFB2065CC8}" type="pres">
      <dgm:prSet presAssocID="{87785E6A-E265-40AF-92E3-6F37EAF4853C}" presName="background4" presStyleLbl="node4" presStyleIdx="0" presStyleCnt="2"/>
      <dgm:spPr>
        <a:ln>
          <a:solidFill>
            <a:schemeClr val="accent6"/>
          </a:solidFill>
        </a:ln>
      </dgm:spPr>
    </dgm:pt>
    <dgm:pt modelId="{83184614-3E7D-4D3E-8B4A-A23D96424705}" type="pres">
      <dgm:prSet presAssocID="{87785E6A-E265-40AF-92E3-6F37EAF4853C}" presName="text4" presStyleLbl="fgAcc4" presStyleIdx="0" presStyleCnt="2">
        <dgm:presLayoutVars>
          <dgm:chPref val="3"/>
        </dgm:presLayoutVars>
      </dgm:prSet>
      <dgm:spPr/>
    </dgm:pt>
    <dgm:pt modelId="{45ECF47A-16C9-45BD-B363-2ABAE017611D}" type="pres">
      <dgm:prSet presAssocID="{87785E6A-E265-40AF-92E3-6F37EAF4853C}" presName="hierChild5" presStyleCnt="0"/>
      <dgm:spPr/>
    </dgm:pt>
    <dgm:pt modelId="{7C2EB1AE-80E4-47BC-90AC-4622CDDFE428}" type="pres">
      <dgm:prSet presAssocID="{E6B2EA82-26CF-4218-92BC-AACDE5E99D65}" presName="Name23" presStyleLbl="parChTrans1D4" presStyleIdx="1" presStyleCnt="2"/>
      <dgm:spPr/>
    </dgm:pt>
    <dgm:pt modelId="{45E067B6-FA3A-4525-BACE-7C1EB0AFA798}" type="pres">
      <dgm:prSet presAssocID="{D43F3B2B-7EC4-4757-A07D-E8383491C8C4}" presName="hierRoot4" presStyleCnt="0"/>
      <dgm:spPr/>
    </dgm:pt>
    <dgm:pt modelId="{7E7B2F49-1B70-4ED7-B8E0-38CD9892E1CC}" type="pres">
      <dgm:prSet presAssocID="{D43F3B2B-7EC4-4757-A07D-E8383491C8C4}" presName="composite4" presStyleCnt="0"/>
      <dgm:spPr/>
    </dgm:pt>
    <dgm:pt modelId="{1B3191B1-9394-4EE7-BC38-67FD27AA4994}" type="pres">
      <dgm:prSet presAssocID="{D43F3B2B-7EC4-4757-A07D-E8383491C8C4}" presName="background4" presStyleLbl="node4" presStyleIdx="1" presStyleCnt="2"/>
      <dgm:spPr>
        <a:ln>
          <a:solidFill>
            <a:schemeClr val="accent6"/>
          </a:solidFill>
        </a:ln>
      </dgm:spPr>
    </dgm:pt>
    <dgm:pt modelId="{87B64C8B-D018-4532-8962-040955A9A71C}" type="pres">
      <dgm:prSet presAssocID="{D43F3B2B-7EC4-4757-A07D-E8383491C8C4}" presName="text4" presStyleLbl="fgAcc4" presStyleIdx="1" presStyleCnt="2">
        <dgm:presLayoutVars>
          <dgm:chPref val="3"/>
        </dgm:presLayoutVars>
      </dgm:prSet>
      <dgm:spPr/>
    </dgm:pt>
    <dgm:pt modelId="{3607AFF2-F6AE-481A-B558-0774061ECCCC}" type="pres">
      <dgm:prSet presAssocID="{D43F3B2B-7EC4-4757-A07D-E8383491C8C4}" presName="hierChild5" presStyleCnt="0"/>
      <dgm:spPr/>
    </dgm:pt>
    <dgm:pt modelId="{E4A9AF6A-5BDF-4FA2-95BF-3E6D79EDBA65}" type="pres">
      <dgm:prSet presAssocID="{B33B8F04-46C7-4BD1-B355-E52BD94A58FC}" presName="Name10" presStyleLbl="parChTrans1D2" presStyleIdx="1" presStyleCnt="3"/>
      <dgm:spPr/>
    </dgm:pt>
    <dgm:pt modelId="{8F99C2C1-5688-432B-8C1A-7F9F526EAB8F}" type="pres">
      <dgm:prSet presAssocID="{A1574131-9950-43D4-8CAA-D1DE0F813497}" presName="hierRoot2" presStyleCnt="0"/>
      <dgm:spPr/>
    </dgm:pt>
    <dgm:pt modelId="{7C8E2582-2D86-486E-945D-2D1702C96A31}" type="pres">
      <dgm:prSet presAssocID="{A1574131-9950-43D4-8CAA-D1DE0F813497}" presName="composite2" presStyleCnt="0"/>
      <dgm:spPr/>
    </dgm:pt>
    <dgm:pt modelId="{794D0F37-21A5-402C-9CAD-5C1FBF6FC6F1}" type="pres">
      <dgm:prSet presAssocID="{A1574131-9950-43D4-8CAA-D1DE0F813497}" presName="background2" presStyleLbl="node2" presStyleIdx="1" presStyleCnt="3"/>
      <dgm:spPr>
        <a:ln>
          <a:solidFill>
            <a:schemeClr val="accent6"/>
          </a:solidFill>
        </a:ln>
      </dgm:spPr>
    </dgm:pt>
    <dgm:pt modelId="{7F075215-682A-482F-987B-E35770DEAF21}" type="pres">
      <dgm:prSet presAssocID="{A1574131-9950-43D4-8CAA-D1DE0F813497}" presName="text2" presStyleLbl="fgAcc2" presStyleIdx="1" presStyleCnt="3">
        <dgm:presLayoutVars>
          <dgm:chPref val="3"/>
        </dgm:presLayoutVars>
      </dgm:prSet>
      <dgm:spPr/>
    </dgm:pt>
    <dgm:pt modelId="{9C2ACCF9-A19F-41DE-B94B-10031BBA04EA}" type="pres">
      <dgm:prSet presAssocID="{A1574131-9950-43D4-8CAA-D1DE0F813497}" presName="hierChild3" presStyleCnt="0"/>
      <dgm:spPr/>
    </dgm:pt>
    <dgm:pt modelId="{1636DDCF-D976-4507-A7D8-5065FC5A0866}" type="pres">
      <dgm:prSet presAssocID="{39D0050E-DA13-4D98-AB56-D4CF8914F161}" presName="Name10" presStyleLbl="parChTrans1D2" presStyleIdx="2" presStyleCnt="3"/>
      <dgm:spPr/>
    </dgm:pt>
    <dgm:pt modelId="{09737AF4-79DB-4F6D-9873-AD0F69074E40}" type="pres">
      <dgm:prSet presAssocID="{66291382-7F2E-47D3-9577-3919FB0C481C}" presName="hierRoot2" presStyleCnt="0"/>
      <dgm:spPr/>
    </dgm:pt>
    <dgm:pt modelId="{8CF7BB18-0E1B-4D5F-9C80-2BDDB3C856FC}" type="pres">
      <dgm:prSet presAssocID="{66291382-7F2E-47D3-9577-3919FB0C481C}" presName="composite2" presStyleCnt="0"/>
      <dgm:spPr/>
    </dgm:pt>
    <dgm:pt modelId="{1B4B55E5-8CD1-44FE-90C7-89AB458CACEA}" type="pres">
      <dgm:prSet presAssocID="{66291382-7F2E-47D3-9577-3919FB0C481C}" presName="background2" presStyleLbl="node2" presStyleIdx="2" presStyleCnt="3"/>
      <dgm:spPr>
        <a:ln>
          <a:solidFill>
            <a:schemeClr val="accent6"/>
          </a:solidFill>
        </a:ln>
      </dgm:spPr>
    </dgm:pt>
    <dgm:pt modelId="{584FEDD1-F2C3-4942-8929-40DD69D6BF22}" type="pres">
      <dgm:prSet presAssocID="{66291382-7F2E-47D3-9577-3919FB0C481C}" presName="text2" presStyleLbl="fgAcc2" presStyleIdx="2" presStyleCnt="3">
        <dgm:presLayoutVars>
          <dgm:chPref val="3"/>
        </dgm:presLayoutVars>
      </dgm:prSet>
      <dgm:spPr/>
    </dgm:pt>
    <dgm:pt modelId="{5C7B1468-E0D6-429B-8A69-3E42CEB95223}" type="pres">
      <dgm:prSet presAssocID="{66291382-7F2E-47D3-9577-3919FB0C481C}" presName="hierChild3" presStyleCnt="0"/>
      <dgm:spPr/>
    </dgm:pt>
    <dgm:pt modelId="{544B0DFA-86FF-47B5-86BF-063CAD16807D}" type="pres">
      <dgm:prSet presAssocID="{A5450DE3-1258-47F8-82FF-091125228080}" presName="Name17" presStyleLbl="parChTrans1D3" presStyleIdx="1" presStyleCnt="3"/>
      <dgm:spPr/>
    </dgm:pt>
    <dgm:pt modelId="{61B206F8-8261-46B9-B633-38135710E7D3}" type="pres">
      <dgm:prSet presAssocID="{595F96CA-F488-4FFF-BA0C-2AEBEC2CDFB0}" presName="hierRoot3" presStyleCnt="0"/>
      <dgm:spPr/>
    </dgm:pt>
    <dgm:pt modelId="{55404534-4EAD-460F-8E82-E19AF102F54C}" type="pres">
      <dgm:prSet presAssocID="{595F96CA-F488-4FFF-BA0C-2AEBEC2CDFB0}" presName="composite3" presStyleCnt="0"/>
      <dgm:spPr/>
    </dgm:pt>
    <dgm:pt modelId="{8257ABB3-5D1D-44E1-921F-A325A0757A87}" type="pres">
      <dgm:prSet presAssocID="{595F96CA-F488-4FFF-BA0C-2AEBEC2CDFB0}" presName="background3" presStyleLbl="node3" presStyleIdx="1" presStyleCnt="3"/>
      <dgm:spPr>
        <a:ln>
          <a:solidFill>
            <a:schemeClr val="accent6"/>
          </a:solidFill>
        </a:ln>
      </dgm:spPr>
    </dgm:pt>
    <dgm:pt modelId="{9C47FE9B-549D-4A74-A034-F3285430D2E5}" type="pres">
      <dgm:prSet presAssocID="{595F96CA-F488-4FFF-BA0C-2AEBEC2CDFB0}" presName="text3" presStyleLbl="fgAcc3" presStyleIdx="1" presStyleCnt="3">
        <dgm:presLayoutVars>
          <dgm:chPref val="3"/>
        </dgm:presLayoutVars>
      </dgm:prSet>
      <dgm:spPr/>
    </dgm:pt>
    <dgm:pt modelId="{23CD7DEB-C64F-43A5-83DE-7BB8F4AA7972}" type="pres">
      <dgm:prSet presAssocID="{595F96CA-F488-4FFF-BA0C-2AEBEC2CDFB0}" presName="hierChild4" presStyleCnt="0"/>
      <dgm:spPr/>
    </dgm:pt>
    <dgm:pt modelId="{6EDF5329-46A1-4944-AFA9-8F8D763728F2}" type="pres">
      <dgm:prSet presAssocID="{CDC6A708-B119-4061-966B-933C9394F31B}" presName="Name17" presStyleLbl="parChTrans1D3" presStyleIdx="2" presStyleCnt="3"/>
      <dgm:spPr/>
    </dgm:pt>
    <dgm:pt modelId="{A710DCBC-43A5-45DC-BB05-C4798C2C0A5B}" type="pres">
      <dgm:prSet presAssocID="{2C6259A7-6FB6-4043-8E20-1D19A67A7F9B}" presName="hierRoot3" presStyleCnt="0"/>
      <dgm:spPr/>
    </dgm:pt>
    <dgm:pt modelId="{05047131-7C9A-4566-A761-FA7E72FFE075}" type="pres">
      <dgm:prSet presAssocID="{2C6259A7-6FB6-4043-8E20-1D19A67A7F9B}" presName="composite3" presStyleCnt="0"/>
      <dgm:spPr/>
    </dgm:pt>
    <dgm:pt modelId="{1004B3C0-D871-4B5D-B8F5-4C7998AC479C}" type="pres">
      <dgm:prSet presAssocID="{2C6259A7-6FB6-4043-8E20-1D19A67A7F9B}" presName="background3" presStyleLbl="node3" presStyleIdx="2" presStyleCnt="3"/>
      <dgm:spPr>
        <a:ln>
          <a:solidFill>
            <a:schemeClr val="accent6"/>
          </a:solidFill>
        </a:ln>
      </dgm:spPr>
    </dgm:pt>
    <dgm:pt modelId="{A862293B-3C97-46C1-A7A9-39A1FA9C1ADE}" type="pres">
      <dgm:prSet presAssocID="{2C6259A7-6FB6-4043-8E20-1D19A67A7F9B}" presName="text3" presStyleLbl="fgAcc3" presStyleIdx="2" presStyleCnt="3">
        <dgm:presLayoutVars>
          <dgm:chPref val="3"/>
        </dgm:presLayoutVars>
      </dgm:prSet>
      <dgm:spPr/>
    </dgm:pt>
    <dgm:pt modelId="{AE752843-5F3B-43BD-A218-BBD1CB259446}" type="pres">
      <dgm:prSet presAssocID="{2C6259A7-6FB6-4043-8E20-1D19A67A7F9B}" presName="hierChild4" presStyleCnt="0"/>
      <dgm:spPr/>
    </dgm:pt>
  </dgm:ptLst>
  <dgm:cxnLst>
    <dgm:cxn modelId="{8B0FBE00-F16C-4D94-8E29-0B88E9C9C506}" type="presOf" srcId="{39D0050E-DA13-4D98-AB56-D4CF8914F161}" destId="{1636DDCF-D976-4507-A7D8-5065FC5A0866}" srcOrd="0" destOrd="0" presId="urn:microsoft.com/office/officeart/2005/8/layout/hierarchy1"/>
    <dgm:cxn modelId="{C6E5AA06-9C99-45EB-9B7B-4F9006999AA9}" srcId="{5BE5DF5F-331F-4F4D-8D0A-8FC904C7CBC3}" destId="{2C6E1190-4467-4051-B00A-3AF75C2812DB}" srcOrd="0" destOrd="0" parTransId="{E97CD96E-804A-4AD4-AF5F-415D17CCA130}" sibTransId="{F3B4EB25-09BA-4A64-A40A-A93DCAF2A3D5}"/>
    <dgm:cxn modelId="{FD86760E-EDA4-410F-B809-88264607D56D}" type="presOf" srcId="{5BE5DF5F-331F-4F4D-8D0A-8FC904C7CBC3}" destId="{B3E792AB-97E0-4E7E-A285-4E6279FD7619}" srcOrd="0" destOrd="0" presId="urn:microsoft.com/office/officeart/2005/8/layout/hierarchy1"/>
    <dgm:cxn modelId="{623AD610-4E46-4895-BAFF-84753BDD1638}" srcId="{66291382-7F2E-47D3-9577-3919FB0C481C}" destId="{2C6259A7-6FB6-4043-8E20-1D19A67A7F9B}" srcOrd="1" destOrd="0" parTransId="{CDC6A708-B119-4061-966B-933C9394F31B}" sibTransId="{54662317-2D73-432C-99C0-2894481630A7}"/>
    <dgm:cxn modelId="{FEAC3513-03B4-4B0F-927B-5FE5AAFE3091}" srcId="{F582A92B-1F63-480D-807C-8826CEB50717}" destId="{95F76D26-413A-4600-A789-3D36D2D6BC15}" srcOrd="0" destOrd="0" parTransId="{E0A3BDE5-027F-4B30-B5AF-B7293556F5DE}" sibTransId="{D33374EF-D11D-451D-91E1-8E5BE7081E2B}"/>
    <dgm:cxn modelId="{4E6F5814-75B8-439A-B08B-523C98BAB186}" type="presOf" srcId="{03BE4073-00C2-4B3F-BE6E-75FF9D87CF66}" destId="{72348B47-7A9F-47E2-A05B-12B37262FC3C}" srcOrd="0" destOrd="0" presId="urn:microsoft.com/office/officeart/2005/8/layout/hierarchy1"/>
    <dgm:cxn modelId="{A4597C15-96EF-48AD-A44B-FC10DF67405F}" type="presOf" srcId="{2C6E1190-4467-4051-B00A-3AF75C2812DB}" destId="{F9CD4C7A-59D8-488C-A9A8-6C8E3A5AD228}" srcOrd="0" destOrd="0" presId="urn:microsoft.com/office/officeart/2005/8/layout/hierarchy1"/>
    <dgm:cxn modelId="{E214BB15-ADF3-4BC1-81D2-5594BE97CDF4}" type="presOf" srcId="{595F96CA-F488-4FFF-BA0C-2AEBEC2CDFB0}" destId="{9C47FE9B-549D-4A74-A034-F3285430D2E5}" srcOrd="0" destOrd="0" presId="urn:microsoft.com/office/officeart/2005/8/layout/hierarchy1"/>
    <dgm:cxn modelId="{344E2734-BE97-45D4-A0CD-20F3F5A7CD86}" type="presOf" srcId="{66291382-7F2E-47D3-9577-3919FB0C481C}" destId="{584FEDD1-F2C3-4942-8929-40DD69D6BF22}" srcOrd="0" destOrd="0" presId="urn:microsoft.com/office/officeart/2005/8/layout/hierarchy1"/>
    <dgm:cxn modelId="{57E8EA38-8B2E-448E-B185-5DA4407300F9}" srcId="{2C6E1190-4467-4051-B00A-3AF75C2812DB}" destId="{87785E6A-E265-40AF-92E3-6F37EAF4853C}" srcOrd="0" destOrd="0" parTransId="{03BE4073-00C2-4B3F-BE6E-75FF9D87CF66}" sibTransId="{6906D24D-3D9D-4E02-BD66-725D77F2F9CF}"/>
    <dgm:cxn modelId="{54E97A3C-FD2E-4915-B74D-3882089593F1}" type="presOf" srcId="{D43F3B2B-7EC4-4757-A07D-E8383491C8C4}" destId="{87B64C8B-D018-4532-8962-040955A9A71C}" srcOrd="0" destOrd="0" presId="urn:microsoft.com/office/officeart/2005/8/layout/hierarchy1"/>
    <dgm:cxn modelId="{D749CC4C-EC86-4C8F-B2EB-A4156F353F4B}" type="presOf" srcId="{A1574131-9950-43D4-8CAA-D1DE0F813497}" destId="{7F075215-682A-482F-987B-E35770DEAF21}" srcOrd="0" destOrd="0" presId="urn:microsoft.com/office/officeart/2005/8/layout/hierarchy1"/>
    <dgm:cxn modelId="{78271879-F72D-4023-99D8-E88501ABA10A}" srcId="{2C6E1190-4467-4051-B00A-3AF75C2812DB}" destId="{D43F3B2B-7EC4-4757-A07D-E8383491C8C4}" srcOrd="1" destOrd="0" parTransId="{E6B2EA82-26CF-4218-92BC-AACDE5E99D65}" sibTransId="{16B177D1-D6BE-45A6-902F-3B9104966E99}"/>
    <dgm:cxn modelId="{7CD4AE7A-03F3-495A-BA77-AD276AE004BA}" srcId="{95F76D26-413A-4600-A789-3D36D2D6BC15}" destId="{5BE5DF5F-331F-4F4D-8D0A-8FC904C7CBC3}" srcOrd="0" destOrd="0" parTransId="{058F3198-8DE7-4448-8940-BF69F9DD0DB2}" sibTransId="{C5CF58A0-DE29-41B4-BBD3-CE4B7BA64C87}"/>
    <dgm:cxn modelId="{ECCC9880-C1DA-4376-9588-880119A646BF}" type="presOf" srcId="{95F76D26-413A-4600-A789-3D36D2D6BC15}" destId="{95C4C997-A996-4A6E-BC00-1304EFD1A932}" srcOrd="0" destOrd="0" presId="urn:microsoft.com/office/officeart/2005/8/layout/hierarchy1"/>
    <dgm:cxn modelId="{B8F61E8C-9145-42C0-BA34-C825AE9A5257}" type="presOf" srcId="{CDC6A708-B119-4061-966B-933C9394F31B}" destId="{6EDF5329-46A1-4944-AFA9-8F8D763728F2}" srcOrd="0" destOrd="0" presId="urn:microsoft.com/office/officeart/2005/8/layout/hierarchy1"/>
    <dgm:cxn modelId="{F72BF79B-DBD1-4A3B-B92A-6D6156534FA4}" type="presOf" srcId="{E97CD96E-804A-4AD4-AF5F-415D17CCA130}" destId="{47A57019-C6DF-45F3-85A8-4BBFD90AE503}" srcOrd="0" destOrd="0" presId="urn:microsoft.com/office/officeart/2005/8/layout/hierarchy1"/>
    <dgm:cxn modelId="{2739B39D-8450-4689-BC01-04081F0AA5B4}" srcId="{95F76D26-413A-4600-A789-3D36D2D6BC15}" destId="{A1574131-9950-43D4-8CAA-D1DE0F813497}" srcOrd="1" destOrd="0" parTransId="{B33B8F04-46C7-4BD1-B355-E52BD94A58FC}" sibTransId="{282FB903-850F-404B-B498-47C785A9F1D1}"/>
    <dgm:cxn modelId="{B7940AA6-8BD8-4B16-B726-592C430C36FD}" type="presOf" srcId="{058F3198-8DE7-4448-8940-BF69F9DD0DB2}" destId="{F0A0CF27-5DFD-4767-B8D5-8789479E20C2}" srcOrd="0" destOrd="0" presId="urn:microsoft.com/office/officeart/2005/8/layout/hierarchy1"/>
    <dgm:cxn modelId="{B70221AA-2015-49DF-91D7-8D18B19EED75}" type="presOf" srcId="{E6B2EA82-26CF-4218-92BC-AACDE5E99D65}" destId="{7C2EB1AE-80E4-47BC-90AC-4622CDDFE428}" srcOrd="0" destOrd="0" presId="urn:microsoft.com/office/officeart/2005/8/layout/hierarchy1"/>
    <dgm:cxn modelId="{AAF4AAC2-80DF-4226-8DD5-CCECB6BAB428}" type="presOf" srcId="{2C6259A7-6FB6-4043-8E20-1D19A67A7F9B}" destId="{A862293B-3C97-46C1-A7A9-39A1FA9C1ADE}" srcOrd="0" destOrd="0" presId="urn:microsoft.com/office/officeart/2005/8/layout/hierarchy1"/>
    <dgm:cxn modelId="{8D0511CB-AA6D-42DC-BBA9-6C7B68F2CC6E}" srcId="{95F76D26-413A-4600-A789-3D36D2D6BC15}" destId="{66291382-7F2E-47D3-9577-3919FB0C481C}" srcOrd="2" destOrd="0" parTransId="{39D0050E-DA13-4D98-AB56-D4CF8914F161}" sibTransId="{9852E1F2-6DFF-4D3C-9801-72B2F59B22B3}"/>
    <dgm:cxn modelId="{5FE7C1DA-B624-4B5B-96A3-390B963DE0CC}" type="presOf" srcId="{A5450DE3-1258-47F8-82FF-091125228080}" destId="{544B0DFA-86FF-47B5-86BF-063CAD16807D}" srcOrd="0" destOrd="0" presId="urn:microsoft.com/office/officeart/2005/8/layout/hierarchy1"/>
    <dgm:cxn modelId="{A6A87EDE-A149-45BB-BB50-9747E58DA2AC}" type="presOf" srcId="{F582A92B-1F63-480D-807C-8826CEB50717}" destId="{553EDC4F-4D7E-4FCC-A810-3AB24EEC6554}" srcOrd="0" destOrd="0" presId="urn:microsoft.com/office/officeart/2005/8/layout/hierarchy1"/>
    <dgm:cxn modelId="{34CE35EB-D1E3-45E6-8326-E4CAF3C66B35}" type="presOf" srcId="{B33B8F04-46C7-4BD1-B355-E52BD94A58FC}" destId="{E4A9AF6A-5BDF-4FA2-95BF-3E6D79EDBA65}" srcOrd="0" destOrd="0" presId="urn:microsoft.com/office/officeart/2005/8/layout/hierarchy1"/>
    <dgm:cxn modelId="{3B9F99F5-AE2F-44B9-AAC8-30F75AB853BC}" type="presOf" srcId="{87785E6A-E265-40AF-92E3-6F37EAF4853C}" destId="{83184614-3E7D-4D3E-8B4A-A23D96424705}" srcOrd="0" destOrd="0" presId="urn:microsoft.com/office/officeart/2005/8/layout/hierarchy1"/>
    <dgm:cxn modelId="{278E66FE-CB45-421B-8D58-E6664A4D932A}" srcId="{66291382-7F2E-47D3-9577-3919FB0C481C}" destId="{595F96CA-F488-4FFF-BA0C-2AEBEC2CDFB0}" srcOrd="0" destOrd="0" parTransId="{A5450DE3-1258-47F8-82FF-091125228080}" sibTransId="{BD9E2692-E629-4294-A9CC-E91300F42EEC}"/>
    <dgm:cxn modelId="{929FA69B-9380-419B-A6FB-40840F7E9323}" type="presParOf" srcId="{553EDC4F-4D7E-4FCC-A810-3AB24EEC6554}" destId="{ED8D14E1-4C9F-426B-9AD3-FFA92CE90619}" srcOrd="0" destOrd="0" presId="urn:microsoft.com/office/officeart/2005/8/layout/hierarchy1"/>
    <dgm:cxn modelId="{1815C0DB-36B4-40E8-9CE1-873F1C577671}" type="presParOf" srcId="{ED8D14E1-4C9F-426B-9AD3-FFA92CE90619}" destId="{7E4AD055-0F36-470C-A193-66672CF34DDF}" srcOrd="0" destOrd="0" presId="urn:microsoft.com/office/officeart/2005/8/layout/hierarchy1"/>
    <dgm:cxn modelId="{717E30C8-462B-4C76-822C-F17683451A08}" type="presParOf" srcId="{7E4AD055-0F36-470C-A193-66672CF34DDF}" destId="{D18AFFB3-DDA7-4873-8376-1A9571B90F4B}" srcOrd="0" destOrd="0" presId="urn:microsoft.com/office/officeart/2005/8/layout/hierarchy1"/>
    <dgm:cxn modelId="{83F92E07-034B-4681-93E7-51AD6A61501F}" type="presParOf" srcId="{7E4AD055-0F36-470C-A193-66672CF34DDF}" destId="{95C4C997-A996-4A6E-BC00-1304EFD1A932}" srcOrd="1" destOrd="0" presId="urn:microsoft.com/office/officeart/2005/8/layout/hierarchy1"/>
    <dgm:cxn modelId="{AF3F3F3E-AC3A-4A56-9AA4-C1407FEA9CD6}" type="presParOf" srcId="{ED8D14E1-4C9F-426B-9AD3-FFA92CE90619}" destId="{875FD88A-3854-411C-AF0B-DF1BB44CCA0F}" srcOrd="1" destOrd="0" presId="urn:microsoft.com/office/officeart/2005/8/layout/hierarchy1"/>
    <dgm:cxn modelId="{C543B4A6-1432-438A-B004-4C4DD03167F2}" type="presParOf" srcId="{875FD88A-3854-411C-AF0B-DF1BB44CCA0F}" destId="{F0A0CF27-5DFD-4767-B8D5-8789479E20C2}" srcOrd="0" destOrd="0" presId="urn:microsoft.com/office/officeart/2005/8/layout/hierarchy1"/>
    <dgm:cxn modelId="{D97789BB-9494-4A73-ACAF-643D339CDE37}" type="presParOf" srcId="{875FD88A-3854-411C-AF0B-DF1BB44CCA0F}" destId="{48737549-6E0D-4DF7-8357-D40D4E7F8BD5}" srcOrd="1" destOrd="0" presId="urn:microsoft.com/office/officeart/2005/8/layout/hierarchy1"/>
    <dgm:cxn modelId="{94984557-374B-4CD9-A67E-2CF4927EEDF7}" type="presParOf" srcId="{48737549-6E0D-4DF7-8357-D40D4E7F8BD5}" destId="{EE87C76F-3E65-4803-99B0-E7301EBBF942}" srcOrd="0" destOrd="0" presId="urn:microsoft.com/office/officeart/2005/8/layout/hierarchy1"/>
    <dgm:cxn modelId="{96EE04C6-2AD9-4D57-B3D4-F4760A2F7E18}" type="presParOf" srcId="{EE87C76F-3E65-4803-99B0-E7301EBBF942}" destId="{D2DE6225-7924-4AC2-BDAC-53082A6EFC0E}" srcOrd="0" destOrd="0" presId="urn:microsoft.com/office/officeart/2005/8/layout/hierarchy1"/>
    <dgm:cxn modelId="{ECCE20CC-8C29-4439-8EA5-B2DDD30F9F18}" type="presParOf" srcId="{EE87C76F-3E65-4803-99B0-E7301EBBF942}" destId="{B3E792AB-97E0-4E7E-A285-4E6279FD7619}" srcOrd="1" destOrd="0" presId="urn:microsoft.com/office/officeart/2005/8/layout/hierarchy1"/>
    <dgm:cxn modelId="{BBFCAC01-6654-41C4-8982-9B177E08FB62}" type="presParOf" srcId="{48737549-6E0D-4DF7-8357-D40D4E7F8BD5}" destId="{95CE9D3C-8D67-48C4-8B0F-F06BEEA43034}" srcOrd="1" destOrd="0" presId="urn:microsoft.com/office/officeart/2005/8/layout/hierarchy1"/>
    <dgm:cxn modelId="{5E9DF46F-AD85-4245-A7E5-CB0671340D88}" type="presParOf" srcId="{95CE9D3C-8D67-48C4-8B0F-F06BEEA43034}" destId="{47A57019-C6DF-45F3-85A8-4BBFD90AE503}" srcOrd="0" destOrd="0" presId="urn:microsoft.com/office/officeart/2005/8/layout/hierarchy1"/>
    <dgm:cxn modelId="{46EE57AA-E0BF-4013-9438-333C0F59E98B}" type="presParOf" srcId="{95CE9D3C-8D67-48C4-8B0F-F06BEEA43034}" destId="{F3800854-0029-4F35-B9BA-516E070AE4AF}" srcOrd="1" destOrd="0" presId="urn:microsoft.com/office/officeart/2005/8/layout/hierarchy1"/>
    <dgm:cxn modelId="{9ABD91A7-D58C-481D-B140-8E2E6D7AE397}" type="presParOf" srcId="{F3800854-0029-4F35-B9BA-516E070AE4AF}" destId="{8F2923BD-12B8-4E74-A597-A0A4A8EBBAB2}" srcOrd="0" destOrd="0" presId="urn:microsoft.com/office/officeart/2005/8/layout/hierarchy1"/>
    <dgm:cxn modelId="{3F67F32E-0359-40D5-B14C-986B8E13E374}" type="presParOf" srcId="{8F2923BD-12B8-4E74-A597-A0A4A8EBBAB2}" destId="{7F113D5F-CA56-45CC-926C-5A43D0B6021B}" srcOrd="0" destOrd="0" presId="urn:microsoft.com/office/officeart/2005/8/layout/hierarchy1"/>
    <dgm:cxn modelId="{D52FD26D-FAB3-426A-95D0-398D0FD20DB2}" type="presParOf" srcId="{8F2923BD-12B8-4E74-A597-A0A4A8EBBAB2}" destId="{F9CD4C7A-59D8-488C-A9A8-6C8E3A5AD228}" srcOrd="1" destOrd="0" presId="urn:microsoft.com/office/officeart/2005/8/layout/hierarchy1"/>
    <dgm:cxn modelId="{EE64A05C-B626-4E4D-BDCE-20B9BD02849C}" type="presParOf" srcId="{F3800854-0029-4F35-B9BA-516E070AE4AF}" destId="{76F6C992-5330-4C36-BC7F-BDA6A27FFFC7}" srcOrd="1" destOrd="0" presId="urn:microsoft.com/office/officeart/2005/8/layout/hierarchy1"/>
    <dgm:cxn modelId="{B4A3B8AF-6918-4748-A350-B75991C122C4}" type="presParOf" srcId="{76F6C992-5330-4C36-BC7F-BDA6A27FFFC7}" destId="{72348B47-7A9F-47E2-A05B-12B37262FC3C}" srcOrd="0" destOrd="0" presId="urn:microsoft.com/office/officeart/2005/8/layout/hierarchy1"/>
    <dgm:cxn modelId="{F2D926AD-E030-4926-9381-6EF1A8F58C55}" type="presParOf" srcId="{76F6C992-5330-4C36-BC7F-BDA6A27FFFC7}" destId="{AD83A215-7C39-4F34-A82C-7512F6970C92}" srcOrd="1" destOrd="0" presId="urn:microsoft.com/office/officeart/2005/8/layout/hierarchy1"/>
    <dgm:cxn modelId="{0A701675-8B4C-4A58-881E-586978BBA9EB}" type="presParOf" srcId="{AD83A215-7C39-4F34-A82C-7512F6970C92}" destId="{146964AD-B4CD-4A27-9F22-020010879E67}" srcOrd="0" destOrd="0" presId="urn:microsoft.com/office/officeart/2005/8/layout/hierarchy1"/>
    <dgm:cxn modelId="{5716D36C-AE88-4AF2-B8EA-EFBB9BEAC619}" type="presParOf" srcId="{146964AD-B4CD-4A27-9F22-020010879E67}" destId="{8918889C-C13A-4C42-8710-62AFB2065CC8}" srcOrd="0" destOrd="0" presId="urn:microsoft.com/office/officeart/2005/8/layout/hierarchy1"/>
    <dgm:cxn modelId="{FFAE6EE4-22C5-447C-86E2-681D016B5952}" type="presParOf" srcId="{146964AD-B4CD-4A27-9F22-020010879E67}" destId="{83184614-3E7D-4D3E-8B4A-A23D96424705}" srcOrd="1" destOrd="0" presId="urn:microsoft.com/office/officeart/2005/8/layout/hierarchy1"/>
    <dgm:cxn modelId="{92DFDDC7-B595-44CE-8228-9DC7B6860405}" type="presParOf" srcId="{AD83A215-7C39-4F34-A82C-7512F6970C92}" destId="{45ECF47A-16C9-45BD-B363-2ABAE017611D}" srcOrd="1" destOrd="0" presId="urn:microsoft.com/office/officeart/2005/8/layout/hierarchy1"/>
    <dgm:cxn modelId="{A31CE56C-102B-4E64-B5A6-DEB5FDD494AC}" type="presParOf" srcId="{76F6C992-5330-4C36-BC7F-BDA6A27FFFC7}" destId="{7C2EB1AE-80E4-47BC-90AC-4622CDDFE428}" srcOrd="2" destOrd="0" presId="urn:microsoft.com/office/officeart/2005/8/layout/hierarchy1"/>
    <dgm:cxn modelId="{415CFC33-32D4-4CBD-B100-CE9C36F03382}" type="presParOf" srcId="{76F6C992-5330-4C36-BC7F-BDA6A27FFFC7}" destId="{45E067B6-FA3A-4525-BACE-7C1EB0AFA798}" srcOrd="3" destOrd="0" presId="urn:microsoft.com/office/officeart/2005/8/layout/hierarchy1"/>
    <dgm:cxn modelId="{C84EA6CA-5995-420B-9728-59E116699BC2}" type="presParOf" srcId="{45E067B6-FA3A-4525-BACE-7C1EB0AFA798}" destId="{7E7B2F49-1B70-4ED7-B8E0-38CD9892E1CC}" srcOrd="0" destOrd="0" presId="urn:microsoft.com/office/officeart/2005/8/layout/hierarchy1"/>
    <dgm:cxn modelId="{83056751-D5BF-4D9D-B81F-17985192E901}" type="presParOf" srcId="{7E7B2F49-1B70-4ED7-B8E0-38CD9892E1CC}" destId="{1B3191B1-9394-4EE7-BC38-67FD27AA4994}" srcOrd="0" destOrd="0" presId="urn:microsoft.com/office/officeart/2005/8/layout/hierarchy1"/>
    <dgm:cxn modelId="{C537E017-9E1D-40F7-B287-6B42DC4A6C38}" type="presParOf" srcId="{7E7B2F49-1B70-4ED7-B8E0-38CD9892E1CC}" destId="{87B64C8B-D018-4532-8962-040955A9A71C}" srcOrd="1" destOrd="0" presId="urn:microsoft.com/office/officeart/2005/8/layout/hierarchy1"/>
    <dgm:cxn modelId="{F32D8492-BB58-454E-9603-8F7B98DF27A7}" type="presParOf" srcId="{45E067B6-FA3A-4525-BACE-7C1EB0AFA798}" destId="{3607AFF2-F6AE-481A-B558-0774061ECCCC}" srcOrd="1" destOrd="0" presId="urn:microsoft.com/office/officeart/2005/8/layout/hierarchy1"/>
    <dgm:cxn modelId="{DDA839E6-D6B3-40A8-A9FC-F8924E6E62E3}" type="presParOf" srcId="{875FD88A-3854-411C-AF0B-DF1BB44CCA0F}" destId="{E4A9AF6A-5BDF-4FA2-95BF-3E6D79EDBA65}" srcOrd="2" destOrd="0" presId="urn:microsoft.com/office/officeart/2005/8/layout/hierarchy1"/>
    <dgm:cxn modelId="{C4FF4225-782E-4EF9-A97D-9DE39A7B983B}" type="presParOf" srcId="{875FD88A-3854-411C-AF0B-DF1BB44CCA0F}" destId="{8F99C2C1-5688-432B-8C1A-7F9F526EAB8F}" srcOrd="3" destOrd="0" presId="urn:microsoft.com/office/officeart/2005/8/layout/hierarchy1"/>
    <dgm:cxn modelId="{043C2A3E-0850-4FC9-ADE6-3D85E6D72DBF}" type="presParOf" srcId="{8F99C2C1-5688-432B-8C1A-7F9F526EAB8F}" destId="{7C8E2582-2D86-486E-945D-2D1702C96A31}" srcOrd="0" destOrd="0" presId="urn:microsoft.com/office/officeart/2005/8/layout/hierarchy1"/>
    <dgm:cxn modelId="{5A3D71D5-C7B6-4681-83F3-BFD511287F7E}" type="presParOf" srcId="{7C8E2582-2D86-486E-945D-2D1702C96A31}" destId="{794D0F37-21A5-402C-9CAD-5C1FBF6FC6F1}" srcOrd="0" destOrd="0" presId="urn:microsoft.com/office/officeart/2005/8/layout/hierarchy1"/>
    <dgm:cxn modelId="{80E1EB6F-5828-454D-ADE0-72CDA399E2A6}" type="presParOf" srcId="{7C8E2582-2D86-486E-945D-2D1702C96A31}" destId="{7F075215-682A-482F-987B-E35770DEAF21}" srcOrd="1" destOrd="0" presId="urn:microsoft.com/office/officeart/2005/8/layout/hierarchy1"/>
    <dgm:cxn modelId="{91F43878-11E6-48A8-9F10-AEAED316A9CE}" type="presParOf" srcId="{8F99C2C1-5688-432B-8C1A-7F9F526EAB8F}" destId="{9C2ACCF9-A19F-41DE-B94B-10031BBA04EA}" srcOrd="1" destOrd="0" presId="urn:microsoft.com/office/officeart/2005/8/layout/hierarchy1"/>
    <dgm:cxn modelId="{8064DF8C-300B-4CA2-94A0-0CEFCB751706}" type="presParOf" srcId="{875FD88A-3854-411C-AF0B-DF1BB44CCA0F}" destId="{1636DDCF-D976-4507-A7D8-5065FC5A0866}" srcOrd="4" destOrd="0" presId="urn:microsoft.com/office/officeart/2005/8/layout/hierarchy1"/>
    <dgm:cxn modelId="{BE6D758E-A581-4B40-941E-0ADEEE1BC6CE}" type="presParOf" srcId="{875FD88A-3854-411C-AF0B-DF1BB44CCA0F}" destId="{09737AF4-79DB-4F6D-9873-AD0F69074E40}" srcOrd="5" destOrd="0" presId="urn:microsoft.com/office/officeart/2005/8/layout/hierarchy1"/>
    <dgm:cxn modelId="{3D258DFE-2D80-4CA8-B3C2-F22E1B95E0C6}" type="presParOf" srcId="{09737AF4-79DB-4F6D-9873-AD0F69074E40}" destId="{8CF7BB18-0E1B-4D5F-9C80-2BDDB3C856FC}" srcOrd="0" destOrd="0" presId="urn:microsoft.com/office/officeart/2005/8/layout/hierarchy1"/>
    <dgm:cxn modelId="{4F42B3B6-A671-4E86-A70F-2A94BEBC4F67}" type="presParOf" srcId="{8CF7BB18-0E1B-4D5F-9C80-2BDDB3C856FC}" destId="{1B4B55E5-8CD1-44FE-90C7-89AB458CACEA}" srcOrd="0" destOrd="0" presId="urn:microsoft.com/office/officeart/2005/8/layout/hierarchy1"/>
    <dgm:cxn modelId="{E255D151-363E-454D-8ECB-9026E61B5CF1}" type="presParOf" srcId="{8CF7BB18-0E1B-4D5F-9C80-2BDDB3C856FC}" destId="{584FEDD1-F2C3-4942-8929-40DD69D6BF22}" srcOrd="1" destOrd="0" presId="urn:microsoft.com/office/officeart/2005/8/layout/hierarchy1"/>
    <dgm:cxn modelId="{8AD30A88-42E1-4735-9DC7-B1DD2889BDA6}" type="presParOf" srcId="{09737AF4-79DB-4F6D-9873-AD0F69074E40}" destId="{5C7B1468-E0D6-429B-8A69-3E42CEB95223}" srcOrd="1" destOrd="0" presId="urn:microsoft.com/office/officeart/2005/8/layout/hierarchy1"/>
    <dgm:cxn modelId="{76AC2E3D-5A04-4A96-8268-66E98AFD2971}" type="presParOf" srcId="{5C7B1468-E0D6-429B-8A69-3E42CEB95223}" destId="{544B0DFA-86FF-47B5-86BF-063CAD16807D}" srcOrd="0" destOrd="0" presId="urn:microsoft.com/office/officeart/2005/8/layout/hierarchy1"/>
    <dgm:cxn modelId="{30BB9CD7-3A75-4A2A-A59A-9874E4DB24EF}" type="presParOf" srcId="{5C7B1468-E0D6-429B-8A69-3E42CEB95223}" destId="{61B206F8-8261-46B9-B633-38135710E7D3}" srcOrd="1" destOrd="0" presId="urn:microsoft.com/office/officeart/2005/8/layout/hierarchy1"/>
    <dgm:cxn modelId="{40B0E645-F6D9-48FF-AD6B-174B02748E5A}" type="presParOf" srcId="{61B206F8-8261-46B9-B633-38135710E7D3}" destId="{55404534-4EAD-460F-8E82-E19AF102F54C}" srcOrd="0" destOrd="0" presId="urn:microsoft.com/office/officeart/2005/8/layout/hierarchy1"/>
    <dgm:cxn modelId="{8B0F1C60-1CF7-4BB3-9CE9-D498524DAFD3}" type="presParOf" srcId="{55404534-4EAD-460F-8E82-E19AF102F54C}" destId="{8257ABB3-5D1D-44E1-921F-A325A0757A87}" srcOrd="0" destOrd="0" presId="urn:microsoft.com/office/officeart/2005/8/layout/hierarchy1"/>
    <dgm:cxn modelId="{19D59CFB-EAC9-46CA-9B6D-00A04B67AEFB}" type="presParOf" srcId="{55404534-4EAD-460F-8E82-E19AF102F54C}" destId="{9C47FE9B-549D-4A74-A034-F3285430D2E5}" srcOrd="1" destOrd="0" presId="urn:microsoft.com/office/officeart/2005/8/layout/hierarchy1"/>
    <dgm:cxn modelId="{9632970E-1382-44B6-9795-4E8A5B996220}" type="presParOf" srcId="{61B206F8-8261-46B9-B633-38135710E7D3}" destId="{23CD7DEB-C64F-43A5-83DE-7BB8F4AA7972}" srcOrd="1" destOrd="0" presId="urn:microsoft.com/office/officeart/2005/8/layout/hierarchy1"/>
    <dgm:cxn modelId="{EE040EB0-AD23-4B14-9C49-70CDBC53A6E0}" type="presParOf" srcId="{5C7B1468-E0D6-429B-8A69-3E42CEB95223}" destId="{6EDF5329-46A1-4944-AFA9-8F8D763728F2}" srcOrd="2" destOrd="0" presId="urn:microsoft.com/office/officeart/2005/8/layout/hierarchy1"/>
    <dgm:cxn modelId="{FAB573A6-1069-4807-8384-77D43C8EC656}" type="presParOf" srcId="{5C7B1468-E0D6-429B-8A69-3E42CEB95223}" destId="{A710DCBC-43A5-45DC-BB05-C4798C2C0A5B}" srcOrd="3" destOrd="0" presId="urn:microsoft.com/office/officeart/2005/8/layout/hierarchy1"/>
    <dgm:cxn modelId="{4DDDA6D4-6818-4443-AC8A-6E0029638395}" type="presParOf" srcId="{A710DCBC-43A5-45DC-BB05-C4798C2C0A5B}" destId="{05047131-7C9A-4566-A761-FA7E72FFE075}" srcOrd="0" destOrd="0" presId="urn:microsoft.com/office/officeart/2005/8/layout/hierarchy1"/>
    <dgm:cxn modelId="{8A89D95F-1C13-488C-9384-C6271551E484}" type="presParOf" srcId="{05047131-7C9A-4566-A761-FA7E72FFE075}" destId="{1004B3C0-D871-4B5D-B8F5-4C7998AC479C}" srcOrd="0" destOrd="0" presId="urn:microsoft.com/office/officeart/2005/8/layout/hierarchy1"/>
    <dgm:cxn modelId="{FF2F80AB-5299-44A0-A1C4-55A2EEE201E9}" type="presParOf" srcId="{05047131-7C9A-4566-A761-FA7E72FFE075}" destId="{A862293B-3C97-46C1-A7A9-39A1FA9C1ADE}" srcOrd="1" destOrd="0" presId="urn:microsoft.com/office/officeart/2005/8/layout/hierarchy1"/>
    <dgm:cxn modelId="{4718EBDA-5F4A-4054-86D1-0C12C38ED1CB}" type="presParOf" srcId="{A710DCBC-43A5-45DC-BB05-C4798C2C0A5B}" destId="{AE752843-5F3B-43BD-A218-BBD1CB25944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582A92B-1F63-480D-807C-8826CEB50717}" type="doc">
      <dgm:prSet loTypeId="urn:microsoft.com/office/officeart/2005/8/layout/hierarchy1" loCatId="hierarchy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ru-RU"/>
        </a:p>
      </dgm:t>
    </dgm:pt>
    <dgm:pt modelId="{95F76D26-413A-4600-A789-3D36D2D6BC15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E0A3BDE5-027F-4B30-B5AF-B7293556F5DE}" type="parTrans" cxnId="{FEAC3513-03B4-4B0F-927B-5FE5AAFE3091}">
      <dgm:prSet/>
      <dgm:spPr>
        <a:ln>
          <a:solidFill>
            <a:srgbClr val="002060"/>
          </a:solidFill>
        </a:ln>
      </dgm:spPr>
      <dgm:t>
        <a:bodyPr/>
        <a:lstStyle/>
        <a:p>
          <a:endParaRPr lang="ru-RU"/>
        </a:p>
      </dgm:t>
    </dgm:pt>
    <dgm:pt modelId="{D33374EF-D11D-451D-91E1-8E5BE7081E2B}" type="sibTrans" cxnId="{FEAC3513-03B4-4B0F-927B-5FE5AAFE3091}">
      <dgm:prSet/>
      <dgm:spPr/>
      <dgm:t>
        <a:bodyPr/>
        <a:lstStyle/>
        <a:p>
          <a:endParaRPr lang="ru-RU"/>
        </a:p>
      </dgm:t>
    </dgm:pt>
    <dgm:pt modelId="{5BE5DF5F-331F-4F4D-8D0A-8FC904C7CBC3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058F3198-8DE7-4448-8940-BF69F9DD0DB2}" type="parTrans" cxnId="{7CD4AE7A-03F3-495A-BA77-AD276AE004BA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C5CF58A0-DE29-41B4-BBD3-CE4B7BA64C87}" type="sibTrans" cxnId="{7CD4AE7A-03F3-495A-BA77-AD276AE004BA}">
      <dgm:prSet/>
      <dgm:spPr/>
      <dgm:t>
        <a:bodyPr/>
        <a:lstStyle/>
        <a:p>
          <a:endParaRPr lang="ru-RU"/>
        </a:p>
      </dgm:t>
    </dgm:pt>
    <dgm:pt modelId="{2C6E1190-4467-4051-B00A-3AF75C2812DB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E97CD96E-804A-4AD4-AF5F-415D17CCA130}" type="parTrans" cxnId="{C6E5AA06-9C99-45EB-9B7B-4F9006999AA9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F3B4EB25-09BA-4A64-A40A-A93DCAF2A3D5}" type="sibTrans" cxnId="{C6E5AA06-9C99-45EB-9B7B-4F9006999AA9}">
      <dgm:prSet/>
      <dgm:spPr/>
      <dgm:t>
        <a:bodyPr/>
        <a:lstStyle/>
        <a:p>
          <a:endParaRPr lang="ru-RU"/>
        </a:p>
      </dgm:t>
    </dgm:pt>
    <dgm:pt modelId="{87785E6A-E265-40AF-92E3-6F37EAF4853C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03BE4073-00C2-4B3F-BE6E-75FF9D87CF66}" type="parTrans" cxnId="{57E8EA38-8B2E-448E-B185-5DA4407300F9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6906D24D-3D9D-4E02-BD66-725D77F2F9CF}" type="sibTrans" cxnId="{57E8EA38-8B2E-448E-B185-5DA4407300F9}">
      <dgm:prSet/>
      <dgm:spPr/>
      <dgm:t>
        <a:bodyPr/>
        <a:lstStyle/>
        <a:p>
          <a:endParaRPr lang="ru-RU"/>
        </a:p>
      </dgm:t>
    </dgm:pt>
    <dgm:pt modelId="{D43F3B2B-7EC4-4757-A07D-E8383491C8C4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E6B2EA82-26CF-4218-92BC-AACDE5E99D65}" type="parTrans" cxnId="{78271879-F72D-4023-99D8-E88501ABA10A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16B177D1-D6BE-45A6-902F-3B9104966E99}" type="sibTrans" cxnId="{78271879-F72D-4023-99D8-E88501ABA10A}">
      <dgm:prSet/>
      <dgm:spPr/>
      <dgm:t>
        <a:bodyPr/>
        <a:lstStyle/>
        <a:p>
          <a:endParaRPr lang="ru-RU"/>
        </a:p>
      </dgm:t>
    </dgm:pt>
    <dgm:pt modelId="{2C6259A7-6FB6-4043-8E20-1D19A67A7F9B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CDC6A708-B119-4061-966B-933C9394F31B}" type="parTrans" cxnId="{623AD610-4E46-4895-BAFF-84753BDD1638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54662317-2D73-432C-99C0-2894481630A7}" type="sibTrans" cxnId="{623AD610-4E46-4895-BAFF-84753BDD1638}">
      <dgm:prSet/>
      <dgm:spPr/>
      <dgm:t>
        <a:bodyPr/>
        <a:lstStyle/>
        <a:p>
          <a:endParaRPr lang="ru-RU"/>
        </a:p>
      </dgm:t>
    </dgm:pt>
    <dgm:pt modelId="{A1574131-9950-43D4-8CAA-D1DE0F813497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B33B8F04-46C7-4BD1-B355-E52BD94A58FC}" type="parTrans" cxnId="{2739B39D-8450-4689-BC01-04081F0AA5B4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282FB903-850F-404B-B498-47C785A9F1D1}" type="sibTrans" cxnId="{2739B39D-8450-4689-BC01-04081F0AA5B4}">
      <dgm:prSet/>
      <dgm:spPr/>
      <dgm:t>
        <a:bodyPr/>
        <a:lstStyle/>
        <a:p>
          <a:endParaRPr lang="ru-RU"/>
        </a:p>
      </dgm:t>
    </dgm:pt>
    <dgm:pt modelId="{66291382-7F2E-47D3-9577-3919FB0C481C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39D0050E-DA13-4D98-AB56-D4CF8914F161}" type="parTrans" cxnId="{8D0511CB-AA6D-42DC-BBA9-6C7B68F2CC6E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9852E1F2-6DFF-4D3C-9801-72B2F59B22B3}" type="sibTrans" cxnId="{8D0511CB-AA6D-42DC-BBA9-6C7B68F2CC6E}">
      <dgm:prSet/>
      <dgm:spPr/>
      <dgm:t>
        <a:bodyPr/>
        <a:lstStyle/>
        <a:p>
          <a:endParaRPr lang="ru-RU"/>
        </a:p>
      </dgm:t>
    </dgm:pt>
    <dgm:pt modelId="{595F96CA-F488-4FFF-BA0C-2AEBEC2CDFB0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A5450DE3-1258-47F8-82FF-091125228080}" type="parTrans" cxnId="{278E66FE-CB45-421B-8D58-E6664A4D932A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BD9E2692-E629-4294-A9CC-E91300F42EEC}" type="sibTrans" cxnId="{278E66FE-CB45-421B-8D58-E6664A4D932A}">
      <dgm:prSet/>
      <dgm:spPr/>
      <dgm:t>
        <a:bodyPr/>
        <a:lstStyle/>
        <a:p>
          <a:endParaRPr lang="ru-RU"/>
        </a:p>
      </dgm:t>
    </dgm:pt>
    <dgm:pt modelId="{553EDC4F-4D7E-4FCC-A810-3AB24EEC6554}" type="pres">
      <dgm:prSet presAssocID="{F582A92B-1F63-480D-807C-8826CEB5071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D8D14E1-4C9F-426B-9AD3-FFA92CE90619}" type="pres">
      <dgm:prSet presAssocID="{95F76D26-413A-4600-A789-3D36D2D6BC15}" presName="hierRoot1" presStyleCnt="0"/>
      <dgm:spPr/>
    </dgm:pt>
    <dgm:pt modelId="{7E4AD055-0F36-470C-A193-66672CF34DDF}" type="pres">
      <dgm:prSet presAssocID="{95F76D26-413A-4600-A789-3D36D2D6BC15}" presName="composite" presStyleCnt="0"/>
      <dgm:spPr/>
    </dgm:pt>
    <dgm:pt modelId="{D18AFFB3-DDA7-4873-8376-1A9571B90F4B}" type="pres">
      <dgm:prSet presAssocID="{95F76D26-413A-4600-A789-3D36D2D6BC15}" presName="background" presStyleLbl="node0" presStyleIdx="0" presStyleCnt="1"/>
      <dgm:spPr>
        <a:ln>
          <a:solidFill>
            <a:schemeClr val="accent6"/>
          </a:solidFill>
        </a:ln>
      </dgm:spPr>
    </dgm:pt>
    <dgm:pt modelId="{95C4C997-A996-4A6E-BC00-1304EFD1A932}" type="pres">
      <dgm:prSet presAssocID="{95F76D26-413A-4600-A789-3D36D2D6BC15}" presName="text" presStyleLbl="fgAcc0" presStyleIdx="0" presStyleCnt="1">
        <dgm:presLayoutVars>
          <dgm:chPref val="3"/>
        </dgm:presLayoutVars>
      </dgm:prSet>
      <dgm:spPr/>
    </dgm:pt>
    <dgm:pt modelId="{875FD88A-3854-411C-AF0B-DF1BB44CCA0F}" type="pres">
      <dgm:prSet presAssocID="{95F76D26-413A-4600-A789-3D36D2D6BC15}" presName="hierChild2" presStyleCnt="0"/>
      <dgm:spPr/>
    </dgm:pt>
    <dgm:pt modelId="{F0A0CF27-5DFD-4767-B8D5-8789479E20C2}" type="pres">
      <dgm:prSet presAssocID="{058F3198-8DE7-4448-8940-BF69F9DD0DB2}" presName="Name10" presStyleLbl="parChTrans1D2" presStyleIdx="0" presStyleCnt="3"/>
      <dgm:spPr/>
    </dgm:pt>
    <dgm:pt modelId="{48737549-6E0D-4DF7-8357-D40D4E7F8BD5}" type="pres">
      <dgm:prSet presAssocID="{5BE5DF5F-331F-4F4D-8D0A-8FC904C7CBC3}" presName="hierRoot2" presStyleCnt="0"/>
      <dgm:spPr/>
    </dgm:pt>
    <dgm:pt modelId="{EE87C76F-3E65-4803-99B0-E7301EBBF942}" type="pres">
      <dgm:prSet presAssocID="{5BE5DF5F-331F-4F4D-8D0A-8FC904C7CBC3}" presName="composite2" presStyleCnt="0"/>
      <dgm:spPr/>
    </dgm:pt>
    <dgm:pt modelId="{D2DE6225-7924-4AC2-BDAC-53082A6EFC0E}" type="pres">
      <dgm:prSet presAssocID="{5BE5DF5F-331F-4F4D-8D0A-8FC904C7CBC3}" presName="background2" presStyleLbl="node2" presStyleIdx="0" presStyleCnt="3"/>
      <dgm:spPr>
        <a:ln>
          <a:solidFill>
            <a:schemeClr val="accent6"/>
          </a:solidFill>
        </a:ln>
      </dgm:spPr>
    </dgm:pt>
    <dgm:pt modelId="{B3E792AB-97E0-4E7E-A285-4E6279FD7619}" type="pres">
      <dgm:prSet presAssocID="{5BE5DF5F-331F-4F4D-8D0A-8FC904C7CBC3}" presName="text2" presStyleLbl="fgAcc2" presStyleIdx="0" presStyleCnt="3">
        <dgm:presLayoutVars>
          <dgm:chPref val="3"/>
        </dgm:presLayoutVars>
      </dgm:prSet>
      <dgm:spPr/>
    </dgm:pt>
    <dgm:pt modelId="{95CE9D3C-8D67-48C4-8B0F-F06BEEA43034}" type="pres">
      <dgm:prSet presAssocID="{5BE5DF5F-331F-4F4D-8D0A-8FC904C7CBC3}" presName="hierChild3" presStyleCnt="0"/>
      <dgm:spPr/>
    </dgm:pt>
    <dgm:pt modelId="{47A57019-C6DF-45F3-85A8-4BBFD90AE503}" type="pres">
      <dgm:prSet presAssocID="{E97CD96E-804A-4AD4-AF5F-415D17CCA130}" presName="Name17" presStyleLbl="parChTrans1D3" presStyleIdx="0" presStyleCnt="3"/>
      <dgm:spPr/>
    </dgm:pt>
    <dgm:pt modelId="{F3800854-0029-4F35-B9BA-516E070AE4AF}" type="pres">
      <dgm:prSet presAssocID="{2C6E1190-4467-4051-B00A-3AF75C2812DB}" presName="hierRoot3" presStyleCnt="0"/>
      <dgm:spPr/>
    </dgm:pt>
    <dgm:pt modelId="{8F2923BD-12B8-4E74-A597-A0A4A8EBBAB2}" type="pres">
      <dgm:prSet presAssocID="{2C6E1190-4467-4051-B00A-3AF75C2812DB}" presName="composite3" presStyleCnt="0"/>
      <dgm:spPr/>
    </dgm:pt>
    <dgm:pt modelId="{7F113D5F-CA56-45CC-926C-5A43D0B6021B}" type="pres">
      <dgm:prSet presAssocID="{2C6E1190-4467-4051-B00A-3AF75C2812DB}" presName="background3" presStyleLbl="node3" presStyleIdx="0" presStyleCnt="3"/>
      <dgm:spPr>
        <a:ln>
          <a:solidFill>
            <a:schemeClr val="accent6"/>
          </a:solidFill>
        </a:ln>
      </dgm:spPr>
    </dgm:pt>
    <dgm:pt modelId="{F9CD4C7A-59D8-488C-A9A8-6C8E3A5AD228}" type="pres">
      <dgm:prSet presAssocID="{2C6E1190-4467-4051-B00A-3AF75C2812DB}" presName="text3" presStyleLbl="fgAcc3" presStyleIdx="0" presStyleCnt="3">
        <dgm:presLayoutVars>
          <dgm:chPref val="3"/>
        </dgm:presLayoutVars>
      </dgm:prSet>
      <dgm:spPr/>
    </dgm:pt>
    <dgm:pt modelId="{76F6C992-5330-4C36-BC7F-BDA6A27FFFC7}" type="pres">
      <dgm:prSet presAssocID="{2C6E1190-4467-4051-B00A-3AF75C2812DB}" presName="hierChild4" presStyleCnt="0"/>
      <dgm:spPr/>
    </dgm:pt>
    <dgm:pt modelId="{72348B47-7A9F-47E2-A05B-12B37262FC3C}" type="pres">
      <dgm:prSet presAssocID="{03BE4073-00C2-4B3F-BE6E-75FF9D87CF66}" presName="Name23" presStyleLbl="parChTrans1D4" presStyleIdx="0" presStyleCnt="2"/>
      <dgm:spPr/>
    </dgm:pt>
    <dgm:pt modelId="{AD83A215-7C39-4F34-A82C-7512F6970C92}" type="pres">
      <dgm:prSet presAssocID="{87785E6A-E265-40AF-92E3-6F37EAF4853C}" presName="hierRoot4" presStyleCnt="0"/>
      <dgm:spPr/>
    </dgm:pt>
    <dgm:pt modelId="{146964AD-B4CD-4A27-9F22-020010879E67}" type="pres">
      <dgm:prSet presAssocID="{87785E6A-E265-40AF-92E3-6F37EAF4853C}" presName="composite4" presStyleCnt="0"/>
      <dgm:spPr/>
    </dgm:pt>
    <dgm:pt modelId="{8918889C-C13A-4C42-8710-62AFB2065CC8}" type="pres">
      <dgm:prSet presAssocID="{87785E6A-E265-40AF-92E3-6F37EAF4853C}" presName="background4" presStyleLbl="node4" presStyleIdx="0" presStyleCnt="2"/>
      <dgm:spPr>
        <a:ln>
          <a:solidFill>
            <a:schemeClr val="accent6"/>
          </a:solidFill>
        </a:ln>
      </dgm:spPr>
    </dgm:pt>
    <dgm:pt modelId="{83184614-3E7D-4D3E-8B4A-A23D96424705}" type="pres">
      <dgm:prSet presAssocID="{87785E6A-E265-40AF-92E3-6F37EAF4853C}" presName="text4" presStyleLbl="fgAcc4" presStyleIdx="0" presStyleCnt="2">
        <dgm:presLayoutVars>
          <dgm:chPref val="3"/>
        </dgm:presLayoutVars>
      </dgm:prSet>
      <dgm:spPr/>
    </dgm:pt>
    <dgm:pt modelId="{45ECF47A-16C9-45BD-B363-2ABAE017611D}" type="pres">
      <dgm:prSet presAssocID="{87785E6A-E265-40AF-92E3-6F37EAF4853C}" presName="hierChild5" presStyleCnt="0"/>
      <dgm:spPr/>
    </dgm:pt>
    <dgm:pt modelId="{7C2EB1AE-80E4-47BC-90AC-4622CDDFE428}" type="pres">
      <dgm:prSet presAssocID="{E6B2EA82-26CF-4218-92BC-AACDE5E99D65}" presName="Name23" presStyleLbl="parChTrans1D4" presStyleIdx="1" presStyleCnt="2"/>
      <dgm:spPr/>
    </dgm:pt>
    <dgm:pt modelId="{45E067B6-FA3A-4525-BACE-7C1EB0AFA798}" type="pres">
      <dgm:prSet presAssocID="{D43F3B2B-7EC4-4757-A07D-E8383491C8C4}" presName="hierRoot4" presStyleCnt="0"/>
      <dgm:spPr/>
    </dgm:pt>
    <dgm:pt modelId="{7E7B2F49-1B70-4ED7-B8E0-38CD9892E1CC}" type="pres">
      <dgm:prSet presAssocID="{D43F3B2B-7EC4-4757-A07D-E8383491C8C4}" presName="composite4" presStyleCnt="0"/>
      <dgm:spPr/>
    </dgm:pt>
    <dgm:pt modelId="{1B3191B1-9394-4EE7-BC38-67FD27AA4994}" type="pres">
      <dgm:prSet presAssocID="{D43F3B2B-7EC4-4757-A07D-E8383491C8C4}" presName="background4" presStyleLbl="node4" presStyleIdx="1" presStyleCnt="2"/>
      <dgm:spPr>
        <a:ln>
          <a:solidFill>
            <a:schemeClr val="accent6"/>
          </a:solidFill>
        </a:ln>
      </dgm:spPr>
    </dgm:pt>
    <dgm:pt modelId="{87B64C8B-D018-4532-8962-040955A9A71C}" type="pres">
      <dgm:prSet presAssocID="{D43F3B2B-7EC4-4757-A07D-E8383491C8C4}" presName="text4" presStyleLbl="fgAcc4" presStyleIdx="1" presStyleCnt="2">
        <dgm:presLayoutVars>
          <dgm:chPref val="3"/>
        </dgm:presLayoutVars>
      </dgm:prSet>
      <dgm:spPr/>
    </dgm:pt>
    <dgm:pt modelId="{3607AFF2-F6AE-481A-B558-0774061ECCCC}" type="pres">
      <dgm:prSet presAssocID="{D43F3B2B-7EC4-4757-A07D-E8383491C8C4}" presName="hierChild5" presStyleCnt="0"/>
      <dgm:spPr/>
    </dgm:pt>
    <dgm:pt modelId="{E4A9AF6A-5BDF-4FA2-95BF-3E6D79EDBA65}" type="pres">
      <dgm:prSet presAssocID="{B33B8F04-46C7-4BD1-B355-E52BD94A58FC}" presName="Name10" presStyleLbl="parChTrans1D2" presStyleIdx="1" presStyleCnt="3"/>
      <dgm:spPr/>
    </dgm:pt>
    <dgm:pt modelId="{8F99C2C1-5688-432B-8C1A-7F9F526EAB8F}" type="pres">
      <dgm:prSet presAssocID="{A1574131-9950-43D4-8CAA-D1DE0F813497}" presName="hierRoot2" presStyleCnt="0"/>
      <dgm:spPr/>
    </dgm:pt>
    <dgm:pt modelId="{7C8E2582-2D86-486E-945D-2D1702C96A31}" type="pres">
      <dgm:prSet presAssocID="{A1574131-9950-43D4-8CAA-D1DE0F813497}" presName="composite2" presStyleCnt="0"/>
      <dgm:spPr/>
    </dgm:pt>
    <dgm:pt modelId="{794D0F37-21A5-402C-9CAD-5C1FBF6FC6F1}" type="pres">
      <dgm:prSet presAssocID="{A1574131-9950-43D4-8CAA-D1DE0F813497}" presName="background2" presStyleLbl="node2" presStyleIdx="1" presStyleCnt="3"/>
      <dgm:spPr>
        <a:ln>
          <a:solidFill>
            <a:schemeClr val="accent6"/>
          </a:solidFill>
        </a:ln>
      </dgm:spPr>
    </dgm:pt>
    <dgm:pt modelId="{7F075215-682A-482F-987B-E35770DEAF21}" type="pres">
      <dgm:prSet presAssocID="{A1574131-9950-43D4-8CAA-D1DE0F813497}" presName="text2" presStyleLbl="fgAcc2" presStyleIdx="1" presStyleCnt="3">
        <dgm:presLayoutVars>
          <dgm:chPref val="3"/>
        </dgm:presLayoutVars>
      </dgm:prSet>
      <dgm:spPr/>
    </dgm:pt>
    <dgm:pt modelId="{9C2ACCF9-A19F-41DE-B94B-10031BBA04EA}" type="pres">
      <dgm:prSet presAssocID="{A1574131-9950-43D4-8CAA-D1DE0F813497}" presName="hierChild3" presStyleCnt="0"/>
      <dgm:spPr/>
    </dgm:pt>
    <dgm:pt modelId="{1636DDCF-D976-4507-A7D8-5065FC5A0866}" type="pres">
      <dgm:prSet presAssocID="{39D0050E-DA13-4D98-AB56-D4CF8914F161}" presName="Name10" presStyleLbl="parChTrans1D2" presStyleIdx="2" presStyleCnt="3"/>
      <dgm:spPr/>
    </dgm:pt>
    <dgm:pt modelId="{09737AF4-79DB-4F6D-9873-AD0F69074E40}" type="pres">
      <dgm:prSet presAssocID="{66291382-7F2E-47D3-9577-3919FB0C481C}" presName="hierRoot2" presStyleCnt="0"/>
      <dgm:spPr/>
    </dgm:pt>
    <dgm:pt modelId="{8CF7BB18-0E1B-4D5F-9C80-2BDDB3C856FC}" type="pres">
      <dgm:prSet presAssocID="{66291382-7F2E-47D3-9577-3919FB0C481C}" presName="composite2" presStyleCnt="0"/>
      <dgm:spPr/>
    </dgm:pt>
    <dgm:pt modelId="{1B4B55E5-8CD1-44FE-90C7-89AB458CACEA}" type="pres">
      <dgm:prSet presAssocID="{66291382-7F2E-47D3-9577-3919FB0C481C}" presName="background2" presStyleLbl="node2" presStyleIdx="2" presStyleCnt="3"/>
      <dgm:spPr>
        <a:ln>
          <a:solidFill>
            <a:schemeClr val="accent6"/>
          </a:solidFill>
        </a:ln>
      </dgm:spPr>
    </dgm:pt>
    <dgm:pt modelId="{584FEDD1-F2C3-4942-8929-40DD69D6BF22}" type="pres">
      <dgm:prSet presAssocID="{66291382-7F2E-47D3-9577-3919FB0C481C}" presName="text2" presStyleLbl="fgAcc2" presStyleIdx="2" presStyleCnt="3">
        <dgm:presLayoutVars>
          <dgm:chPref val="3"/>
        </dgm:presLayoutVars>
      </dgm:prSet>
      <dgm:spPr/>
    </dgm:pt>
    <dgm:pt modelId="{5C7B1468-E0D6-429B-8A69-3E42CEB95223}" type="pres">
      <dgm:prSet presAssocID="{66291382-7F2E-47D3-9577-3919FB0C481C}" presName="hierChild3" presStyleCnt="0"/>
      <dgm:spPr/>
    </dgm:pt>
    <dgm:pt modelId="{544B0DFA-86FF-47B5-86BF-063CAD16807D}" type="pres">
      <dgm:prSet presAssocID="{A5450DE3-1258-47F8-82FF-091125228080}" presName="Name17" presStyleLbl="parChTrans1D3" presStyleIdx="1" presStyleCnt="3"/>
      <dgm:spPr/>
    </dgm:pt>
    <dgm:pt modelId="{61B206F8-8261-46B9-B633-38135710E7D3}" type="pres">
      <dgm:prSet presAssocID="{595F96CA-F488-4FFF-BA0C-2AEBEC2CDFB0}" presName="hierRoot3" presStyleCnt="0"/>
      <dgm:spPr/>
    </dgm:pt>
    <dgm:pt modelId="{55404534-4EAD-460F-8E82-E19AF102F54C}" type="pres">
      <dgm:prSet presAssocID="{595F96CA-F488-4FFF-BA0C-2AEBEC2CDFB0}" presName="composite3" presStyleCnt="0"/>
      <dgm:spPr/>
    </dgm:pt>
    <dgm:pt modelId="{8257ABB3-5D1D-44E1-921F-A325A0757A87}" type="pres">
      <dgm:prSet presAssocID="{595F96CA-F488-4FFF-BA0C-2AEBEC2CDFB0}" presName="background3" presStyleLbl="node3" presStyleIdx="1" presStyleCnt="3"/>
      <dgm:spPr>
        <a:ln>
          <a:solidFill>
            <a:schemeClr val="accent6"/>
          </a:solidFill>
        </a:ln>
      </dgm:spPr>
    </dgm:pt>
    <dgm:pt modelId="{9C47FE9B-549D-4A74-A034-F3285430D2E5}" type="pres">
      <dgm:prSet presAssocID="{595F96CA-F488-4FFF-BA0C-2AEBEC2CDFB0}" presName="text3" presStyleLbl="fgAcc3" presStyleIdx="1" presStyleCnt="3">
        <dgm:presLayoutVars>
          <dgm:chPref val="3"/>
        </dgm:presLayoutVars>
      </dgm:prSet>
      <dgm:spPr/>
    </dgm:pt>
    <dgm:pt modelId="{23CD7DEB-C64F-43A5-83DE-7BB8F4AA7972}" type="pres">
      <dgm:prSet presAssocID="{595F96CA-F488-4FFF-BA0C-2AEBEC2CDFB0}" presName="hierChild4" presStyleCnt="0"/>
      <dgm:spPr/>
    </dgm:pt>
    <dgm:pt modelId="{6EDF5329-46A1-4944-AFA9-8F8D763728F2}" type="pres">
      <dgm:prSet presAssocID="{CDC6A708-B119-4061-966B-933C9394F31B}" presName="Name17" presStyleLbl="parChTrans1D3" presStyleIdx="2" presStyleCnt="3"/>
      <dgm:spPr/>
    </dgm:pt>
    <dgm:pt modelId="{A710DCBC-43A5-45DC-BB05-C4798C2C0A5B}" type="pres">
      <dgm:prSet presAssocID="{2C6259A7-6FB6-4043-8E20-1D19A67A7F9B}" presName="hierRoot3" presStyleCnt="0"/>
      <dgm:spPr/>
    </dgm:pt>
    <dgm:pt modelId="{05047131-7C9A-4566-A761-FA7E72FFE075}" type="pres">
      <dgm:prSet presAssocID="{2C6259A7-6FB6-4043-8E20-1D19A67A7F9B}" presName="composite3" presStyleCnt="0"/>
      <dgm:spPr/>
    </dgm:pt>
    <dgm:pt modelId="{1004B3C0-D871-4B5D-B8F5-4C7998AC479C}" type="pres">
      <dgm:prSet presAssocID="{2C6259A7-6FB6-4043-8E20-1D19A67A7F9B}" presName="background3" presStyleLbl="node3" presStyleIdx="2" presStyleCnt="3"/>
      <dgm:spPr>
        <a:ln>
          <a:solidFill>
            <a:schemeClr val="accent6"/>
          </a:solidFill>
        </a:ln>
      </dgm:spPr>
    </dgm:pt>
    <dgm:pt modelId="{A862293B-3C97-46C1-A7A9-39A1FA9C1ADE}" type="pres">
      <dgm:prSet presAssocID="{2C6259A7-6FB6-4043-8E20-1D19A67A7F9B}" presName="text3" presStyleLbl="fgAcc3" presStyleIdx="2" presStyleCnt="3">
        <dgm:presLayoutVars>
          <dgm:chPref val="3"/>
        </dgm:presLayoutVars>
      </dgm:prSet>
      <dgm:spPr/>
    </dgm:pt>
    <dgm:pt modelId="{AE752843-5F3B-43BD-A218-BBD1CB259446}" type="pres">
      <dgm:prSet presAssocID="{2C6259A7-6FB6-4043-8E20-1D19A67A7F9B}" presName="hierChild4" presStyleCnt="0"/>
      <dgm:spPr/>
    </dgm:pt>
  </dgm:ptLst>
  <dgm:cxnLst>
    <dgm:cxn modelId="{C6E5AA06-9C99-45EB-9B7B-4F9006999AA9}" srcId="{5BE5DF5F-331F-4F4D-8D0A-8FC904C7CBC3}" destId="{2C6E1190-4467-4051-B00A-3AF75C2812DB}" srcOrd="0" destOrd="0" parTransId="{E97CD96E-804A-4AD4-AF5F-415D17CCA130}" sibTransId="{F3B4EB25-09BA-4A64-A40A-A93DCAF2A3D5}"/>
    <dgm:cxn modelId="{45E2AE0D-EB67-4B92-8501-EE8362267A74}" type="presOf" srcId="{A5450DE3-1258-47F8-82FF-091125228080}" destId="{544B0DFA-86FF-47B5-86BF-063CAD16807D}" srcOrd="0" destOrd="0" presId="urn:microsoft.com/office/officeart/2005/8/layout/hierarchy1"/>
    <dgm:cxn modelId="{9718220F-ACEC-491D-8432-C450DAA07360}" type="presOf" srcId="{F582A92B-1F63-480D-807C-8826CEB50717}" destId="{553EDC4F-4D7E-4FCC-A810-3AB24EEC6554}" srcOrd="0" destOrd="0" presId="urn:microsoft.com/office/officeart/2005/8/layout/hierarchy1"/>
    <dgm:cxn modelId="{623AD610-4E46-4895-BAFF-84753BDD1638}" srcId="{66291382-7F2E-47D3-9577-3919FB0C481C}" destId="{2C6259A7-6FB6-4043-8E20-1D19A67A7F9B}" srcOrd="1" destOrd="0" parTransId="{CDC6A708-B119-4061-966B-933C9394F31B}" sibTransId="{54662317-2D73-432C-99C0-2894481630A7}"/>
    <dgm:cxn modelId="{FEAC3513-03B4-4B0F-927B-5FE5AAFE3091}" srcId="{F582A92B-1F63-480D-807C-8826CEB50717}" destId="{95F76D26-413A-4600-A789-3D36D2D6BC15}" srcOrd="0" destOrd="0" parTransId="{E0A3BDE5-027F-4B30-B5AF-B7293556F5DE}" sibTransId="{D33374EF-D11D-451D-91E1-8E5BE7081E2B}"/>
    <dgm:cxn modelId="{40A1562C-002D-4C19-95DC-6BEC9172419F}" type="presOf" srcId="{2C6259A7-6FB6-4043-8E20-1D19A67A7F9B}" destId="{A862293B-3C97-46C1-A7A9-39A1FA9C1ADE}" srcOrd="0" destOrd="0" presId="urn:microsoft.com/office/officeart/2005/8/layout/hierarchy1"/>
    <dgm:cxn modelId="{57E8EA38-8B2E-448E-B185-5DA4407300F9}" srcId="{2C6E1190-4467-4051-B00A-3AF75C2812DB}" destId="{87785E6A-E265-40AF-92E3-6F37EAF4853C}" srcOrd="0" destOrd="0" parTransId="{03BE4073-00C2-4B3F-BE6E-75FF9D87CF66}" sibTransId="{6906D24D-3D9D-4E02-BD66-725D77F2F9CF}"/>
    <dgm:cxn modelId="{62BBE03B-D8C4-4641-BB4F-0D2D4884D5C2}" type="presOf" srcId="{5BE5DF5F-331F-4F4D-8D0A-8FC904C7CBC3}" destId="{B3E792AB-97E0-4E7E-A285-4E6279FD7619}" srcOrd="0" destOrd="0" presId="urn:microsoft.com/office/officeart/2005/8/layout/hierarchy1"/>
    <dgm:cxn modelId="{F7145342-4AFD-4414-B3B0-18F24164CF6B}" type="presOf" srcId="{87785E6A-E265-40AF-92E3-6F37EAF4853C}" destId="{83184614-3E7D-4D3E-8B4A-A23D96424705}" srcOrd="0" destOrd="0" presId="urn:microsoft.com/office/officeart/2005/8/layout/hierarchy1"/>
    <dgm:cxn modelId="{97CA1947-DB64-4AB3-AF76-4CAABC571F77}" type="presOf" srcId="{03BE4073-00C2-4B3F-BE6E-75FF9D87CF66}" destId="{72348B47-7A9F-47E2-A05B-12B37262FC3C}" srcOrd="0" destOrd="0" presId="urn:microsoft.com/office/officeart/2005/8/layout/hierarchy1"/>
    <dgm:cxn modelId="{EF94236A-6666-4826-A8E7-47764B6CE2D7}" type="presOf" srcId="{39D0050E-DA13-4D98-AB56-D4CF8914F161}" destId="{1636DDCF-D976-4507-A7D8-5065FC5A0866}" srcOrd="0" destOrd="0" presId="urn:microsoft.com/office/officeart/2005/8/layout/hierarchy1"/>
    <dgm:cxn modelId="{A1909751-2837-4919-98D7-A80C88A0A324}" type="presOf" srcId="{A1574131-9950-43D4-8CAA-D1DE0F813497}" destId="{7F075215-682A-482F-987B-E35770DEAF21}" srcOrd="0" destOrd="0" presId="urn:microsoft.com/office/officeart/2005/8/layout/hierarchy1"/>
    <dgm:cxn modelId="{78271879-F72D-4023-99D8-E88501ABA10A}" srcId="{2C6E1190-4467-4051-B00A-3AF75C2812DB}" destId="{D43F3B2B-7EC4-4757-A07D-E8383491C8C4}" srcOrd="1" destOrd="0" parTransId="{E6B2EA82-26CF-4218-92BC-AACDE5E99D65}" sibTransId="{16B177D1-D6BE-45A6-902F-3B9104966E99}"/>
    <dgm:cxn modelId="{7CD4AE7A-03F3-495A-BA77-AD276AE004BA}" srcId="{95F76D26-413A-4600-A789-3D36D2D6BC15}" destId="{5BE5DF5F-331F-4F4D-8D0A-8FC904C7CBC3}" srcOrd="0" destOrd="0" parTransId="{058F3198-8DE7-4448-8940-BF69F9DD0DB2}" sibTransId="{C5CF58A0-DE29-41B4-BBD3-CE4B7BA64C87}"/>
    <dgm:cxn modelId="{09EF238D-3EE5-4697-A3AE-0BDC30EB7277}" type="presOf" srcId="{D43F3B2B-7EC4-4757-A07D-E8383491C8C4}" destId="{87B64C8B-D018-4532-8962-040955A9A71C}" srcOrd="0" destOrd="0" presId="urn:microsoft.com/office/officeart/2005/8/layout/hierarchy1"/>
    <dgm:cxn modelId="{3DB35D93-88D0-4BF6-807A-A7E5E1FB2DF7}" type="presOf" srcId="{66291382-7F2E-47D3-9577-3919FB0C481C}" destId="{584FEDD1-F2C3-4942-8929-40DD69D6BF22}" srcOrd="0" destOrd="0" presId="urn:microsoft.com/office/officeart/2005/8/layout/hierarchy1"/>
    <dgm:cxn modelId="{A3EE359D-0BDB-4CB3-B25A-97D2E9AF7693}" type="presOf" srcId="{95F76D26-413A-4600-A789-3D36D2D6BC15}" destId="{95C4C997-A996-4A6E-BC00-1304EFD1A932}" srcOrd="0" destOrd="0" presId="urn:microsoft.com/office/officeart/2005/8/layout/hierarchy1"/>
    <dgm:cxn modelId="{2739B39D-8450-4689-BC01-04081F0AA5B4}" srcId="{95F76D26-413A-4600-A789-3D36D2D6BC15}" destId="{A1574131-9950-43D4-8CAA-D1DE0F813497}" srcOrd="1" destOrd="0" parTransId="{B33B8F04-46C7-4BD1-B355-E52BD94A58FC}" sibTransId="{282FB903-850F-404B-B498-47C785A9F1D1}"/>
    <dgm:cxn modelId="{6C443AB4-7D9B-4B7E-A7FA-02D23B3E2520}" type="presOf" srcId="{CDC6A708-B119-4061-966B-933C9394F31B}" destId="{6EDF5329-46A1-4944-AFA9-8F8D763728F2}" srcOrd="0" destOrd="0" presId="urn:microsoft.com/office/officeart/2005/8/layout/hierarchy1"/>
    <dgm:cxn modelId="{8D0511CB-AA6D-42DC-BBA9-6C7B68F2CC6E}" srcId="{95F76D26-413A-4600-A789-3D36D2D6BC15}" destId="{66291382-7F2E-47D3-9577-3919FB0C481C}" srcOrd="2" destOrd="0" parTransId="{39D0050E-DA13-4D98-AB56-D4CF8914F161}" sibTransId="{9852E1F2-6DFF-4D3C-9801-72B2F59B22B3}"/>
    <dgm:cxn modelId="{8EA8B1CB-CFEF-419A-8116-84F3CE76A27D}" type="presOf" srcId="{2C6E1190-4467-4051-B00A-3AF75C2812DB}" destId="{F9CD4C7A-59D8-488C-A9A8-6C8E3A5AD228}" srcOrd="0" destOrd="0" presId="urn:microsoft.com/office/officeart/2005/8/layout/hierarchy1"/>
    <dgm:cxn modelId="{B4FB38CF-394A-47BD-91F2-C061884F75A6}" type="presOf" srcId="{E6B2EA82-26CF-4218-92BC-AACDE5E99D65}" destId="{7C2EB1AE-80E4-47BC-90AC-4622CDDFE428}" srcOrd="0" destOrd="0" presId="urn:microsoft.com/office/officeart/2005/8/layout/hierarchy1"/>
    <dgm:cxn modelId="{267040F3-35F1-4BE0-9B50-5CC42E62BAB2}" type="presOf" srcId="{595F96CA-F488-4FFF-BA0C-2AEBEC2CDFB0}" destId="{9C47FE9B-549D-4A74-A034-F3285430D2E5}" srcOrd="0" destOrd="0" presId="urn:microsoft.com/office/officeart/2005/8/layout/hierarchy1"/>
    <dgm:cxn modelId="{7653AEF3-FFBA-486D-9933-6133DD21CE9A}" type="presOf" srcId="{B33B8F04-46C7-4BD1-B355-E52BD94A58FC}" destId="{E4A9AF6A-5BDF-4FA2-95BF-3E6D79EDBA65}" srcOrd="0" destOrd="0" presId="urn:microsoft.com/office/officeart/2005/8/layout/hierarchy1"/>
    <dgm:cxn modelId="{DD8780F4-166D-4113-B635-58AA0198EABA}" type="presOf" srcId="{058F3198-8DE7-4448-8940-BF69F9DD0DB2}" destId="{F0A0CF27-5DFD-4767-B8D5-8789479E20C2}" srcOrd="0" destOrd="0" presId="urn:microsoft.com/office/officeart/2005/8/layout/hierarchy1"/>
    <dgm:cxn modelId="{278E66FE-CB45-421B-8D58-E6664A4D932A}" srcId="{66291382-7F2E-47D3-9577-3919FB0C481C}" destId="{595F96CA-F488-4FFF-BA0C-2AEBEC2CDFB0}" srcOrd="0" destOrd="0" parTransId="{A5450DE3-1258-47F8-82FF-091125228080}" sibTransId="{BD9E2692-E629-4294-A9CC-E91300F42EEC}"/>
    <dgm:cxn modelId="{71555FFF-DADF-4BA0-A2F9-439767A1B5A5}" type="presOf" srcId="{E97CD96E-804A-4AD4-AF5F-415D17CCA130}" destId="{47A57019-C6DF-45F3-85A8-4BBFD90AE503}" srcOrd="0" destOrd="0" presId="urn:microsoft.com/office/officeart/2005/8/layout/hierarchy1"/>
    <dgm:cxn modelId="{BCE72E4F-22E1-4301-BCCF-168A522FB82D}" type="presParOf" srcId="{553EDC4F-4D7E-4FCC-A810-3AB24EEC6554}" destId="{ED8D14E1-4C9F-426B-9AD3-FFA92CE90619}" srcOrd="0" destOrd="0" presId="urn:microsoft.com/office/officeart/2005/8/layout/hierarchy1"/>
    <dgm:cxn modelId="{75DD4370-C729-44C5-8F5E-2DF2DCA4A8CB}" type="presParOf" srcId="{ED8D14E1-4C9F-426B-9AD3-FFA92CE90619}" destId="{7E4AD055-0F36-470C-A193-66672CF34DDF}" srcOrd="0" destOrd="0" presId="urn:microsoft.com/office/officeart/2005/8/layout/hierarchy1"/>
    <dgm:cxn modelId="{3F76E17B-9E90-4731-94CE-4F68CCD98157}" type="presParOf" srcId="{7E4AD055-0F36-470C-A193-66672CF34DDF}" destId="{D18AFFB3-DDA7-4873-8376-1A9571B90F4B}" srcOrd="0" destOrd="0" presId="urn:microsoft.com/office/officeart/2005/8/layout/hierarchy1"/>
    <dgm:cxn modelId="{33C8EB47-3938-42C0-B9C4-14BFE6A6F019}" type="presParOf" srcId="{7E4AD055-0F36-470C-A193-66672CF34DDF}" destId="{95C4C997-A996-4A6E-BC00-1304EFD1A932}" srcOrd="1" destOrd="0" presId="urn:microsoft.com/office/officeart/2005/8/layout/hierarchy1"/>
    <dgm:cxn modelId="{1CC229BA-EE67-4E06-8E14-E5F9B17ACB9B}" type="presParOf" srcId="{ED8D14E1-4C9F-426B-9AD3-FFA92CE90619}" destId="{875FD88A-3854-411C-AF0B-DF1BB44CCA0F}" srcOrd="1" destOrd="0" presId="urn:microsoft.com/office/officeart/2005/8/layout/hierarchy1"/>
    <dgm:cxn modelId="{A719E50D-4E2F-45B8-A8C8-9BAB786A7464}" type="presParOf" srcId="{875FD88A-3854-411C-AF0B-DF1BB44CCA0F}" destId="{F0A0CF27-5DFD-4767-B8D5-8789479E20C2}" srcOrd="0" destOrd="0" presId="urn:microsoft.com/office/officeart/2005/8/layout/hierarchy1"/>
    <dgm:cxn modelId="{F5203C4E-381B-4DCA-8E8A-12388F781BB4}" type="presParOf" srcId="{875FD88A-3854-411C-AF0B-DF1BB44CCA0F}" destId="{48737549-6E0D-4DF7-8357-D40D4E7F8BD5}" srcOrd="1" destOrd="0" presId="urn:microsoft.com/office/officeart/2005/8/layout/hierarchy1"/>
    <dgm:cxn modelId="{AB04A2AC-32DB-45DE-B22B-7C67685C16D4}" type="presParOf" srcId="{48737549-6E0D-4DF7-8357-D40D4E7F8BD5}" destId="{EE87C76F-3E65-4803-99B0-E7301EBBF942}" srcOrd="0" destOrd="0" presId="urn:microsoft.com/office/officeart/2005/8/layout/hierarchy1"/>
    <dgm:cxn modelId="{D40B6BE3-BADB-49EB-A930-24E38EEBB959}" type="presParOf" srcId="{EE87C76F-3E65-4803-99B0-E7301EBBF942}" destId="{D2DE6225-7924-4AC2-BDAC-53082A6EFC0E}" srcOrd="0" destOrd="0" presId="urn:microsoft.com/office/officeart/2005/8/layout/hierarchy1"/>
    <dgm:cxn modelId="{7C199B4E-5F09-4B59-ADA7-AD3761924CCA}" type="presParOf" srcId="{EE87C76F-3E65-4803-99B0-E7301EBBF942}" destId="{B3E792AB-97E0-4E7E-A285-4E6279FD7619}" srcOrd="1" destOrd="0" presId="urn:microsoft.com/office/officeart/2005/8/layout/hierarchy1"/>
    <dgm:cxn modelId="{176BD457-E5AD-4910-93D9-F2EDC6D50F56}" type="presParOf" srcId="{48737549-6E0D-4DF7-8357-D40D4E7F8BD5}" destId="{95CE9D3C-8D67-48C4-8B0F-F06BEEA43034}" srcOrd="1" destOrd="0" presId="urn:microsoft.com/office/officeart/2005/8/layout/hierarchy1"/>
    <dgm:cxn modelId="{E5C59437-E53D-4DE1-8EA2-BFEDE6DF2A12}" type="presParOf" srcId="{95CE9D3C-8D67-48C4-8B0F-F06BEEA43034}" destId="{47A57019-C6DF-45F3-85A8-4BBFD90AE503}" srcOrd="0" destOrd="0" presId="urn:microsoft.com/office/officeart/2005/8/layout/hierarchy1"/>
    <dgm:cxn modelId="{59584B01-58E5-493D-AFD7-9D966866B947}" type="presParOf" srcId="{95CE9D3C-8D67-48C4-8B0F-F06BEEA43034}" destId="{F3800854-0029-4F35-B9BA-516E070AE4AF}" srcOrd="1" destOrd="0" presId="urn:microsoft.com/office/officeart/2005/8/layout/hierarchy1"/>
    <dgm:cxn modelId="{2C984A61-39B1-4AD3-9366-95EA0CE84166}" type="presParOf" srcId="{F3800854-0029-4F35-B9BA-516E070AE4AF}" destId="{8F2923BD-12B8-4E74-A597-A0A4A8EBBAB2}" srcOrd="0" destOrd="0" presId="urn:microsoft.com/office/officeart/2005/8/layout/hierarchy1"/>
    <dgm:cxn modelId="{8C2EE4CF-C092-42D2-9CDD-577E00F3A5AA}" type="presParOf" srcId="{8F2923BD-12B8-4E74-A597-A0A4A8EBBAB2}" destId="{7F113D5F-CA56-45CC-926C-5A43D0B6021B}" srcOrd="0" destOrd="0" presId="urn:microsoft.com/office/officeart/2005/8/layout/hierarchy1"/>
    <dgm:cxn modelId="{8DE90C5F-7711-47F0-A740-4DE14769D3B2}" type="presParOf" srcId="{8F2923BD-12B8-4E74-A597-A0A4A8EBBAB2}" destId="{F9CD4C7A-59D8-488C-A9A8-6C8E3A5AD228}" srcOrd="1" destOrd="0" presId="urn:microsoft.com/office/officeart/2005/8/layout/hierarchy1"/>
    <dgm:cxn modelId="{251AB2F1-36B2-464C-98B9-EEC4E0DCACFE}" type="presParOf" srcId="{F3800854-0029-4F35-B9BA-516E070AE4AF}" destId="{76F6C992-5330-4C36-BC7F-BDA6A27FFFC7}" srcOrd="1" destOrd="0" presId="urn:microsoft.com/office/officeart/2005/8/layout/hierarchy1"/>
    <dgm:cxn modelId="{1418A77D-CEE8-48D7-B8F4-827E8E1943C6}" type="presParOf" srcId="{76F6C992-5330-4C36-BC7F-BDA6A27FFFC7}" destId="{72348B47-7A9F-47E2-A05B-12B37262FC3C}" srcOrd="0" destOrd="0" presId="urn:microsoft.com/office/officeart/2005/8/layout/hierarchy1"/>
    <dgm:cxn modelId="{8D6E3C61-F996-4ECE-B610-DECDEE698CB1}" type="presParOf" srcId="{76F6C992-5330-4C36-BC7F-BDA6A27FFFC7}" destId="{AD83A215-7C39-4F34-A82C-7512F6970C92}" srcOrd="1" destOrd="0" presId="urn:microsoft.com/office/officeart/2005/8/layout/hierarchy1"/>
    <dgm:cxn modelId="{FE9676BF-1ECE-42AF-A038-9BC38C4F8D31}" type="presParOf" srcId="{AD83A215-7C39-4F34-A82C-7512F6970C92}" destId="{146964AD-B4CD-4A27-9F22-020010879E67}" srcOrd="0" destOrd="0" presId="urn:microsoft.com/office/officeart/2005/8/layout/hierarchy1"/>
    <dgm:cxn modelId="{6B04C8C0-3F3A-497A-A360-658E2BC18E38}" type="presParOf" srcId="{146964AD-B4CD-4A27-9F22-020010879E67}" destId="{8918889C-C13A-4C42-8710-62AFB2065CC8}" srcOrd="0" destOrd="0" presId="urn:microsoft.com/office/officeart/2005/8/layout/hierarchy1"/>
    <dgm:cxn modelId="{C1229CF2-A95F-4AD8-B773-4BDC92664002}" type="presParOf" srcId="{146964AD-B4CD-4A27-9F22-020010879E67}" destId="{83184614-3E7D-4D3E-8B4A-A23D96424705}" srcOrd="1" destOrd="0" presId="urn:microsoft.com/office/officeart/2005/8/layout/hierarchy1"/>
    <dgm:cxn modelId="{6881F666-1095-45C0-A4C1-C98816E9259D}" type="presParOf" srcId="{AD83A215-7C39-4F34-A82C-7512F6970C92}" destId="{45ECF47A-16C9-45BD-B363-2ABAE017611D}" srcOrd="1" destOrd="0" presId="urn:microsoft.com/office/officeart/2005/8/layout/hierarchy1"/>
    <dgm:cxn modelId="{FFFFA792-A0BF-49EE-95FD-CAF7AFD55CC9}" type="presParOf" srcId="{76F6C992-5330-4C36-BC7F-BDA6A27FFFC7}" destId="{7C2EB1AE-80E4-47BC-90AC-4622CDDFE428}" srcOrd="2" destOrd="0" presId="urn:microsoft.com/office/officeart/2005/8/layout/hierarchy1"/>
    <dgm:cxn modelId="{1018FA77-D58E-49B8-B325-417BB510703C}" type="presParOf" srcId="{76F6C992-5330-4C36-BC7F-BDA6A27FFFC7}" destId="{45E067B6-FA3A-4525-BACE-7C1EB0AFA798}" srcOrd="3" destOrd="0" presId="urn:microsoft.com/office/officeart/2005/8/layout/hierarchy1"/>
    <dgm:cxn modelId="{4419DC21-077C-4645-AA73-59F6FEA088CF}" type="presParOf" srcId="{45E067B6-FA3A-4525-BACE-7C1EB0AFA798}" destId="{7E7B2F49-1B70-4ED7-B8E0-38CD9892E1CC}" srcOrd="0" destOrd="0" presId="urn:microsoft.com/office/officeart/2005/8/layout/hierarchy1"/>
    <dgm:cxn modelId="{9C66425D-21A4-4247-A7FB-EA88D66B89DF}" type="presParOf" srcId="{7E7B2F49-1B70-4ED7-B8E0-38CD9892E1CC}" destId="{1B3191B1-9394-4EE7-BC38-67FD27AA4994}" srcOrd="0" destOrd="0" presId="urn:microsoft.com/office/officeart/2005/8/layout/hierarchy1"/>
    <dgm:cxn modelId="{24569287-22D2-42F8-93D2-B896A31AE4A6}" type="presParOf" srcId="{7E7B2F49-1B70-4ED7-B8E0-38CD9892E1CC}" destId="{87B64C8B-D018-4532-8962-040955A9A71C}" srcOrd="1" destOrd="0" presId="urn:microsoft.com/office/officeart/2005/8/layout/hierarchy1"/>
    <dgm:cxn modelId="{5770B620-2A77-4C78-BDDC-CC201ED0C5E9}" type="presParOf" srcId="{45E067B6-FA3A-4525-BACE-7C1EB0AFA798}" destId="{3607AFF2-F6AE-481A-B558-0774061ECCCC}" srcOrd="1" destOrd="0" presId="urn:microsoft.com/office/officeart/2005/8/layout/hierarchy1"/>
    <dgm:cxn modelId="{CFE8B0BB-D57E-4B75-8203-4A2757CF9481}" type="presParOf" srcId="{875FD88A-3854-411C-AF0B-DF1BB44CCA0F}" destId="{E4A9AF6A-5BDF-4FA2-95BF-3E6D79EDBA65}" srcOrd="2" destOrd="0" presId="urn:microsoft.com/office/officeart/2005/8/layout/hierarchy1"/>
    <dgm:cxn modelId="{80B448A4-1842-4254-A27A-BEFB43AA0ED0}" type="presParOf" srcId="{875FD88A-3854-411C-AF0B-DF1BB44CCA0F}" destId="{8F99C2C1-5688-432B-8C1A-7F9F526EAB8F}" srcOrd="3" destOrd="0" presId="urn:microsoft.com/office/officeart/2005/8/layout/hierarchy1"/>
    <dgm:cxn modelId="{B19FF3F4-CD36-45C0-9711-F062CBEA6810}" type="presParOf" srcId="{8F99C2C1-5688-432B-8C1A-7F9F526EAB8F}" destId="{7C8E2582-2D86-486E-945D-2D1702C96A31}" srcOrd="0" destOrd="0" presId="urn:microsoft.com/office/officeart/2005/8/layout/hierarchy1"/>
    <dgm:cxn modelId="{7900832E-8FE8-4F2C-BC5E-E711D804F49B}" type="presParOf" srcId="{7C8E2582-2D86-486E-945D-2D1702C96A31}" destId="{794D0F37-21A5-402C-9CAD-5C1FBF6FC6F1}" srcOrd="0" destOrd="0" presId="urn:microsoft.com/office/officeart/2005/8/layout/hierarchy1"/>
    <dgm:cxn modelId="{8A293135-4B97-4F82-B09B-06882C534ABA}" type="presParOf" srcId="{7C8E2582-2D86-486E-945D-2D1702C96A31}" destId="{7F075215-682A-482F-987B-E35770DEAF21}" srcOrd="1" destOrd="0" presId="urn:microsoft.com/office/officeart/2005/8/layout/hierarchy1"/>
    <dgm:cxn modelId="{B09C9742-A158-40F5-9349-63AE08F62A1C}" type="presParOf" srcId="{8F99C2C1-5688-432B-8C1A-7F9F526EAB8F}" destId="{9C2ACCF9-A19F-41DE-B94B-10031BBA04EA}" srcOrd="1" destOrd="0" presId="urn:microsoft.com/office/officeart/2005/8/layout/hierarchy1"/>
    <dgm:cxn modelId="{E4371D94-81D3-4B1B-9DC0-E054DEF3440E}" type="presParOf" srcId="{875FD88A-3854-411C-AF0B-DF1BB44CCA0F}" destId="{1636DDCF-D976-4507-A7D8-5065FC5A0866}" srcOrd="4" destOrd="0" presId="urn:microsoft.com/office/officeart/2005/8/layout/hierarchy1"/>
    <dgm:cxn modelId="{5EA52819-690E-4017-907E-899B946BEB9A}" type="presParOf" srcId="{875FD88A-3854-411C-AF0B-DF1BB44CCA0F}" destId="{09737AF4-79DB-4F6D-9873-AD0F69074E40}" srcOrd="5" destOrd="0" presId="urn:microsoft.com/office/officeart/2005/8/layout/hierarchy1"/>
    <dgm:cxn modelId="{8961FC41-0516-47A5-8D34-84A44D82DC19}" type="presParOf" srcId="{09737AF4-79DB-4F6D-9873-AD0F69074E40}" destId="{8CF7BB18-0E1B-4D5F-9C80-2BDDB3C856FC}" srcOrd="0" destOrd="0" presId="urn:microsoft.com/office/officeart/2005/8/layout/hierarchy1"/>
    <dgm:cxn modelId="{41C75566-4D9A-44B6-AE79-3D8DA09D9C5F}" type="presParOf" srcId="{8CF7BB18-0E1B-4D5F-9C80-2BDDB3C856FC}" destId="{1B4B55E5-8CD1-44FE-90C7-89AB458CACEA}" srcOrd="0" destOrd="0" presId="urn:microsoft.com/office/officeart/2005/8/layout/hierarchy1"/>
    <dgm:cxn modelId="{2CB39F05-26DB-48B5-97E9-A49D62CF9F23}" type="presParOf" srcId="{8CF7BB18-0E1B-4D5F-9C80-2BDDB3C856FC}" destId="{584FEDD1-F2C3-4942-8929-40DD69D6BF22}" srcOrd="1" destOrd="0" presId="urn:microsoft.com/office/officeart/2005/8/layout/hierarchy1"/>
    <dgm:cxn modelId="{B177D5F0-5C30-47C7-B8F5-FE2528642DC3}" type="presParOf" srcId="{09737AF4-79DB-4F6D-9873-AD0F69074E40}" destId="{5C7B1468-E0D6-429B-8A69-3E42CEB95223}" srcOrd="1" destOrd="0" presId="urn:microsoft.com/office/officeart/2005/8/layout/hierarchy1"/>
    <dgm:cxn modelId="{2D0A5368-A74B-48FC-BC20-1643DB2D631A}" type="presParOf" srcId="{5C7B1468-E0D6-429B-8A69-3E42CEB95223}" destId="{544B0DFA-86FF-47B5-86BF-063CAD16807D}" srcOrd="0" destOrd="0" presId="urn:microsoft.com/office/officeart/2005/8/layout/hierarchy1"/>
    <dgm:cxn modelId="{A7060BA4-6918-4267-991D-124960590E06}" type="presParOf" srcId="{5C7B1468-E0D6-429B-8A69-3E42CEB95223}" destId="{61B206F8-8261-46B9-B633-38135710E7D3}" srcOrd="1" destOrd="0" presId="urn:microsoft.com/office/officeart/2005/8/layout/hierarchy1"/>
    <dgm:cxn modelId="{CE90E943-D7FB-4724-8A98-EDB7163BF96F}" type="presParOf" srcId="{61B206F8-8261-46B9-B633-38135710E7D3}" destId="{55404534-4EAD-460F-8E82-E19AF102F54C}" srcOrd="0" destOrd="0" presId="urn:microsoft.com/office/officeart/2005/8/layout/hierarchy1"/>
    <dgm:cxn modelId="{62A9E9AF-581B-4E63-BD88-8C0858310D13}" type="presParOf" srcId="{55404534-4EAD-460F-8E82-E19AF102F54C}" destId="{8257ABB3-5D1D-44E1-921F-A325A0757A87}" srcOrd="0" destOrd="0" presId="urn:microsoft.com/office/officeart/2005/8/layout/hierarchy1"/>
    <dgm:cxn modelId="{A74AA443-029C-4A14-B8A3-85D95666BF18}" type="presParOf" srcId="{55404534-4EAD-460F-8E82-E19AF102F54C}" destId="{9C47FE9B-549D-4A74-A034-F3285430D2E5}" srcOrd="1" destOrd="0" presId="urn:microsoft.com/office/officeart/2005/8/layout/hierarchy1"/>
    <dgm:cxn modelId="{9D969FB1-6C20-4EA0-96E2-3BA42FB9931C}" type="presParOf" srcId="{61B206F8-8261-46B9-B633-38135710E7D3}" destId="{23CD7DEB-C64F-43A5-83DE-7BB8F4AA7972}" srcOrd="1" destOrd="0" presId="urn:microsoft.com/office/officeart/2005/8/layout/hierarchy1"/>
    <dgm:cxn modelId="{9CFCF5EA-65EF-462B-9E2E-6A8C6542F21F}" type="presParOf" srcId="{5C7B1468-E0D6-429B-8A69-3E42CEB95223}" destId="{6EDF5329-46A1-4944-AFA9-8F8D763728F2}" srcOrd="2" destOrd="0" presId="urn:microsoft.com/office/officeart/2005/8/layout/hierarchy1"/>
    <dgm:cxn modelId="{D14B5F9E-1DC7-4139-A1A2-CE7528AB0210}" type="presParOf" srcId="{5C7B1468-E0D6-429B-8A69-3E42CEB95223}" destId="{A710DCBC-43A5-45DC-BB05-C4798C2C0A5B}" srcOrd="3" destOrd="0" presId="urn:microsoft.com/office/officeart/2005/8/layout/hierarchy1"/>
    <dgm:cxn modelId="{CA75ECA9-70BC-4750-9617-5E78996756FD}" type="presParOf" srcId="{A710DCBC-43A5-45DC-BB05-C4798C2C0A5B}" destId="{05047131-7C9A-4566-A761-FA7E72FFE075}" srcOrd="0" destOrd="0" presId="urn:microsoft.com/office/officeart/2005/8/layout/hierarchy1"/>
    <dgm:cxn modelId="{B4E8873A-B3BE-4D17-B7EF-CC5633D763FD}" type="presParOf" srcId="{05047131-7C9A-4566-A761-FA7E72FFE075}" destId="{1004B3C0-D871-4B5D-B8F5-4C7998AC479C}" srcOrd="0" destOrd="0" presId="urn:microsoft.com/office/officeart/2005/8/layout/hierarchy1"/>
    <dgm:cxn modelId="{7F1EA4DC-11D9-4EEA-AA73-1EAFAD7CB9D9}" type="presParOf" srcId="{05047131-7C9A-4566-A761-FA7E72FFE075}" destId="{A862293B-3C97-46C1-A7A9-39A1FA9C1ADE}" srcOrd="1" destOrd="0" presId="urn:microsoft.com/office/officeart/2005/8/layout/hierarchy1"/>
    <dgm:cxn modelId="{A79590EA-D01A-4F5B-B9FD-34482A568C9D}" type="presParOf" srcId="{A710DCBC-43A5-45DC-BB05-C4798C2C0A5B}" destId="{AE752843-5F3B-43BD-A218-BBD1CB25944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582A92B-1F63-480D-807C-8826CEB50717}" type="doc">
      <dgm:prSet loTypeId="urn:microsoft.com/office/officeart/2005/8/layout/hierarchy1" loCatId="hierarchy" qsTypeId="urn:microsoft.com/office/officeart/2005/8/quickstyle/simple1#4" qsCatId="simple" csTypeId="urn:microsoft.com/office/officeart/2005/8/colors/accent1_2#4" csCatId="accent1" phldr="1"/>
      <dgm:spPr/>
      <dgm:t>
        <a:bodyPr/>
        <a:lstStyle/>
        <a:p>
          <a:endParaRPr lang="ru-RU"/>
        </a:p>
      </dgm:t>
    </dgm:pt>
    <dgm:pt modelId="{95F76D26-413A-4600-A789-3D36D2D6BC15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E0A3BDE5-027F-4B30-B5AF-B7293556F5DE}" type="parTrans" cxnId="{FEAC3513-03B4-4B0F-927B-5FE5AAFE3091}">
      <dgm:prSet/>
      <dgm:spPr>
        <a:ln>
          <a:solidFill>
            <a:srgbClr val="002060"/>
          </a:solidFill>
        </a:ln>
      </dgm:spPr>
      <dgm:t>
        <a:bodyPr/>
        <a:lstStyle/>
        <a:p>
          <a:endParaRPr lang="ru-RU"/>
        </a:p>
      </dgm:t>
    </dgm:pt>
    <dgm:pt modelId="{D33374EF-D11D-451D-91E1-8E5BE7081E2B}" type="sibTrans" cxnId="{FEAC3513-03B4-4B0F-927B-5FE5AAFE3091}">
      <dgm:prSet/>
      <dgm:spPr/>
      <dgm:t>
        <a:bodyPr/>
        <a:lstStyle/>
        <a:p>
          <a:endParaRPr lang="ru-RU"/>
        </a:p>
      </dgm:t>
    </dgm:pt>
    <dgm:pt modelId="{5BE5DF5F-331F-4F4D-8D0A-8FC904C7CBC3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058F3198-8DE7-4448-8940-BF69F9DD0DB2}" type="parTrans" cxnId="{7CD4AE7A-03F3-495A-BA77-AD276AE004BA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C5CF58A0-DE29-41B4-BBD3-CE4B7BA64C87}" type="sibTrans" cxnId="{7CD4AE7A-03F3-495A-BA77-AD276AE004BA}">
      <dgm:prSet/>
      <dgm:spPr/>
      <dgm:t>
        <a:bodyPr/>
        <a:lstStyle/>
        <a:p>
          <a:endParaRPr lang="ru-RU"/>
        </a:p>
      </dgm:t>
    </dgm:pt>
    <dgm:pt modelId="{2C6E1190-4467-4051-B00A-3AF75C2812DB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E97CD96E-804A-4AD4-AF5F-415D17CCA130}" type="parTrans" cxnId="{C6E5AA06-9C99-45EB-9B7B-4F9006999AA9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F3B4EB25-09BA-4A64-A40A-A93DCAF2A3D5}" type="sibTrans" cxnId="{C6E5AA06-9C99-45EB-9B7B-4F9006999AA9}">
      <dgm:prSet/>
      <dgm:spPr/>
      <dgm:t>
        <a:bodyPr/>
        <a:lstStyle/>
        <a:p>
          <a:endParaRPr lang="ru-RU"/>
        </a:p>
      </dgm:t>
    </dgm:pt>
    <dgm:pt modelId="{87785E6A-E265-40AF-92E3-6F37EAF4853C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03BE4073-00C2-4B3F-BE6E-75FF9D87CF66}" type="parTrans" cxnId="{57E8EA38-8B2E-448E-B185-5DA4407300F9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6906D24D-3D9D-4E02-BD66-725D77F2F9CF}" type="sibTrans" cxnId="{57E8EA38-8B2E-448E-B185-5DA4407300F9}">
      <dgm:prSet/>
      <dgm:spPr/>
      <dgm:t>
        <a:bodyPr/>
        <a:lstStyle/>
        <a:p>
          <a:endParaRPr lang="ru-RU"/>
        </a:p>
      </dgm:t>
    </dgm:pt>
    <dgm:pt modelId="{D43F3B2B-7EC4-4757-A07D-E8383491C8C4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E6B2EA82-26CF-4218-92BC-AACDE5E99D65}" type="parTrans" cxnId="{78271879-F72D-4023-99D8-E88501ABA10A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16B177D1-D6BE-45A6-902F-3B9104966E99}" type="sibTrans" cxnId="{78271879-F72D-4023-99D8-E88501ABA10A}">
      <dgm:prSet/>
      <dgm:spPr/>
      <dgm:t>
        <a:bodyPr/>
        <a:lstStyle/>
        <a:p>
          <a:endParaRPr lang="ru-RU"/>
        </a:p>
      </dgm:t>
    </dgm:pt>
    <dgm:pt modelId="{2C6259A7-6FB6-4043-8E20-1D19A67A7F9B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CDC6A708-B119-4061-966B-933C9394F31B}" type="parTrans" cxnId="{623AD610-4E46-4895-BAFF-84753BDD1638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54662317-2D73-432C-99C0-2894481630A7}" type="sibTrans" cxnId="{623AD610-4E46-4895-BAFF-84753BDD1638}">
      <dgm:prSet/>
      <dgm:spPr/>
      <dgm:t>
        <a:bodyPr/>
        <a:lstStyle/>
        <a:p>
          <a:endParaRPr lang="ru-RU"/>
        </a:p>
      </dgm:t>
    </dgm:pt>
    <dgm:pt modelId="{A1574131-9950-43D4-8CAA-D1DE0F813497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B33B8F04-46C7-4BD1-B355-E52BD94A58FC}" type="parTrans" cxnId="{2739B39D-8450-4689-BC01-04081F0AA5B4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282FB903-850F-404B-B498-47C785A9F1D1}" type="sibTrans" cxnId="{2739B39D-8450-4689-BC01-04081F0AA5B4}">
      <dgm:prSet/>
      <dgm:spPr/>
      <dgm:t>
        <a:bodyPr/>
        <a:lstStyle/>
        <a:p>
          <a:endParaRPr lang="ru-RU"/>
        </a:p>
      </dgm:t>
    </dgm:pt>
    <dgm:pt modelId="{66291382-7F2E-47D3-9577-3919FB0C481C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39D0050E-DA13-4D98-AB56-D4CF8914F161}" type="parTrans" cxnId="{8D0511CB-AA6D-42DC-BBA9-6C7B68F2CC6E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9852E1F2-6DFF-4D3C-9801-72B2F59B22B3}" type="sibTrans" cxnId="{8D0511CB-AA6D-42DC-BBA9-6C7B68F2CC6E}">
      <dgm:prSet/>
      <dgm:spPr/>
      <dgm:t>
        <a:bodyPr/>
        <a:lstStyle/>
        <a:p>
          <a:endParaRPr lang="ru-RU"/>
        </a:p>
      </dgm:t>
    </dgm:pt>
    <dgm:pt modelId="{595F96CA-F488-4FFF-BA0C-2AEBEC2CDFB0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A5450DE3-1258-47F8-82FF-091125228080}" type="parTrans" cxnId="{278E66FE-CB45-421B-8D58-E6664A4D932A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BD9E2692-E629-4294-A9CC-E91300F42EEC}" type="sibTrans" cxnId="{278E66FE-CB45-421B-8D58-E6664A4D932A}">
      <dgm:prSet/>
      <dgm:spPr/>
      <dgm:t>
        <a:bodyPr/>
        <a:lstStyle/>
        <a:p>
          <a:endParaRPr lang="ru-RU"/>
        </a:p>
      </dgm:t>
    </dgm:pt>
    <dgm:pt modelId="{553EDC4F-4D7E-4FCC-A810-3AB24EEC6554}" type="pres">
      <dgm:prSet presAssocID="{F582A92B-1F63-480D-807C-8826CEB5071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D8D14E1-4C9F-426B-9AD3-FFA92CE90619}" type="pres">
      <dgm:prSet presAssocID="{95F76D26-413A-4600-A789-3D36D2D6BC15}" presName="hierRoot1" presStyleCnt="0"/>
      <dgm:spPr/>
    </dgm:pt>
    <dgm:pt modelId="{7E4AD055-0F36-470C-A193-66672CF34DDF}" type="pres">
      <dgm:prSet presAssocID="{95F76D26-413A-4600-A789-3D36D2D6BC15}" presName="composite" presStyleCnt="0"/>
      <dgm:spPr/>
    </dgm:pt>
    <dgm:pt modelId="{D18AFFB3-DDA7-4873-8376-1A9571B90F4B}" type="pres">
      <dgm:prSet presAssocID="{95F76D26-413A-4600-A789-3D36D2D6BC15}" presName="background" presStyleLbl="node0" presStyleIdx="0" presStyleCnt="1"/>
      <dgm:spPr>
        <a:ln>
          <a:solidFill>
            <a:schemeClr val="accent6"/>
          </a:solidFill>
        </a:ln>
      </dgm:spPr>
    </dgm:pt>
    <dgm:pt modelId="{95C4C997-A996-4A6E-BC00-1304EFD1A932}" type="pres">
      <dgm:prSet presAssocID="{95F76D26-413A-4600-A789-3D36D2D6BC15}" presName="text" presStyleLbl="fgAcc0" presStyleIdx="0" presStyleCnt="1">
        <dgm:presLayoutVars>
          <dgm:chPref val="3"/>
        </dgm:presLayoutVars>
      </dgm:prSet>
      <dgm:spPr/>
    </dgm:pt>
    <dgm:pt modelId="{875FD88A-3854-411C-AF0B-DF1BB44CCA0F}" type="pres">
      <dgm:prSet presAssocID="{95F76D26-413A-4600-A789-3D36D2D6BC15}" presName="hierChild2" presStyleCnt="0"/>
      <dgm:spPr/>
    </dgm:pt>
    <dgm:pt modelId="{F0A0CF27-5DFD-4767-B8D5-8789479E20C2}" type="pres">
      <dgm:prSet presAssocID="{058F3198-8DE7-4448-8940-BF69F9DD0DB2}" presName="Name10" presStyleLbl="parChTrans1D2" presStyleIdx="0" presStyleCnt="3"/>
      <dgm:spPr/>
    </dgm:pt>
    <dgm:pt modelId="{48737549-6E0D-4DF7-8357-D40D4E7F8BD5}" type="pres">
      <dgm:prSet presAssocID="{5BE5DF5F-331F-4F4D-8D0A-8FC904C7CBC3}" presName="hierRoot2" presStyleCnt="0"/>
      <dgm:spPr/>
    </dgm:pt>
    <dgm:pt modelId="{EE87C76F-3E65-4803-99B0-E7301EBBF942}" type="pres">
      <dgm:prSet presAssocID="{5BE5DF5F-331F-4F4D-8D0A-8FC904C7CBC3}" presName="composite2" presStyleCnt="0"/>
      <dgm:spPr/>
    </dgm:pt>
    <dgm:pt modelId="{D2DE6225-7924-4AC2-BDAC-53082A6EFC0E}" type="pres">
      <dgm:prSet presAssocID="{5BE5DF5F-331F-4F4D-8D0A-8FC904C7CBC3}" presName="background2" presStyleLbl="node2" presStyleIdx="0" presStyleCnt="3"/>
      <dgm:spPr>
        <a:ln>
          <a:solidFill>
            <a:schemeClr val="accent6"/>
          </a:solidFill>
        </a:ln>
      </dgm:spPr>
    </dgm:pt>
    <dgm:pt modelId="{B3E792AB-97E0-4E7E-A285-4E6279FD7619}" type="pres">
      <dgm:prSet presAssocID="{5BE5DF5F-331F-4F4D-8D0A-8FC904C7CBC3}" presName="text2" presStyleLbl="fgAcc2" presStyleIdx="0" presStyleCnt="3">
        <dgm:presLayoutVars>
          <dgm:chPref val="3"/>
        </dgm:presLayoutVars>
      </dgm:prSet>
      <dgm:spPr/>
    </dgm:pt>
    <dgm:pt modelId="{95CE9D3C-8D67-48C4-8B0F-F06BEEA43034}" type="pres">
      <dgm:prSet presAssocID="{5BE5DF5F-331F-4F4D-8D0A-8FC904C7CBC3}" presName="hierChild3" presStyleCnt="0"/>
      <dgm:spPr/>
    </dgm:pt>
    <dgm:pt modelId="{47A57019-C6DF-45F3-85A8-4BBFD90AE503}" type="pres">
      <dgm:prSet presAssocID="{E97CD96E-804A-4AD4-AF5F-415D17CCA130}" presName="Name17" presStyleLbl="parChTrans1D3" presStyleIdx="0" presStyleCnt="3"/>
      <dgm:spPr/>
    </dgm:pt>
    <dgm:pt modelId="{F3800854-0029-4F35-B9BA-516E070AE4AF}" type="pres">
      <dgm:prSet presAssocID="{2C6E1190-4467-4051-B00A-3AF75C2812DB}" presName="hierRoot3" presStyleCnt="0"/>
      <dgm:spPr/>
    </dgm:pt>
    <dgm:pt modelId="{8F2923BD-12B8-4E74-A597-A0A4A8EBBAB2}" type="pres">
      <dgm:prSet presAssocID="{2C6E1190-4467-4051-B00A-3AF75C2812DB}" presName="composite3" presStyleCnt="0"/>
      <dgm:spPr/>
    </dgm:pt>
    <dgm:pt modelId="{7F113D5F-CA56-45CC-926C-5A43D0B6021B}" type="pres">
      <dgm:prSet presAssocID="{2C6E1190-4467-4051-B00A-3AF75C2812DB}" presName="background3" presStyleLbl="node3" presStyleIdx="0" presStyleCnt="3"/>
      <dgm:spPr>
        <a:ln>
          <a:solidFill>
            <a:schemeClr val="accent6"/>
          </a:solidFill>
        </a:ln>
      </dgm:spPr>
    </dgm:pt>
    <dgm:pt modelId="{F9CD4C7A-59D8-488C-A9A8-6C8E3A5AD228}" type="pres">
      <dgm:prSet presAssocID="{2C6E1190-4467-4051-B00A-3AF75C2812DB}" presName="text3" presStyleLbl="fgAcc3" presStyleIdx="0" presStyleCnt="3">
        <dgm:presLayoutVars>
          <dgm:chPref val="3"/>
        </dgm:presLayoutVars>
      </dgm:prSet>
      <dgm:spPr/>
    </dgm:pt>
    <dgm:pt modelId="{76F6C992-5330-4C36-BC7F-BDA6A27FFFC7}" type="pres">
      <dgm:prSet presAssocID="{2C6E1190-4467-4051-B00A-3AF75C2812DB}" presName="hierChild4" presStyleCnt="0"/>
      <dgm:spPr/>
    </dgm:pt>
    <dgm:pt modelId="{72348B47-7A9F-47E2-A05B-12B37262FC3C}" type="pres">
      <dgm:prSet presAssocID="{03BE4073-00C2-4B3F-BE6E-75FF9D87CF66}" presName="Name23" presStyleLbl="parChTrans1D4" presStyleIdx="0" presStyleCnt="2"/>
      <dgm:spPr/>
    </dgm:pt>
    <dgm:pt modelId="{AD83A215-7C39-4F34-A82C-7512F6970C92}" type="pres">
      <dgm:prSet presAssocID="{87785E6A-E265-40AF-92E3-6F37EAF4853C}" presName="hierRoot4" presStyleCnt="0"/>
      <dgm:spPr/>
    </dgm:pt>
    <dgm:pt modelId="{146964AD-B4CD-4A27-9F22-020010879E67}" type="pres">
      <dgm:prSet presAssocID="{87785E6A-E265-40AF-92E3-6F37EAF4853C}" presName="composite4" presStyleCnt="0"/>
      <dgm:spPr/>
    </dgm:pt>
    <dgm:pt modelId="{8918889C-C13A-4C42-8710-62AFB2065CC8}" type="pres">
      <dgm:prSet presAssocID="{87785E6A-E265-40AF-92E3-6F37EAF4853C}" presName="background4" presStyleLbl="node4" presStyleIdx="0" presStyleCnt="2"/>
      <dgm:spPr>
        <a:ln>
          <a:solidFill>
            <a:schemeClr val="accent6"/>
          </a:solidFill>
        </a:ln>
      </dgm:spPr>
    </dgm:pt>
    <dgm:pt modelId="{83184614-3E7D-4D3E-8B4A-A23D96424705}" type="pres">
      <dgm:prSet presAssocID="{87785E6A-E265-40AF-92E3-6F37EAF4853C}" presName="text4" presStyleLbl="fgAcc4" presStyleIdx="0" presStyleCnt="2">
        <dgm:presLayoutVars>
          <dgm:chPref val="3"/>
        </dgm:presLayoutVars>
      </dgm:prSet>
      <dgm:spPr/>
    </dgm:pt>
    <dgm:pt modelId="{45ECF47A-16C9-45BD-B363-2ABAE017611D}" type="pres">
      <dgm:prSet presAssocID="{87785E6A-E265-40AF-92E3-6F37EAF4853C}" presName="hierChild5" presStyleCnt="0"/>
      <dgm:spPr/>
    </dgm:pt>
    <dgm:pt modelId="{7C2EB1AE-80E4-47BC-90AC-4622CDDFE428}" type="pres">
      <dgm:prSet presAssocID="{E6B2EA82-26CF-4218-92BC-AACDE5E99D65}" presName="Name23" presStyleLbl="parChTrans1D4" presStyleIdx="1" presStyleCnt="2"/>
      <dgm:spPr/>
    </dgm:pt>
    <dgm:pt modelId="{45E067B6-FA3A-4525-BACE-7C1EB0AFA798}" type="pres">
      <dgm:prSet presAssocID="{D43F3B2B-7EC4-4757-A07D-E8383491C8C4}" presName="hierRoot4" presStyleCnt="0"/>
      <dgm:spPr/>
    </dgm:pt>
    <dgm:pt modelId="{7E7B2F49-1B70-4ED7-B8E0-38CD9892E1CC}" type="pres">
      <dgm:prSet presAssocID="{D43F3B2B-7EC4-4757-A07D-E8383491C8C4}" presName="composite4" presStyleCnt="0"/>
      <dgm:spPr/>
    </dgm:pt>
    <dgm:pt modelId="{1B3191B1-9394-4EE7-BC38-67FD27AA4994}" type="pres">
      <dgm:prSet presAssocID="{D43F3B2B-7EC4-4757-A07D-E8383491C8C4}" presName="background4" presStyleLbl="node4" presStyleIdx="1" presStyleCnt="2"/>
      <dgm:spPr>
        <a:ln>
          <a:solidFill>
            <a:schemeClr val="accent6"/>
          </a:solidFill>
        </a:ln>
      </dgm:spPr>
    </dgm:pt>
    <dgm:pt modelId="{87B64C8B-D018-4532-8962-040955A9A71C}" type="pres">
      <dgm:prSet presAssocID="{D43F3B2B-7EC4-4757-A07D-E8383491C8C4}" presName="text4" presStyleLbl="fgAcc4" presStyleIdx="1" presStyleCnt="2">
        <dgm:presLayoutVars>
          <dgm:chPref val="3"/>
        </dgm:presLayoutVars>
      </dgm:prSet>
      <dgm:spPr/>
    </dgm:pt>
    <dgm:pt modelId="{3607AFF2-F6AE-481A-B558-0774061ECCCC}" type="pres">
      <dgm:prSet presAssocID="{D43F3B2B-7EC4-4757-A07D-E8383491C8C4}" presName="hierChild5" presStyleCnt="0"/>
      <dgm:spPr/>
    </dgm:pt>
    <dgm:pt modelId="{E4A9AF6A-5BDF-4FA2-95BF-3E6D79EDBA65}" type="pres">
      <dgm:prSet presAssocID="{B33B8F04-46C7-4BD1-B355-E52BD94A58FC}" presName="Name10" presStyleLbl="parChTrans1D2" presStyleIdx="1" presStyleCnt="3"/>
      <dgm:spPr/>
    </dgm:pt>
    <dgm:pt modelId="{8F99C2C1-5688-432B-8C1A-7F9F526EAB8F}" type="pres">
      <dgm:prSet presAssocID="{A1574131-9950-43D4-8CAA-D1DE0F813497}" presName="hierRoot2" presStyleCnt="0"/>
      <dgm:spPr/>
    </dgm:pt>
    <dgm:pt modelId="{7C8E2582-2D86-486E-945D-2D1702C96A31}" type="pres">
      <dgm:prSet presAssocID="{A1574131-9950-43D4-8CAA-D1DE0F813497}" presName="composite2" presStyleCnt="0"/>
      <dgm:spPr/>
    </dgm:pt>
    <dgm:pt modelId="{794D0F37-21A5-402C-9CAD-5C1FBF6FC6F1}" type="pres">
      <dgm:prSet presAssocID="{A1574131-9950-43D4-8CAA-D1DE0F813497}" presName="background2" presStyleLbl="node2" presStyleIdx="1" presStyleCnt="3"/>
      <dgm:spPr>
        <a:ln>
          <a:solidFill>
            <a:schemeClr val="accent6"/>
          </a:solidFill>
        </a:ln>
      </dgm:spPr>
    </dgm:pt>
    <dgm:pt modelId="{7F075215-682A-482F-987B-E35770DEAF21}" type="pres">
      <dgm:prSet presAssocID="{A1574131-9950-43D4-8CAA-D1DE0F813497}" presName="text2" presStyleLbl="fgAcc2" presStyleIdx="1" presStyleCnt="3">
        <dgm:presLayoutVars>
          <dgm:chPref val="3"/>
        </dgm:presLayoutVars>
      </dgm:prSet>
      <dgm:spPr/>
    </dgm:pt>
    <dgm:pt modelId="{9C2ACCF9-A19F-41DE-B94B-10031BBA04EA}" type="pres">
      <dgm:prSet presAssocID="{A1574131-9950-43D4-8CAA-D1DE0F813497}" presName="hierChild3" presStyleCnt="0"/>
      <dgm:spPr/>
    </dgm:pt>
    <dgm:pt modelId="{1636DDCF-D976-4507-A7D8-5065FC5A0866}" type="pres">
      <dgm:prSet presAssocID="{39D0050E-DA13-4D98-AB56-D4CF8914F161}" presName="Name10" presStyleLbl="parChTrans1D2" presStyleIdx="2" presStyleCnt="3"/>
      <dgm:spPr/>
    </dgm:pt>
    <dgm:pt modelId="{09737AF4-79DB-4F6D-9873-AD0F69074E40}" type="pres">
      <dgm:prSet presAssocID="{66291382-7F2E-47D3-9577-3919FB0C481C}" presName="hierRoot2" presStyleCnt="0"/>
      <dgm:spPr/>
    </dgm:pt>
    <dgm:pt modelId="{8CF7BB18-0E1B-4D5F-9C80-2BDDB3C856FC}" type="pres">
      <dgm:prSet presAssocID="{66291382-7F2E-47D3-9577-3919FB0C481C}" presName="composite2" presStyleCnt="0"/>
      <dgm:spPr/>
    </dgm:pt>
    <dgm:pt modelId="{1B4B55E5-8CD1-44FE-90C7-89AB458CACEA}" type="pres">
      <dgm:prSet presAssocID="{66291382-7F2E-47D3-9577-3919FB0C481C}" presName="background2" presStyleLbl="node2" presStyleIdx="2" presStyleCnt="3"/>
      <dgm:spPr>
        <a:ln>
          <a:solidFill>
            <a:schemeClr val="accent6"/>
          </a:solidFill>
        </a:ln>
      </dgm:spPr>
    </dgm:pt>
    <dgm:pt modelId="{584FEDD1-F2C3-4942-8929-40DD69D6BF22}" type="pres">
      <dgm:prSet presAssocID="{66291382-7F2E-47D3-9577-3919FB0C481C}" presName="text2" presStyleLbl="fgAcc2" presStyleIdx="2" presStyleCnt="3">
        <dgm:presLayoutVars>
          <dgm:chPref val="3"/>
        </dgm:presLayoutVars>
      </dgm:prSet>
      <dgm:spPr/>
    </dgm:pt>
    <dgm:pt modelId="{5C7B1468-E0D6-429B-8A69-3E42CEB95223}" type="pres">
      <dgm:prSet presAssocID="{66291382-7F2E-47D3-9577-3919FB0C481C}" presName="hierChild3" presStyleCnt="0"/>
      <dgm:spPr/>
    </dgm:pt>
    <dgm:pt modelId="{544B0DFA-86FF-47B5-86BF-063CAD16807D}" type="pres">
      <dgm:prSet presAssocID="{A5450DE3-1258-47F8-82FF-091125228080}" presName="Name17" presStyleLbl="parChTrans1D3" presStyleIdx="1" presStyleCnt="3"/>
      <dgm:spPr/>
    </dgm:pt>
    <dgm:pt modelId="{61B206F8-8261-46B9-B633-38135710E7D3}" type="pres">
      <dgm:prSet presAssocID="{595F96CA-F488-4FFF-BA0C-2AEBEC2CDFB0}" presName="hierRoot3" presStyleCnt="0"/>
      <dgm:spPr/>
    </dgm:pt>
    <dgm:pt modelId="{55404534-4EAD-460F-8E82-E19AF102F54C}" type="pres">
      <dgm:prSet presAssocID="{595F96CA-F488-4FFF-BA0C-2AEBEC2CDFB0}" presName="composite3" presStyleCnt="0"/>
      <dgm:spPr/>
    </dgm:pt>
    <dgm:pt modelId="{8257ABB3-5D1D-44E1-921F-A325A0757A87}" type="pres">
      <dgm:prSet presAssocID="{595F96CA-F488-4FFF-BA0C-2AEBEC2CDFB0}" presName="background3" presStyleLbl="node3" presStyleIdx="1" presStyleCnt="3"/>
      <dgm:spPr>
        <a:ln>
          <a:solidFill>
            <a:schemeClr val="accent6"/>
          </a:solidFill>
        </a:ln>
      </dgm:spPr>
    </dgm:pt>
    <dgm:pt modelId="{9C47FE9B-549D-4A74-A034-F3285430D2E5}" type="pres">
      <dgm:prSet presAssocID="{595F96CA-F488-4FFF-BA0C-2AEBEC2CDFB0}" presName="text3" presStyleLbl="fgAcc3" presStyleIdx="1" presStyleCnt="3">
        <dgm:presLayoutVars>
          <dgm:chPref val="3"/>
        </dgm:presLayoutVars>
      </dgm:prSet>
      <dgm:spPr/>
    </dgm:pt>
    <dgm:pt modelId="{23CD7DEB-C64F-43A5-83DE-7BB8F4AA7972}" type="pres">
      <dgm:prSet presAssocID="{595F96CA-F488-4FFF-BA0C-2AEBEC2CDFB0}" presName="hierChild4" presStyleCnt="0"/>
      <dgm:spPr/>
    </dgm:pt>
    <dgm:pt modelId="{6EDF5329-46A1-4944-AFA9-8F8D763728F2}" type="pres">
      <dgm:prSet presAssocID="{CDC6A708-B119-4061-966B-933C9394F31B}" presName="Name17" presStyleLbl="parChTrans1D3" presStyleIdx="2" presStyleCnt="3"/>
      <dgm:spPr/>
    </dgm:pt>
    <dgm:pt modelId="{A710DCBC-43A5-45DC-BB05-C4798C2C0A5B}" type="pres">
      <dgm:prSet presAssocID="{2C6259A7-6FB6-4043-8E20-1D19A67A7F9B}" presName="hierRoot3" presStyleCnt="0"/>
      <dgm:spPr/>
    </dgm:pt>
    <dgm:pt modelId="{05047131-7C9A-4566-A761-FA7E72FFE075}" type="pres">
      <dgm:prSet presAssocID="{2C6259A7-6FB6-4043-8E20-1D19A67A7F9B}" presName="composite3" presStyleCnt="0"/>
      <dgm:spPr/>
    </dgm:pt>
    <dgm:pt modelId="{1004B3C0-D871-4B5D-B8F5-4C7998AC479C}" type="pres">
      <dgm:prSet presAssocID="{2C6259A7-6FB6-4043-8E20-1D19A67A7F9B}" presName="background3" presStyleLbl="node3" presStyleIdx="2" presStyleCnt="3"/>
      <dgm:spPr>
        <a:ln>
          <a:solidFill>
            <a:schemeClr val="accent6"/>
          </a:solidFill>
        </a:ln>
      </dgm:spPr>
    </dgm:pt>
    <dgm:pt modelId="{A862293B-3C97-46C1-A7A9-39A1FA9C1ADE}" type="pres">
      <dgm:prSet presAssocID="{2C6259A7-6FB6-4043-8E20-1D19A67A7F9B}" presName="text3" presStyleLbl="fgAcc3" presStyleIdx="2" presStyleCnt="3">
        <dgm:presLayoutVars>
          <dgm:chPref val="3"/>
        </dgm:presLayoutVars>
      </dgm:prSet>
      <dgm:spPr/>
    </dgm:pt>
    <dgm:pt modelId="{AE752843-5F3B-43BD-A218-BBD1CB259446}" type="pres">
      <dgm:prSet presAssocID="{2C6259A7-6FB6-4043-8E20-1D19A67A7F9B}" presName="hierChild4" presStyleCnt="0"/>
      <dgm:spPr/>
    </dgm:pt>
  </dgm:ptLst>
  <dgm:cxnLst>
    <dgm:cxn modelId="{C6E5AA06-9C99-45EB-9B7B-4F9006999AA9}" srcId="{5BE5DF5F-331F-4F4D-8D0A-8FC904C7CBC3}" destId="{2C6E1190-4467-4051-B00A-3AF75C2812DB}" srcOrd="0" destOrd="0" parTransId="{E97CD96E-804A-4AD4-AF5F-415D17CCA130}" sibTransId="{F3B4EB25-09BA-4A64-A40A-A93DCAF2A3D5}"/>
    <dgm:cxn modelId="{623AD610-4E46-4895-BAFF-84753BDD1638}" srcId="{66291382-7F2E-47D3-9577-3919FB0C481C}" destId="{2C6259A7-6FB6-4043-8E20-1D19A67A7F9B}" srcOrd="1" destOrd="0" parTransId="{CDC6A708-B119-4061-966B-933C9394F31B}" sibTransId="{54662317-2D73-432C-99C0-2894481630A7}"/>
    <dgm:cxn modelId="{D3C9A012-0341-4CEE-BC61-940CEAC7CE0F}" type="presOf" srcId="{058F3198-8DE7-4448-8940-BF69F9DD0DB2}" destId="{F0A0CF27-5DFD-4767-B8D5-8789479E20C2}" srcOrd="0" destOrd="0" presId="urn:microsoft.com/office/officeart/2005/8/layout/hierarchy1"/>
    <dgm:cxn modelId="{FEAC3513-03B4-4B0F-927B-5FE5AAFE3091}" srcId="{F582A92B-1F63-480D-807C-8826CEB50717}" destId="{95F76D26-413A-4600-A789-3D36D2D6BC15}" srcOrd="0" destOrd="0" parTransId="{E0A3BDE5-027F-4B30-B5AF-B7293556F5DE}" sibTransId="{D33374EF-D11D-451D-91E1-8E5BE7081E2B}"/>
    <dgm:cxn modelId="{7A91DC1C-D663-4B63-BDEC-AC3133851D11}" type="presOf" srcId="{87785E6A-E265-40AF-92E3-6F37EAF4853C}" destId="{83184614-3E7D-4D3E-8B4A-A23D96424705}" srcOrd="0" destOrd="0" presId="urn:microsoft.com/office/officeart/2005/8/layout/hierarchy1"/>
    <dgm:cxn modelId="{9C493729-46F1-40B5-967A-4CE8439A584E}" type="presOf" srcId="{A1574131-9950-43D4-8CAA-D1DE0F813497}" destId="{7F075215-682A-482F-987B-E35770DEAF21}" srcOrd="0" destOrd="0" presId="urn:microsoft.com/office/officeart/2005/8/layout/hierarchy1"/>
    <dgm:cxn modelId="{57E8EA38-8B2E-448E-B185-5DA4407300F9}" srcId="{2C6E1190-4467-4051-B00A-3AF75C2812DB}" destId="{87785E6A-E265-40AF-92E3-6F37EAF4853C}" srcOrd="0" destOrd="0" parTransId="{03BE4073-00C2-4B3F-BE6E-75FF9D87CF66}" sibTransId="{6906D24D-3D9D-4E02-BD66-725D77F2F9CF}"/>
    <dgm:cxn modelId="{E2201C46-D3BE-4A76-AA3C-08EC89A70F4C}" type="presOf" srcId="{5BE5DF5F-331F-4F4D-8D0A-8FC904C7CBC3}" destId="{B3E792AB-97E0-4E7E-A285-4E6279FD7619}" srcOrd="0" destOrd="0" presId="urn:microsoft.com/office/officeart/2005/8/layout/hierarchy1"/>
    <dgm:cxn modelId="{1F9B344C-9254-48DE-9520-DAC9ABFE27B5}" type="presOf" srcId="{2C6E1190-4467-4051-B00A-3AF75C2812DB}" destId="{F9CD4C7A-59D8-488C-A9A8-6C8E3A5AD228}" srcOrd="0" destOrd="0" presId="urn:microsoft.com/office/officeart/2005/8/layout/hierarchy1"/>
    <dgm:cxn modelId="{DDB0B452-2862-4678-A3AE-B9DD714E09B0}" type="presOf" srcId="{2C6259A7-6FB6-4043-8E20-1D19A67A7F9B}" destId="{A862293B-3C97-46C1-A7A9-39A1FA9C1ADE}" srcOrd="0" destOrd="0" presId="urn:microsoft.com/office/officeart/2005/8/layout/hierarchy1"/>
    <dgm:cxn modelId="{B343C456-44C0-4E60-B74B-43B4DD778134}" type="presOf" srcId="{CDC6A708-B119-4061-966B-933C9394F31B}" destId="{6EDF5329-46A1-4944-AFA9-8F8D763728F2}" srcOrd="0" destOrd="0" presId="urn:microsoft.com/office/officeart/2005/8/layout/hierarchy1"/>
    <dgm:cxn modelId="{78271879-F72D-4023-99D8-E88501ABA10A}" srcId="{2C6E1190-4467-4051-B00A-3AF75C2812DB}" destId="{D43F3B2B-7EC4-4757-A07D-E8383491C8C4}" srcOrd="1" destOrd="0" parTransId="{E6B2EA82-26CF-4218-92BC-AACDE5E99D65}" sibTransId="{16B177D1-D6BE-45A6-902F-3B9104966E99}"/>
    <dgm:cxn modelId="{7CD4AE7A-03F3-495A-BA77-AD276AE004BA}" srcId="{95F76D26-413A-4600-A789-3D36D2D6BC15}" destId="{5BE5DF5F-331F-4F4D-8D0A-8FC904C7CBC3}" srcOrd="0" destOrd="0" parTransId="{058F3198-8DE7-4448-8940-BF69F9DD0DB2}" sibTransId="{C5CF58A0-DE29-41B4-BBD3-CE4B7BA64C87}"/>
    <dgm:cxn modelId="{110F3286-EEA2-43CD-A85A-A44E769E2E6B}" type="presOf" srcId="{95F76D26-413A-4600-A789-3D36D2D6BC15}" destId="{95C4C997-A996-4A6E-BC00-1304EFD1A932}" srcOrd="0" destOrd="0" presId="urn:microsoft.com/office/officeart/2005/8/layout/hierarchy1"/>
    <dgm:cxn modelId="{85C6FB8F-9EB1-4959-9ADC-DAA63A70CF5D}" type="presOf" srcId="{E97CD96E-804A-4AD4-AF5F-415D17CCA130}" destId="{47A57019-C6DF-45F3-85A8-4BBFD90AE503}" srcOrd="0" destOrd="0" presId="urn:microsoft.com/office/officeart/2005/8/layout/hierarchy1"/>
    <dgm:cxn modelId="{2739B39D-8450-4689-BC01-04081F0AA5B4}" srcId="{95F76D26-413A-4600-A789-3D36D2D6BC15}" destId="{A1574131-9950-43D4-8CAA-D1DE0F813497}" srcOrd="1" destOrd="0" parTransId="{B33B8F04-46C7-4BD1-B355-E52BD94A58FC}" sibTransId="{282FB903-850F-404B-B498-47C785A9F1D1}"/>
    <dgm:cxn modelId="{FFD139A9-73FF-434E-9D61-0DF3AED9E448}" type="presOf" srcId="{F582A92B-1F63-480D-807C-8826CEB50717}" destId="{553EDC4F-4D7E-4FCC-A810-3AB24EEC6554}" srcOrd="0" destOrd="0" presId="urn:microsoft.com/office/officeart/2005/8/layout/hierarchy1"/>
    <dgm:cxn modelId="{49F561B4-31B6-4B4A-B676-6BD9403BBF50}" type="presOf" srcId="{E6B2EA82-26CF-4218-92BC-AACDE5E99D65}" destId="{7C2EB1AE-80E4-47BC-90AC-4622CDDFE428}" srcOrd="0" destOrd="0" presId="urn:microsoft.com/office/officeart/2005/8/layout/hierarchy1"/>
    <dgm:cxn modelId="{45BF85B4-F6CC-4016-9026-5836171744CD}" type="presOf" srcId="{B33B8F04-46C7-4BD1-B355-E52BD94A58FC}" destId="{E4A9AF6A-5BDF-4FA2-95BF-3E6D79EDBA65}" srcOrd="0" destOrd="0" presId="urn:microsoft.com/office/officeart/2005/8/layout/hierarchy1"/>
    <dgm:cxn modelId="{3304FBC0-C06D-4D43-A44A-7AAB06E820C7}" type="presOf" srcId="{39D0050E-DA13-4D98-AB56-D4CF8914F161}" destId="{1636DDCF-D976-4507-A7D8-5065FC5A0866}" srcOrd="0" destOrd="0" presId="urn:microsoft.com/office/officeart/2005/8/layout/hierarchy1"/>
    <dgm:cxn modelId="{8D0511CB-AA6D-42DC-BBA9-6C7B68F2CC6E}" srcId="{95F76D26-413A-4600-A789-3D36D2D6BC15}" destId="{66291382-7F2E-47D3-9577-3919FB0C481C}" srcOrd="2" destOrd="0" parTransId="{39D0050E-DA13-4D98-AB56-D4CF8914F161}" sibTransId="{9852E1F2-6DFF-4D3C-9801-72B2F59B22B3}"/>
    <dgm:cxn modelId="{7AFBDFE4-9B73-42D7-9819-78489ED89520}" type="presOf" srcId="{595F96CA-F488-4FFF-BA0C-2AEBEC2CDFB0}" destId="{9C47FE9B-549D-4A74-A034-F3285430D2E5}" srcOrd="0" destOrd="0" presId="urn:microsoft.com/office/officeart/2005/8/layout/hierarchy1"/>
    <dgm:cxn modelId="{67F30DEC-F3D3-48DC-96F4-96C28F60D508}" type="presOf" srcId="{A5450DE3-1258-47F8-82FF-091125228080}" destId="{544B0DFA-86FF-47B5-86BF-063CAD16807D}" srcOrd="0" destOrd="0" presId="urn:microsoft.com/office/officeart/2005/8/layout/hierarchy1"/>
    <dgm:cxn modelId="{E6314DEF-A961-44FF-B785-1A9156DF69BB}" type="presOf" srcId="{03BE4073-00C2-4B3F-BE6E-75FF9D87CF66}" destId="{72348B47-7A9F-47E2-A05B-12B37262FC3C}" srcOrd="0" destOrd="0" presId="urn:microsoft.com/office/officeart/2005/8/layout/hierarchy1"/>
    <dgm:cxn modelId="{19B0F8F4-B8D8-4F58-B5C2-E93CCE1944D5}" type="presOf" srcId="{66291382-7F2E-47D3-9577-3919FB0C481C}" destId="{584FEDD1-F2C3-4942-8929-40DD69D6BF22}" srcOrd="0" destOrd="0" presId="urn:microsoft.com/office/officeart/2005/8/layout/hierarchy1"/>
    <dgm:cxn modelId="{372627F7-08AB-4903-B1BD-72BB014344B0}" type="presOf" srcId="{D43F3B2B-7EC4-4757-A07D-E8383491C8C4}" destId="{87B64C8B-D018-4532-8962-040955A9A71C}" srcOrd="0" destOrd="0" presId="urn:microsoft.com/office/officeart/2005/8/layout/hierarchy1"/>
    <dgm:cxn modelId="{278E66FE-CB45-421B-8D58-E6664A4D932A}" srcId="{66291382-7F2E-47D3-9577-3919FB0C481C}" destId="{595F96CA-F488-4FFF-BA0C-2AEBEC2CDFB0}" srcOrd="0" destOrd="0" parTransId="{A5450DE3-1258-47F8-82FF-091125228080}" sibTransId="{BD9E2692-E629-4294-A9CC-E91300F42EEC}"/>
    <dgm:cxn modelId="{FECD67C7-5251-4208-B7EA-9A0CCC79B38F}" type="presParOf" srcId="{553EDC4F-4D7E-4FCC-A810-3AB24EEC6554}" destId="{ED8D14E1-4C9F-426B-9AD3-FFA92CE90619}" srcOrd="0" destOrd="0" presId="urn:microsoft.com/office/officeart/2005/8/layout/hierarchy1"/>
    <dgm:cxn modelId="{B8DF131F-842B-4858-85AB-8E0743FF21D7}" type="presParOf" srcId="{ED8D14E1-4C9F-426B-9AD3-FFA92CE90619}" destId="{7E4AD055-0F36-470C-A193-66672CF34DDF}" srcOrd="0" destOrd="0" presId="urn:microsoft.com/office/officeart/2005/8/layout/hierarchy1"/>
    <dgm:cxn modelId="{C1461259-B5D5-41B8-927B-8AB610D1C452}" type="presParOf" srcId="{7E4AD055-0F36-470C-A193-66672CF34DDF}" destId="{D18AFFB3-DDA7-4873-8376-1A9571B90F4B}" srcOrd="0" destOrd="0" presId="urn:microsoft.com/office/officeart/2005/8/layout/hierarchy1"/>
    <dgm:cxn modelId="{B1843BCF-175F-4EA8-9B52-B73EA9A7B8A3}" type="presParOf" srcId="{7E4AD055-0F36-470C-A193-66672CF34DDF}" destId="{95C4C997-A996-4A6E-BC00-1304EFD1A932}" srcOrd="1" destOrd="0" presId="urn:microsoft.com/office/officeart/2005/8/layout/hierarchy1"/>
    <dgm:cxn modelId="{43765866-AFF8-4250-84D5-CD3A53B5FE9A}" type="presParOf" srcId="{ED8D14E1-4C9F-426B-9AD3-FFA92CE90619}" destId="{875FD88A-3854-411C-AF0B-DF1BB44CCA0F}" srcOrd="1" destOrd="0" presId="urn:microsoft.com/office/officeart/2005/8/layout/hierarchy1"/>
    <dgm:cxn modelId="{041A96DA-4619-42B5-930C-0AE93039AC04}" type="presParOf" srcId="{875FD88A-3854-411C-AF0B-DF1BB44CCA0F}" destId="{F0A0CF27-5DFD-4767-B8D5-8789479E20C2}" srcOrd="0" destOrd="0" presId="urn:microsoft.com/office/officeart/2005/8/layout/hierarchy1"/>
    <dgm:cxn modelId="{A0089CB0-48DA-442A-9F79-37052620B448}" type="presParOf" srcId="{875FD88A-3854-411C-AF0B-DF1BB44CCA0F}" destId="{48737549-6E0D-4DF7-8357-D40D4E7F8BD5}" srcOrd="1" destOrd="0" presId="urn:microsoft.com/office/officeart/2005/8/layout/hierarchy1"/>
    <dgm:cxn modelId="{A6E4EE23-CEB1-492D-9EA2-13D3FBEE5C57}" type="presParOf" srcId="{48737549-6E0D-4DF7-8357-D40D4E7F8BD5}" destId="{EE87C76F-3E65-4803-99B0-E7301EBBF942}" srcOrd="0" destOrd="0" presId="urn:microsoft.com/office/officeart/2005/8/layout/hierarchy1"/>
    <dgm:cxn modelId="{317529EF-D6B7-414A-8369-694F7438CDB8}" type="presParOf" srcId="{EE87C76F-3E65-4803-99B0-E7301EBBF942}" destId="{D2DE6225-7924-4AC2-BDAC-53082A6EFC0E}" srcOrd="0" destOrd="0" presId="urn:microsoft.com/office/officeart/2005/8/layout/hierarchy1"/>
    <dgm:cxn modelId="{892EED28-84A7-4512-AB11-A06916996C62}" type="presParOf" srcId="{EE87C76F-3E65-4803-99B0-E7301EBBF942}" destId="{B3E792AB-97E0-4E7E-A285-4E6279FD7619}" srcOrd="1" destOrd="0" presId="urn:microsoft.com/office/officeart/2005/8/layout/hierarchy1"/>
    <dgm:cxn modelId="{1182F935-EA9A-4D29-A344-8EE3D64E40B3}" type="presParOf" srcId="{48737549-6E0D-4DF7-8357-D40D4E7F8BD5}" destId="{95CE9D3C-8D67-48C4-8B0F-F06BEEA43034}" srcOrd="1" destOrd="0" presId="urn:microsoft.com/office/officeart/2005/8/layout/hierarchy1"/>
    <dgm:cxn modelId="{5A3EC44D-F6CB-45CD-9F87-F2C700B8583E}" type="presParOf" srcId="{95CE9D3C-8D67-48C4-8B0F-F06BEEA43034}" destId="{47A57019-C6DF-45F3-85A8-4BBFD90AE503}" srcOrd="0" destOrd="0" presId="urn:microsoft.com/office/officeart/2005/8/layout/hierarchy1"/>
    <dgm:cxn modelId="{59C389FA-3ED5-422B-878B-18629F61E51A}" type="presParOf" srcId="{95CE9D3C-8D67-48C4-8B0F-F06BEEA43034}" destId="{F3800854-0029-4F35-B9BA-516E070AE4AF}" srcOrd="1" destOrd="0" presId="urn:microsoft.com/office/officeart/2005/8/layout/hierarchy1"/>
    <dgm:cxn modelId="{91ADEB05-44B5-42C6-AF97-A2600A965132}" type="presParOf" srcId="{F3800854-0029-4F35-B9BA-516E070AE4AF}" destId="{8F2923BD-12B8-4E74-A597-A0A4A8EBBAB2}" srcOrd="0" destOrd="0" presId="urn:microsoft.com/office/officeart/2005/8/layout/hierarchy1"/>
    <dgm:cxn modelId="{8543948A-68F9-421E-9C21-F439EF41EEAC}" type="presParOf" srcId="{8F2923BD-12B8-4E74-A597-A0A4A8EBBAB2}" destId="{7F113D5F-CA56-45CC-926C-5A43D0B6021B}" srcOrd="0" destOrd="0" presId="urn:microsoft.com/office/officeart/2005/8/layout/hierarchy1"/>
    <dgm:cxn modelId="{CD0A3E52-32AA-4E2D-8656-6BB67CB5F75D}" type="presParOf" srcId="{8F2923BD-12B8-4E74-A597-A0A4A8EBBAB2}" destId="{F9CD4C7A-59D8-488C-A9A8-6C8E3A5AD228}" srcOrd="1" destOrd="0" presId="urn:microsoft.com/office/officeart/2005/8/layout/hierarchy1"/>
    <dgm:cxn modelId="{9778D7E4-E5E1-4208-B9FC-C825CDCFE94D}" type="presParOf" srcId="{F3800854-0029-4F35-B9BA-516E070AE4AF}" destId="{76F6C992-5330-4C36-BC7F-BDA6A27FFFC7}" srcOrd="1" destOrd="0" presId="urn:microsoft.com/office/officeart/2005/8/layout/hierarchy1"/>
    <dgm:cxn modelId="{999283DC-81DE-4081-8BA1-4C14721812D5}" type="presParOf" srcId="{76F6C992-5330-4C36-BC7F-BDA6A27FFFC7}" destId="{72348B47-7A9F-47E2-A05B-12B37262FC3C}" srcOrd="0" destOrd="0" presId="urn:microsoft.com/office/officeart/2005/8/layout/hierarchy1"/>
    <dgm:cxn modelId="{989B4AEB-D564-4559-8E32-A7A24B036CF1}" type="presParOf" srcId="{76F6C992-5330-4C36-BC7F-BDA6A27FFFC7}" destId="{AD83A215-7C39-4F34-A82C-7512F6970C92}" srcOrd="1" destOrd="0" presId="urn:microsoft.com/office/officeart/2005/8/layout/hierarchy1"/>
    <dgm:cxn modelId="{22B837D1-264B-4626-8A99-BB74218BD25D}" type="presParOf" srcId="{AD83A215-7C39-4F34-A82C-7512F6970C92}" destId="{146964AD-B4CD-4A27-9F22-020010879E67}" srcOrd="0" destOrd="0" presId="urn:microsoft.com/office/officeart/2005/8/layout/hierarchy1"/>
    <dgm:cxn modelId="{12500DBF-B54B-4D73-BF51-C0F3C244A274}" type="presParOf" srcId="{146964AD-B4CD-4A27-9F22-020010879E67}" destId="{8918889C-C13A-4C42-8710-62AFB2065CC8}" srcOrd="0" destOrd="0" presId="urn:microsoft.com/office/officeart/2005/8/layout/hierarchy1"/>
    <dgm:cxn modelId="{7BD1E68C-0DF6-4B5A-A3F7-895BDB54BB2F}" type="presParOf" srcId="{146964AD-B4CD-4A27-9F22-020010879E67}" destId="{83184614-3E7D-4D3E-8B4A-A23D96424705}" srcOrd="1" destOrd="0" presId="urn:microsoft.com/office/officeart/2005/8/layout/hierarchy1"/>
    <dgm:cxn modelId="{FB6133A8-D3D0-48BB-A420-30163F3151ED}" type="presParOf" srcId="{AD83A215-7C39-4F34-A82C-7512F6970C92}" destId="{45ECF47A-16C9-45BD-B363-2ABAE017611D}" srcOrd="1" destOrd="0" presId="urn:microsoft.com/office/officeart/2005/8/layout/hierarchy1"/>
    <dgm:cxn modelId="{4B0AF29F-7F6B-4A3D-8575-8508E4E8E3E6}" type="presParOf" srcId="{76F6C992-5330-4C36-BC7F-BDA6A27FFFC7}" destId="{7C2EB1AE-80E4-47BC-90AC-4622CDDFE428}" srcOrd="2" destOrd="0" presId="urn:microsoft.com/office/officeart/2005/8/layout/hierarchy1"/>
    <dgm:cxn modelId="{68660A14-BCA8-4D12-A439-76CEC40CB94A}" type="presParOf" srcId="{76F6C992-5330-4C36-BC7F-BDA6A27FFFC7}" destId="{45E067B6-FA3A-4525-BACE-7C1EB0AFA798}" srcOrd="3" destOrd="0" presId="urn:microsoft.com/office/officeart/2005/8/layout/hierarchy1"/>
    <dgm:cxn modelId="{8D067295-929F-493E-AD41-D9728AAC0A7F}" type="presParOf" srcId="{45E067B6-FA3A-4525-BACE-7C1EB0AFA798}" destId="{7E7B2F49-1B70-4ED7-B8E0-38CD9892E1CC}" srcOrd="0" destOrd="0" presId="urn:microsoft.com/office/officeart/2005/8/layout/hierarchy1"/>
    <dgm:cxn modelId="{41E6DB17-A561-424A-83BB-F8075DDCCD99}" type="presParOf" srcId="{7E7B2F49-1B70-4ED7-B8E0-38CD9892E1CC}" destId="{1B3191B1-9394-4EE7-BC38-67FD27AA4994}" srcOrd="0" destOrd="0" presId="urn:microsoft.com/office/officeart/2005/8/layout/hierarchy1"/>
    <dgm:cxn modelId="{1724E091-BC20-42F0-AFD9-9C4E7AB22691}" type="presParOf" srcId="{7E7B2F49-1B70-4ED7-B8E0-38CD9892E1CC}" destId="{87B64C8B-D018-4532-8962-040955A9A71C}" srcOrd="1" destOrd="0" presId="urn:microsoft.com/office/officeart/2005/8/layout/hierarchy1"/>
    <dgm:cxn modelId="{77092E40-553F-455B-83D4-79A2C1344164}" type="presParOf" srcId="{45E067B6-FA3A-4525-BACE-7C1EB0AFA798}" destId="{3607AFF2-F6AE-481A-B558-0774061ECCCC}" srcOrd="1" destOrd="0" presId="urn:microsoft.com/office/officeart/2005/8/layout/hierarchy1"/>
    <dgm:cxn modelId="{BA2AFA6E-1C81-472F-8A49-1659933CAE6E}" type="presParOf" srcId="{875FD88A-3854-411C-AF0B-DF1BB44CCA0F}" destId="{E4A9AF6A-5BDF-4FA2-95BF-3E6D79EDBA65}" srcOrd="2" destOrd="0" presId="urn:microsoft.com/office/officeart/2005/8/layout/hierarchy1"/>
    <dgm:cxn modelId="{EB5EF85E-D02C-4E6B-B3D1-6A10006695B2}" type="presParOf" srcId="{875FD88A-3854-411C-AF0B-DF1BB44CCA0F}" destId="{8F99C2C1-5688-432B-8C1A-7F9F526EAB8F}" srcOrd="3" destOrd="0" presId="urn:microsoft.com/office/officeart/2005/8/layout/hierarchy1"/>
    <dgm:cxn modelId="{7128CBF9-2804-4DF0-80C3-BFD7AB744425}" type="presParOf" srcId="{8F99C2C1-5688-432B-8C1A-7F9F526EAB8F}" destId="{7C8E2582-2D86-486E-945D-2D1702C96A31}" srcOrd="0" destOrd="0" presId="urn:microsoft.com/office/officeart/2005/8/layout/hierarchy1"/>
    <dgm:cxn modelId="{F0571D9E-BF47-44FE-AFEB-FCA0A0E73F74}" type="presParOf" srcId="{7C8E2582-2D86-486E-945D-2D1702C96A31}" destId="{794D0F37-21A5-402C-9CAD-5C1FBF6FC6F1}" srcOrd="0" destOrd="0" presId="urn:microsoft.com/office/officeart/2005/8/layout/hierarchy1"/>
    <dgm:cxn modelId="{F99329B6-6D7A-4F7E-9174-23DC6F44AB88}" type="presParOf" srcId="{7C8E2582-2D86-486E-945D-2D1702C96A31}" destId="{7F075215-682A-482F-987B-E35770DEAF21}" srcOrd="1" destOrd="0" presId="urn:microsoft.com/office/officeart/2005/8/layout/hierarchy1"/>
    <dgm:cxn modelId="{AAE05AC1-8D1A-4DE9-B181-B11CFB653B4A}" type="presParOf" srcId="{8F99C2C1-5688-432B-8C1A-7F9F526EAB8F}" destId="{9C2ACCF9-A19F-41DE-B94B-10031BBA04EA}" srcOrd="1" destOrd="0" presId="urn:microsoft.com/office/officeart/2005/8/layout/hierarchy1"/>
    <dgm:cxn modelId="{0F31E94A-10A1-4447-AB30-DD629B69A063}" type="presParOf" srcId="{875FD88A-3854-411C-AF0B-DF1BB44CCA0F}" destId="{1636DDCF-D976-4507-A7D8-5065FC5A0866}" srcOrd="4" destOrd="0" presId="urn:microsoft.com/office/officeart/2005/8/layout/hierarchy1"/>
    <dgm:cxn modelId="{143CEEB9-56EE-4C99-815D-018CFCB30574}" type="presParOf" srcId="{875FD88A-3854-411C-AF0B-DF1BB44CCA0F}" destId="{09737AF4-79DB-4F6D-9873-AD0F69074E40}" srcOrd="5" destOrd="0" presId="urn:microsoft.com/office/officeart/2005/8/layout/hierarchy1"/>
    <dgm:cxn modelId="{ADA1E98C-AB3F-4753-A512-3D68703B2DCD}" type="presParOf" srcId="{09737AF4-79DB-4F6D-9873-AD0F69074E40}" destId="{8CF7BB18-0E1B-4D5F-9C80-2BDDB3C856FC}" srcOrd="0" destOrd="0" presId="urn:microsoft.com/office/officeart/2005/8/layout/hierarchy1"/>
    <dgm:cxn modelId="{AFE8E9CE-9A49-4F25-80F4-308E31735E53}" type="presParOf" srcId="{8CF7BB18-0E1B-4D5F-9C80-2BDDB3C856FC}" destId="{1B4B55E5-8CD1-44FE-90C7-89AB458CACEA}" srcOrd="0" destOrd="0" presId="urn:microsoft.com/office/officeart/2005/8/layout/hierarchy1"/>
    <dgm:cxn modelId="{9936FC42-6116-4C44-B07C-4A988D3FBEB8}" type="presParOf" srcId="{8CF7BB18-0E1B-4D5F-9C80-2BDDB3C856FC}" destId="{584FEDD1-F2C3-4942-8929-40DD69D6BF22}" srcOrd="1" destOrd="0" presId="urn:microsoft.com/office/officeart/2005/8/layout/hierarchy1"/>
    <dgm:cxn modelId="{E9CF0C8F-24AE-4277-91A1-F3624F16B12B}" type="presParOf" srcId="{09737AF4-79DB-4F6D-9873-AD0F69074E40}" destId="{5C7B1468-E0D6-429B-8A69-3E42CEB95223}" srcOrd="1" destOrd="0" presId="urn:microsoft.com/office/officeart/2005/8/layout/hierarchy1"/>
    <dgm:cxn modelId="{A1E06984-09BD-4F2A-B49D-C68EA8DCC0A7}" type="presParOf" srcId="{5C7B1468-E0D6-429B-8A69-3E42CEB95223}" destId="{544B0DFA-86FF-47B5-86BF-063CAD16807D}" srcOrd="0" destOrd="0" presId="urn:microsoft.com/office/officeart/2005/8/layout/hierarchy1"/>
    <dgm:cxn modelId="{C4BFEABF-D97E-49E7-B523-849015C216B7}" type="presParOf" srcId="{5C7B1468-E0D6-429B-8A69-3E42CEB95223}" destId="{61B206F8-8261-46B9-B633-38135710E7D3}" srcOrd="1" destOrd="0" presId="urn:microsoft.com/office/officeart/2005/8/layout/hierarchy1"/>
    <dgm:cxn modelId="{EAA8F97D-56FF-4075-839A-39FC46A93D46}" type="presParOf" srcId="{61B206F8-8261-46B9-B633-38135710E7D3}" destId="{55404534-4EAD-460F-8E82-E19AF102F54C}" srcOrd="0" destOrd="0" presId="urn:microsoft.com/office/officeart/2005/8/layout/hierarchy1"/>
    <dgm:cxn modelId="{7017570B-A4A4-4D15-97A9-7EBE4744440C}" type="presParOf" srcId="{55404534-4EAD-460F-8E82-E19AF102F54C}" destId="{8257ABB3-5D1D-44E1-921F-A325A0757A87}" srcOrd="0" destOrd="0" presId="urn:microsoft.com/office/officeart/2005/8/layout/hierarchy1"/>
    <dgm:cxn modelId="{E7D3B7E9-995F-477B-A2B6-1245AB5134FC}" type="presParOf" srcId="{55404534-4EAD-460F-8E82-E19AF102F54C}" destId="{9C47FE9B-549D-4A74-A034-F3285430D2E5}" srcOrd="1" destOrd="0" presId="urn:microsoft.com/office/officeart/2005/8/layout/hierarchy1"/>
    <dgm:cxn modelId="{FF593BE6-969E-4E8A-A052-F86886F602DA}" type="presParOf" srcId="{61B206F8-8261-46B9-B633-38135710E7D3}" destId="{23CD7DEB-C64F-43A5-83DE-7BB8F4AA7972}" srcOrd="1" destOrd="0" presId="urn:microsoft.com/office/officeart/2005/8/layout/hierarchy1"/>
    <dgm:cxn modelId="{770F21C7-AE04-4D36-9D1A-1FAB0F16EE6F}" type="presParOf" srcId="{5C7B1468-E0D6-429B-8A69-3E42CEB95223}" destId="{6EDF5329-46A1-4944-AFA9-8F8D763728F2}" srcOrd="2" destOrd="0" presId="urn:microsoft.com/office/officeart/2005/8/layout/hierarchy1"/>
    <dgm:cxn modelId="{00EB491B-911D-4734-9951-C28AA67C0560}" type="presParOf" srcId="{5C7B1468-E0D6-429B-8A69-3E42CEB95223}" destId="{A710DCBC-43A5-45DC-BB05-C4798C2C0A5B}" srcOrd="3" destOrd="0" presId="urn:microsoft.com/office/officeart/2005/8/layout/hierarchy1"/>
    <dgm:cxn modelId="{B7665E7E-BFA3-4A04-968A-4B36317EBECE}" type="presParOf" srcId="{A710DCBC-43A5-45DC-BB05-C4798C2C0A5B}" destId="{05047131-7C9A-4566-A761-FA7E72FFE075}" srcOrd="0" destOrd="0" presId="urn:microsoft.com/office/officeart/2005/8/layout/hierarchy1"/>
    <dgm:cxn modelId="{ABD3E872-3707-4B3F-BED2-2DC134621227}" type="presParOf" srcId="{05047131-7C9A-4566-A761-FA7E72FFE075}" destId="{1004B3C0-D871-4B5D-B8F5-4C7998AC479C}" srcOrd="0" destOrd="0" presId="urn:microsoft.com/office/officeart/2005/8/layout/hierarchy1"/>
    <dgm:cxn modelId="{B65544AC-59B9-41A8-B4F2-12F7E5600CA6}" type="presParOf" srcId="{05047131-7C9A-4566-A761-FA7E72FFE075}" destId="{A862293B-3C97-46C1-A7A9-39A1FA9C1ADE}" srcOrd="1" destOrd="0" presId="urn:microsoft.com/office/officeart/2005/8/layout/hierarchy1"/>
    <dgm:cxn modelId="{45363869-72EA-47D3-B779-17747D90F278}" type="presParOf" srcId="{A710DCBC-43A5-45DC-BB05-C4798C2C0A5B}" destId="{AE752843-5F3B-43BD-A218-BBD1CB25944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582A92B-1F63-480D-807C-8826CEB50717}" type="doc">
      <dgm:prSet loTypeId="urn:microsoft.com/office/officeart/2005/8/layout/hierarchy1" loCatId="hierarchy" qsTypeId="urn:microsoft.com/office/officeart/2005/8/quickstyle/simple1#5" qsCatId="simple" csTypeId="urn:microsoft.com/office/officeart/2005/8/colors/accent1_2#5" csCatId="accent1" phldr="1"/>
      <dgm:spPr/>
      <dgm:t>
        <a:bodyPr/>
        <a:lstStyle/>
        <a:p>
          <a:endParaRPr lang="ru-RU"/>
        </a:p>
      </dgm:t>
    </dgm:pt>
    <dgm:pt modelId="{95F76D26-413A-4600-A789-3D36D2D6BC15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E0A3BDE5-027F-4B30-B5AF-B7293556F5DE}" type="parTrans" cxnId="{FEAC3513-03B4-4B0F-927B-5FE5AAFE3091}">
      <dgm:prSet/>
      <dgm:spPr>
        <a:ln>
          <a:solidFill>
            <a:srgbClr val="002060"/>
          </a:solidFill>
        </a:ln>
      </dgm:spPr>
      <dgm:t>
        <a:bodyPr/>
        <a:lstStyle/>
        <a:p>
          <a:endParaRPr lang="ru-RU"/>
        </a:p>
      </dgm:t>
    </dgm:pt>
    <dgm:pt modelId="{D33374EF-D11D-451D-91E1-8E5BE7081E2B}" type="sibTrans" cxnId="{FEAC3513-03B4-4B0F-927B-5FE5AAFE3091}">
      <dgm:prSet/>
      <dgm:spPr/>
      <dgm:t>
        <a:bodyPr/>
        <a:lstStyle/>
        <a:p>
          <a:endParaRPr lang="ru-RU"/>
        </a:p>
      </dgm:t>
    </dgm:pt>
    <dgm:pt modelId="{5BE5DF5F-331F-4F4D-8D0A-8FC904C7CBC3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058F3198-8DE7-4448-8940-BF69F9DD0DB2}" type="parTrans" cxnId="{7CD4AE7A-03F3-495A-BA77-AD276AE004BA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C5CF58A0-DE29-41B4-BBD3-CE4B7BA64C87}" type="sibTrans" cxnId="{7CD4AE7A-03F3-495A-BA77-AD276AE004BA}">
      <dgm:prSet/>
      <dgm:spPr/>
      <dgm:t>
        <a:bodyPr/>
        <a:lstStyle/>
        <a:p>
          <a:endParaRPr lang="ru-RU"/>
        </a:p>
      </dgm:t>
    </dgm:pt>
    <dgm:pt modelId="{2C6E1190-4467-4051-B00A-3AF75C2812DB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E97CD96E-804A-4AD4-AF5F-415D17CCA130}" type="parTrans" cxnId="{C6E5AA06-9C99-45EB-9B7B-4F9006999AA9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F3B4EB25-09BA-4A64-A40A-A93DCAF2A3D5}" type="sibTrans" cxnId="{C6E5AA06-9C99-45EB-9B7B-4F9006999AA9}">
      <dgm:prSet/>
      <dgm:spPr/>
      <dgm:t>
        <a:bodyPr/>
        <a:lstStyle/>
        <a:p>
          <a:endParaRPr lang="ru-RU"/>
        </a:p>
      </dgm:t>
    </dgm:pt>
    <dgm:pt modelId="{87785E6A-E265-40AF-92E3-6F37EAF4853C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03BE4073-00C2-4B3F-BE6E-75FF9D87CF66}" type="parTrans" cxnId="{57E8EA38-8B2E-448E-B185-5DA4407300F9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6906D24D-3D9D-4E02-BD66-725D77F2F9CF}" type="sibTrans" cxnId="{57E8EA38-8B2E-448E-B185-5DA4407300F9}">
      <dgm:prSet/>
      <dgm:spPr/>
      <dgm:t>
        <a:bodyPr/>
        <a:lstStyle/>
        <a:p>
          <a:endParaRPr lang="ru-RU"/>
        </a:p>
      </dgm:t>
    </dgm:pt>
    <dgm:pt modelId="{D43F3B2B-7EC4-4757-A07D-E8383491C8C4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E6B2EA82-26CF-4218-92BC-AACDE5E99D65}" type="parTrans" cxnId="{78271879-F72D-4023-99D8-E88501ABA10A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16B177D1-D6BE-45A6-902F-3B9104966E99}" type="sibTrans" cxnId="{78271879-F72D-4023-99D8-E88501ABA10A}">
      <dgm:prSet/>
      <dgm:spPr/>
      <dgm:t>
        <a:bodyPr/>
        <a:lstStyle/>
        <a:p>
          <a:endParaRPr lang="ru-RU"/>
        </a:p>
      </dgm:t>
    </dgm:pt>
    <dgm:pt modelId="{2C6259A7-6FB6-4043-8E20-1D19A67A7F9B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CDC6A708-B119-4061-966B-933C9394F31B}" type="parTrans" cxnId="{623AD610-4E46-4895-BAFF-84753BDD1638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54662317-2D73-432C-99C0-2894481630A7}" type="sibTrans" cxnId="{623AD610-4E46-4895-BAFF-84753BDD1638}">
      <dgm:prSet/>
      <dgm:spPr/>
      <dgm:t>
        <a:bodyPr/>
        <a:lstStyle/>
        <a:p>
          <a:endParaRPr lang="ru-RU"/>
        </a:p>
      </dgm:t>
    </dgm:pt>
    <dgm:pt modelId="{A1574131-9950-43D4-8CAA-D1DE0F813497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B33B8F04-46C7-4BD1-B355-E52BD94A58FC}" type="parTrans" cxnId="{2739B39D-8450-4689-BC01-04081F0AA5B4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282FB903-850F-404B-B498-47C785A9F1D1}" type="sibTrans" cxnId="{2739B39D-8450-4689-BC01-04081F0AA5B4}">
      <dgm:prSet/>
      <dgm:spPr/>
      <dgm:t>
        <a:bodyPr/>
        <a:lstStyle/>
        <a:p>
          <a:endParaRPr lang="ru-RU"/>
        </a:p>
      </dgm:t>
    </dgm:pt>
    <dgm:pt modelId="{66291382-7F2E-47D3-9577-3919FB0C481C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39D0050E-DA13-4D98-AB56-D4CF8914F161}" type="parTrans" cxnId="{8D0511CB-AA6D-42DC-BBA9-6C7B68F2CC6E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9852E1F2-6DFF-4D3C-9801-72B2F59B22B3}" type="sibTrans" cxnId="{8D0511CB-AA6D-42DC-BBA9-6C7B68F2CC6E}">
      <dgm:prSet/>
      <dgm:spPr/>
      <dgm:t>
        <a:bodyPr/>
        <a:lstStyle/>
        <a:p>
          <a:endParaRPr lang="ru-RU"/>
        </a:p>
      </dgm:t>
    </dgm:pt>
    <dgm:pt modelId="{595F96CA-F488-4FFF-BA0C-2AEBEC2CDFB0}">
      <dgm:prSet phldrT="[Текст]"/>
      <dgm:spPr>
        <a:ln>
          <a:solidFill>
            <a:schemeClr val="accent6"/>
          </a:solidFill>
        </a:ln>
      </dgm:spPr>
      <dgm:t>
        <a:bodyPr/>
        <a:lstStyle/>
        <a:p>
          <a:endParaRPr lang="ru-RU" dirty="0"/>
        </a:p>
      </dgm:t>
    </dgm:pt>
    <dgm:pt modelId="{A5450DE3-1258-47F8-82FF-091125228080}" type="parTrans" cxnId="{278E66FE-CB45-421B-8D58-E6664A4D932A}">
      <dgm:prSet/>
      <dgm:spPr>
        <a:ln>
          <a:solidFill>
            <a:schemeClr val="accent6"/>
          </a:solidFill>
        </a:ln>
      </dgm:spPr>
      <dgm:t>
        <a:bodyPr/>
        <a:lstStyle/>
        <a:p>
          <a:endParaRPr lang="ru-RU"/>
        </a:p>
      </dgm:t>
    </dgm:pt>
    <dgm:pt modelId="{BD9E2692-E629-4294-A9CC-E91300F42EEC}" type="sibTrans" cxnId="{278E66FE-CB45-421B-8D58-E6664A4D932A}">
      <dgm:prSet/>
      <dgm:spPr/>
      <dgm:t>
        <a:bodyPr/>
        <a:lstStyle/>
        <a:p>
          <a:endParaRPr lang="ru-RU"/>
        </a:p>
      </dgm:t>
    </dgm:pt>
    <dgm:pt modelId="{553EDC4F-4D7E-4FCC-A810-3AB24EEC6554}" type="pres">
      <dgm:prSet presAssocID="{F582A92B-1F63-480D-807C-8826CEB5071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D8D14E1-4C9F-426B-9AD3-FFA92CE90619}" type="pres">
      <dgm:prSet presAssocID="{95F76D26-413A-4600-A789-3D36D2D6BC15}" presName="hierRoot1" presStyleCnt="0"/>
      <dgm:spPr/>
    </dgm:pt>
    <dgm:pt modelId="{7E4AD055-0F36-470C-A193-66672CF34DDF}" type="pres">
      <dgm:prSet presAssocID="{95F76D26-413A-4600-A789-3D36D2D6BC15}" presName="composite" presStyleCnt="0"/>
      <dgm:spPr/>
    </dgm:pt>
    <dgm:pt modelId="{D18AFFB3-DDA7-4873-8376-1A9571B90F4B}" type="pres">
      <dgm:prSet presAssocID="{95F76D26-413A-4600-A789-3D36D2D6BC15}" presName="background" presStyleLbl="node0" presStyleIdx="0" presStyleCnt="1"/>
      <dgm:spPr>
        <a:ln>
          <a:solidFill>
            <a:schemeClr val="accent6"/>
          </a:solidFill>
        </a:ln>
      </dgm:spPr>
    </dgm:pt>
    <dgm:pt modelId="{95C4C997-A996-4A6E-BC00-1304EFD1A932}" type="pres">
      <dgm:prSet presAssocID="{95F76D26-413A-4600-A789-3D36D2D6BC15}" presName="text" presStyleLbl="fgAcc0" presStyleIdx="0" presStyleCnt="1">
        <dgm:presLayoutVars>
          <dgm:chPref val="3"/>
        </dgm:presLayoutVars>
      </dgm:prSet>
      <dgm:spPr/>
    </dgm:pt>
    <dgm:pt modelId="{875FD88A-3854-411C-AF0B-DF1BB44CCA0F}" type="pres">
      <dgm:prSet presAssocID="{95F76D26-413A-4600-A789-3D36D2D6BC15}" presName="hierChild2" presStyleCnt="0"/>
      <dgm:spPr/>
    </dgm:pt>
    <dgm:pt modelId="{F0A0CF27-5DFD-4767-B8D5-8789479E20C2}" type="pres">
      <dgm:prSet presAssocID="{058F3198-8DE7-4448-8940-BF69F9DD0DB2}" presName="Name10" presStyleLbl="parChTrans1D2" presStyleIdx="0" presStyleCnt="3"/>
      <dgm:spPr/>
    </dgm:pt>
    <dgm:pt modelId="{48737549-6E0D-4DF7-8357-D40D4E7F8BD5}" type="pres">
      <dgm:prSet presAssocID="{5BE5DF5F-331F-4F4D-8D0A-8FC904C7CBC3}" presName="hierRoot2" presStyleCnt="0"/>
      <dgm:spPr/>
    </dgm:pt>
    <dgm:pt modelId="{EE87C76F-3E65-4803-99B0-E7301EBBF942}" type="pres">
      <dgm:prSet presAssocID="{5BE5DF5F-331F-4F4D-8D0A-8FC904C7CBC3}" presName="composite2" presStyleCnt="0"/>
      <dgm:spPr/>
    </dgm:pt>
    <dgm:pt modelId="{D2DE6225-7924-4AC2-BDAC-53082A6EFC0E}" type="pres">
      <dgm:prSet presAssocID="{5BE5DF5F-331F-4F4D-8D0A-8FC904C7CBC3}" presName="background2" presStyleLbl="node2" presStyleIdx="0" presStyleCnt="3"/>
      <dgm:spPr>
        <a:ln>
          <a:solidFill>
            <a:schemeClr val="accent6"/>
          </a:solidFill>
        </a:ln>
      </dgm:spPr>
    </dgm:pt>
    <dgm:pt modelId="{B3E792AB-97E0-4E7E-A285-4E6279FD7619}" type="pres">
      <dgm:prSet presAssocID="{5BE5DF5F-331F-4F4D-8D0A-8FC904C7CBC3}" presName="text2" presStyleLbl="fgAcc2" presStyleIdx="0" presStyleCnt="3">
        <dgm:presLayoutVars>
          <dgm:chPref val="3"/>
        </dgm:presLayoutVars>
      </dgm:prSet>
      <dgm:spPr/>
    </dgm:pt>
    <dgm:pt modelId="{95CE9D3C-8D67-48C4-8B0F-F06BEEA43034}" type="pres">
      <dgm:prSet presAssocID="{5BE5DF5F-331F-4F4D-8D0A-8FC904C7CBC3}" presName="hierChild3" presStyleCnt="0"/>
      <dgm:spPr/>
    </dgm:pt>
    <dgm:pt modelId="{47A57019-C6DF-45F3-85A8-4BBFD90AE503}" type="pres">
      <dgm:prSet presAssocID="{E97CD96E-804A-4AD4-AF5F-415D17CCA130}" presName="Name17" presStyleLbl="parChTrans1D3" presStyleIdx="0" presStyleCnt="3"/>
      <dgm:spPr/>
    </dgm:pt>
    <dgm:pt modelId="{F3800854-0029-4F35-B9BA-516E070AE4AF}" type="pres">
      <dgm:prSet presAssocID="{2C6E1190-4467-4051-B00A-3AF75C2812DB}" presName="hierRoot3" presStyleCnt="0"/>
      <dgm:spPr/>
    </dgm:pt>
    <dgm:pt modelId="{8F2923BD-12B8-4E74-A597-A0A4A8EBBAB2}" type="pres">
      <dgm:prSet presAssocID="{2C6E1190-4467-4051-B00A-3AF75C2812DB}" presName="composite3" presStyleCnt="0"/>
      <dgm:spPr/>
    </dgm:pt>
    <dgm:pt modelId="{7F113D5F-CA56-45CC-926C-5A43D0B6021B}" type="pres">
      <dgm:prSet presAssocID="{2C6E1190-4467-4051-B00A-3AF75C2812DB}" presName="background3" presStyleLbl="node3" presStyleIdx="0" presStyleCnt="3"/>
      <dgm:spPr>
        <a:ln>
          <a:solidFill>
            <a:schemeClr val="accent6"/>
          </a:solidFill>
        </a:ln>
      </dgm:spPr>
    </dgm:pt>
    <dgm:pt modelId="{F9CD4C7A-59D8-488C-A9A8-6C8E3A5AD228}" type="pres">
      <dgm:prSet presAssocID="{2C6E1190-4467-4051-B00A-3AF75C2812DB}" presName="text3" presStyleLbl="fgAcc3" presStyleIdx="0" presStyleCnt="3">
        <dgm:presLayoutVars>
          <dgm:chPref val="3"/>
        </dgm:presLayoutVars>
      </dgm:prSet>
      <dgm:spPr/>
    </dgm:pt>
    <dgm:pt modelId="{76F6C992-5330-4C36-BC7F-BDA6A27FFFC7}" type="pres">
      <dgm:prSet presAssocID="{2C6E1190-4467-4051-B00A-3AF75C2812DB}" presName="hierChild4" presStyleCnt="0"/>
      <dgm:spPr/>
    </dgm:pt>
    <dgm:pt modelId="{72348B47-7A9F-47E2-A05B-12B37262FC3C}" type="pres">
      <dgm:prSet presAssocID="{03BE4073-00C2-4B3F-BE6E-75FF9D87CF66}" presName="Name23" presStyleLbl="parChTrans1D4" presStyleIdx="0" presStyleCnt="2"/>
      <dgm:spPr/>
    </dgm:pt>
    <dgm:pt modelId="{AD83A215-7C39-4F34-A82C-7512F6970C92}" type="pres">
      <dgm:prSet presAssocID="{87785E6A-E265-40AF-92E3-6F37EAF4853C}" presName="hierRoot4" presStyleCnt="0"/>
      <dgm:spPr/>
    </dgm:pt>
    <dgm:pt modelId="{146964AD-B4CD-4A27-9F22-020010879E67}" type="pres">
      <dgm:prSet presAssocID="{87785E6A-E265-40AF-92E3-6F37EAF4853C}" presName="composite4" presStyleCnt="0"/>
      <dgm:spPr/>
    </dgm:pt>
    <dgm:pt modelId="{8918889C-C13A-4C42-8710-62AFB2065CC8}" type="pres">
      <dgm:prSet presAssocID="{87785E6A-E265-40AF-92E3-6F37EAF4853C}" presName="background4" presStyleLbl="node4" presStyleIdx="0" presStyleCnt="2"/>
      <dgm:spPr>
        <a:ln>
          <a:solidFill>
            <a:schemeClr val="accent6"/>
          </a:solidFill>
        </a:ln>
      </dgm:spPr>
    </dgm:pt>
    <dgm:pt modelId="{83184614-3E7D-4D3E-8B4A-A23D96424705}" type="pres">
      <dgm:prSet presAssocID="{87785E6A-E265-40AF-92E3-6F37EAF4853C}" presName="text4" presStyleLbl="fgAcc4" presStyleIdx="0" presStyleCnt="2">
        <dgm:presLayoutVars>
          <dgm:chPref val="3"/>
        </dgm:presLayoutVars>
      </dgm:prSet>
      <dgm:spPr/>
    </dgm:pt>
    <dgm:pt modelId="{45ECF47A-16C9-45BD-B363-2ABAE017611D}" type="pres">
      <dgm:prSet presAssocID="{87785E6A-E265-40AF-92E3-6F37EAF4853C}" presName="hierChild5" presStyleCnt="0"/>
      <dgm:spPr/>
    </dgm:pt>
    <dgm:pt modelId="{7C2EB1AE-80E4-47BC-90AC-4622CDDFE428}" type="pres">
      <dgm:prSet presAssocID="{E6B2EA82-26CF-4218-92BC-AACDE5E99D65}" presName="Name23" presStyleLbl="parChTrans1D4" presStyleIdx="1" presStyleCnt="2"/>
      <dgm:spPr/>
    </dgm:pt>
    <dgm:pt modelId="{45E067B6-FA3A-4525-BACE-7C1EB0AFA798}" type="pres">
      <dgm:prSet presAssocID="{D43F3B2B-7EC4-4757-A07D-E8383491C8C4}" presName="hierRoot4" presStyleCnt="0"/>
      <dgm:spPr/>
    </dgm:pt>
    <dgm:pt modelId="{7E7B2F49-1B70-4ED7-B8E0-38CD9892E1CC}" type="pres">
      <dgm:prSet presAssocID="{D43F3B2B-7EC4-4757-A07D-E8383491C8C4}" presName="composite4" presStyleCnt="0"/>
      <dgm:spPr/>
    </dgm:pt>
    <dgm:pt modelId="{1B3191B1-9394-4EE7-BC38-67FD27AA4994}" type="pres">
      <dgm:prSet presAssocID="{D43F3B2B-7EC4-4757-A07D-E8383491C8C4}" presName="background4" presStyleLbl="node4" presStyleIdx="1" presStyleCnt="2"/>
      <dgm:spPr>
        <a:ln>
          <a:solidFill>
            <a:schemeClr val="accent6"/>
          </a:solidFill>
        </a:ln>
      </dgm:spPr>
    </dgm:pt>
    <dgm:pt modelId="{87B64C8B-D018-4532-8962-040955A9A71C}" type="pres">
      <dgm:prSet presAssocID="{D43F3B2B-7EC4-4757-A07D-E8383491C8C4}" presName="text4" presStyleLbl="fgAcc4" presStyleIdx="1" presStyleCnt="2">
        <dgm:presLayoutVars>
          <dgm:chPref val="3"/>
        </dgm:presLayoutVars>
      </dgm:prSet>
      <dgm:spPr/>
    </dgm:pt>
    <dgm:pt modelId="{3607AFF2-F6AE-481A-B558-0774061ECCCC}" type="pres">
      <dgm:prSet presAssocID="{D43F3B2B-7EC4-4757-A07D-E8383491C8C4}" presName="hierChild5" presStyleCnt="0"/>
      <dgm:spPr/>
    </dgm:pt>
    <dgm:pt modelId="{E4A9AF6A-5BDF-4FA2-95BF-3E6D79EDBA65}" type="pres">
      <dgm:prSet presAssocID="{B33B8F04-46C7-4BD1-B355-E52BD94A58FC}" presName="Name10" presStyleLbl="parChTrans1D2" presStyleIdx="1" presStyleCnt="3"/>
      <dgm:spPr/>
    </dgm:pt>
    <dgm:pt modelId="{8F99C2C1-5688-432B-8C1A-7F9F526EAB8F}" type="pres">
      <dgm:prSet presAssocID="{A1574131-9950-43D4-8CAA-D1DE0F813497}" presName="hierRoot2" presStyleCnt="0"/>
      <dgm:spPr/>
    </dgm:pt>
    <dgm:pt modelId="{7C8E2582-2D86-486E-945D-2D1702C96A31}" type="pres">
      <dgm:prSet presAssocID="{A1574131-9950-43D4-8CAA-D1DE0F813497}" presName="composite2" presStyleCnt="0"/>
      <dgm:spPr/>
    </dgm:pt>
    <dgm:pt modelId="{794D0F37-21A5-402C-9CAD-5C1FBF6FC6F1}" type="pres">
      <dgm:prSet presAssocID="{A1574131-9950-43D4-8CAA-D1DE0F813497}" presName="background2" presStyleLbl="node2" presStyleIdx="1" presStyleCnt="3"/>
      <dgm:spPr>
        <a:ln>
          <a:solidFill>
            <a:schemeClr val="accent6"/>
          </a:solidFill>
        </a:ln>
      </dgm:spPr>
    </dgm:pt>
    <dgm:pt modelId="{7F075215-682A-482F-987B-E35770DEAF21}" type="pres">
      <dgm:prSet presAssocID="{A1574131-9950-43D4-8CAA-D1DE0F813497}" presName="text2" presStyleLbl="fgAcc2" presStyleIdx="1" presStyleCnt="3">
        <dgm:presLayoutVars>
          <dgm:chPref val="3"/>
        </dgm:presLayoutVars>
      </dgm:prSet>
      <dgm:spPr/>
    </dgm:pt>
    <dgm:pt modelId="{9C2ACCF9-A19F-41DE-B94B-10031BBA04EA}" type="pres">
      <dgm:prSet presAssocID="{A1574131-9950-43D4-8CAA-D1DE0F813497}" presName="hierChild3" presStyleCnt="0"/>
      <dgm:spPr/>
    </dgm:pt>
    <dgm:pt modelId="{1636DDCF-D976-4507-A7D8-5065FC5A0866}" type="pres">
      <dgm:prSet presAssocID="{39D0050E-DA13-4D98-AB56-D4CF8914F161}" presName="Name10" presStyleLbl="parChTrans1D2" presStyleIdx="2" presStyleCnt="3"/>
      <dgm:spPr/>
    </dgm:pt>
    <dgm:pt modelId="{09737AF4-79DB-4F6D-9873-AD0F69074E40}" type="pres">
      <dgm:prSet presAssocID="{66291382-7F2E-47D3-9577-3919FB0C481C}" presName="hierRoot2" presStyleCnt="0"/>
      <dgm:spPr/>
    </dgm:pt>
    <dgm:pt modelId="{8CF7BB18-0E1B-4D5F-9C80-2BDDB3C856FC}" type="pres">
      <dgm:prSet presAssocID="{66291382-7F2E-47D3-9577-3919FB0C481C}" presName="composite2" presStyleCnt="0"/>
      <dgm:spPr/>
    </dgm:pt>
    <dgm:pt modelId="{1B4B55E5-8CD1-44FE-90C7-89AB458CACEA}" type="pres">
      <dgm:prSet presAssocID="{66291382-7F2E-47D3-9577-3919FB0C481C}" presName="background2" presStyleLbl="node2" presStyleIdx="2" presStyleCnt="3"/>
      <dgm:spPr>
        <a:ln>
          <a:solidFill>
            <a:schemeClr val="accent6"/>
          </a:solidFill>
        </a:ln>
      </dgm:spPr>
    </dgm:pt>
    <dgm:pt modelId="{584FEDD1-F2C3-4942-8929-40DD69D6BF22}" type="pres">
      <dgm:prSet presAssocID="{66291382-7F2E-47D3-9577-3919FB0C481C}" presName="text2" presStyleLbl="fgAcc2" presStyleIdx="2" presStyleCnt="3">
        <dgm:presLayoutVars>
          <dgm:chPref val="3"/>
        </dgm:presLayoutVars>
      </dgm:prSet>
      <dgm:spPr/>
    </dgm:pt>
    <dgm:pt modelId="{5C7B1468-E0D6-429B-8A69-3E42CEB95223}" type="pres">
      <dgm:prSet presAssocID="{66291382-7F2E-47D3-9577-3919FB0C481C}" presName="hierChild3" presStyleCnt="0"/>
      <dgm:spPr/>
    </dgm:pt>
    <dgm:pt modelId="{544B0DFA-86FF-47B5-86BF-063CAD16807D}" type="pres">
      <dgm:prSet presAssocID="{A5450DE3-1258-47F8-82FF-091125228080}" presName="Name17" presStyleLbl="parChTrans1D3" presStyleIdx="1" presStyleCnt="3"/>
      <dgm:spPr/>
    </dgm:pt>
    <dgm:pt modelId="{61B206F8-8261-46B9-B633-38135710E7D3}" type="pres">
      <dgm:prSet presAssocID="{595F96CA-F488-4FFF-BA0C-2AEBEC2CDFB0}" presName="hierRoot3" presStyleCnt="0"/>
      <dgm:spPr/>
    </dgm:pt>
    <dgm:pt modelId="{55404534-4EAD-460F-8E82-E19AF102F54C}" type="pres">
      <dgm:prSet presAssocID="{595F96CA-F488-4FFF-BA0C-2AEBEC2CDFB0}" presName="composite3" presStyleCnt="0"/>
      <dgm:spPr/>
    </dgm:pt>
    <dgm:pt modelId="{8257ABB3-5D1D-44E1-921F-A325A0757A87}" type="pres">
      <dgm:prSet presAssocID="{595F96CA-F488-4FFF-BA0C-2AEBEC2CDFB0}" presName="background3" presStyleLbl="node3" presStyleIdx="1" presStyleCnt="3"/>
      <dgm:spPr>
        <a:ln>
          <a:solidFill>
            <a:schemeClr val="accent6"/>
          </a:solidFill>
        </a:ln>
      </dgm:spPr>
    </dgm:pt>
    <dgm:pt modelId="{9C47FE9B-549D-4A74-A034-F3285430D2E5}" type="pres">
      <dgm:prSet presAssocID="{595F96CA-F488-4FFF-BA0C-2AEBEC2CDFB0}" presName="text3" presStyleLbl="fgAcc3" presStyleIdx="1" presStyleCnt="3">
        <dgm:presLayoutVars>
          <dgm:chPref val="3"/>
        </dgm:presLayoutVars>
      </dgm:prSet>
      <dgm:spPr/>
    </dgm:pt>
    <dgm:pt modelId="{23CD7DEB-C64F-43A5-83DE-7BB8F4AA7972}" type="pres">
      <dgm:prSet presAssocID="{595F96CA-F488-4FFF-BA0C-2AEBEC2CDFB0}" presName="hierChild4" presStyleCnt="0"/>
      <dgm:spPr/>
    </dgm:pt>
    <dgm:pt modelId="{6EDF5329-46A1-4944-AFA9-8F8D763728F2}" type="pres">
      <dgm:prSet presAssocID="{CDC6A708-B119-4061-966B-933C9394F31B}" presName="Name17" presStyleLbl="parChTrans1D3" presStyleIdx="2" presStyleCnt="3"/>
      <dgm:spPr/>
    </dgm:pt>
    <dgm:pt modelId="{A710DCBC-43A5-45DC-BB05-C4798C2C0A5B}" type="pres">
      <dgm:prSet presAssocID="{2C6259A7-6FB6-4043-8E20-1D19A67A7F9B}" presName="hierRoot3" presStyleCnt="0"/>
      <dgm:spPr/>
    </dgm:pt>
    <dgm:pt modelId="{05047131-7C9A-4566-A761-FA7E72FFE075}" type="pres">
      <dgm:prSet presAssocID="{2C6259A7-6FB6-4043-8E20-1D19A67A7F9B}" presName="composite3" presStyleCnt="0"/>
      <dgm:spPr/>
    </dgm:pt>
    <dgm:pt modelId="{1004B3C0-D871-4B5D-B8F5-4C7998AC479C}" type="pres">
      <dgm:prSet presAssocID="{2C6259A7-6FB6-4043-8E20-1D19A67A7F9B}" presName="background3" presStyleLbl="node3" presStyleIdx="2" presStyleCnt="3"/>
      <dgm:spPr>
        <a:ln>
          <a:solidFill>
            <a:schemeClr val="accent6"/>
          </a:solidFill>
        </a:ln>
      </dgm:spPr>
    </dgm:pt>
    <dgm:pt modelId="{A862293B-3C97-46C1-A7A9-39A1FA9C1ADE}" type="pres">
      <dgm:prSet presAssocID="{2C6259A7-6FB6-4043-8E20-1D19A67A7F9B}" presName="text3" presStyleLbl="fgAcc3" presStyleIdx="2" presStyleCnt="3">
        <dgm:presLayoutVars>
          <dgm:chPref val="3"/>
        </dgm:presLayoutVars>
      </dgm:prSet>
      <dgm:spPr/>
    </dgm:pt>
    <dgm:pt modelId="{AE752843-5F3B-43BD-A218-BBD1CB259446}" type="pres">
      <dgm:prSet presAssocID="{2C6259A7-6FB6-4043-8E20-1D19A67A7F9B}" presName="hierChild4" presStyleCnt="0"/>
      <dgm:spPr/>
    </dgm:pt>
  </dgm:ptLst>
  <dgm:cxnLst>
    <dgm:cxn modelId="{C6E5AA06-9C99-45EB-9B7B-4F9006999AA9}" srcId="{5BE5DF5F-331F-4F4D-8D0A-8FC904C7CBC3}" destId="{2C6E1190-4467-4051-B00A-3AF75C2812DB}" srcOrd="0" destOrd="0" parTransId="{E97CD96E-804A-4AD4-AF5F-415D17CCA130}" sibTransId="{F3B4EB25-09BA-4A64-A40A-A93DCAF2A3D5}"/>
    <dgm:cxn modelId="{623AD610-4E46-4895-BAFF-84753BDD1638}" srcId="{66291382-7F2E-47D3-9577-3919FB0C481C}" destId="{2C6259A7-6FB6-4043-8E20-1D19A67A7F9B}" srcOrd="1" destOrd="0" parTransId="{CDC6A708-B119-4061-966B-933C9394F31B}" sibTransId="{54662317-2D73-432C-99C0-2894481630A7}"/>
    <dgm:cxn modelId="{FEAC3513-03B4-4B0F-927B-5FE5AAFE3091}" srcId="{F582A92B-1F63-480D-807C-8826CEB50717}" destId="{95F76D26-413A-4600-A789-3D36D2D6BC15}" srcOrd="0" destOrd="0" parTransId="{E0A3BDE5-027F-4B30-B5AF-B7293556F5DE}" sibTransId="{D33374EF-D11D-451D-91E1-8E5BE7081E2B}"/>
    <dgm:cxn modelId="{A40CD81D-C1FA-4ECA-9E29-F3DC88B3F5E0}" type="presOf" srcId="{2C6259A7-6FB6-4043-8E20-1D19A67A7F9B}" destId="{A862293B-3C97-46C1-A7A9-39A1FA9C1ADE}" srcOrd="0" destOrd="0" presId="urn:microsoft.com/office/officeart/2005/8/layout/hierarchy1"/>
    <dgm:cxn modelId="{71F2C62E-7048-458C-853C-5B20A02C0CE9}" type="presOf" srcId="{03BE4073-00C2-4B3F-BE6E-75FF9D87CF66}" destId="{72348B47-7A9F-47E2-A05B-12B37262FC3C}" srcOrd="0" destOrd="0" presId="urn:microsoft.com/office/officeart/2005/8/layout/hierarchy1"/>
    <dgm:cxn modelId="{57E8EA38-8B2E-448E-B185-5DA4407300F9}" srcId="{2C6E1190-4467-4051-B00A-3AF75C2812DB}" destId="{87785E6A-E265-40AF-92E3-6F37EAF4853C}" srcOrd="0" destOrd="0" parTransId="{03BE4073-00C2-4B3F-BE6E-75FF9D87CF66}" sibTransId="{6906D24D-3D9D-4E02-BD66-725D77F2F9CF}"/>
    <dgm:cxn modelId="{40CF973A-E68E-4FEA-94CE-B81C8C6248F4}" type="presOf" srcId="{A5450DE3-1258-47F8-82FF-091125228080}" destId="{544B0DFA-86FF-47B5-86BF-063CAD16807D}" srcOrd="0" destOrd="0" presId="urn:microsoft.com/office/officeart/2005/8/layout/hierarchy1"/>
    <dgm:cxn modelId="{C0262C3C-090D-478A-85E4-7E9E20A94BD2}" type="presOf" srcId="{058F3198-8DE7-4448-8940-BF69F9DD0DB2}" destId="{F0A0CF27-5DFD-4767-B8D5-8789479E20C2}" srcOrd="0" destOrd="0" presId="urn:microsoft.com/office/officeart/2005/8/layout/hierarchy1"/>
    <dgm:cxn modelId="{54C3B540-74E5-49E8-806A-E9133FE88FB4}" type="presOf" srcId="{E97CD96E-804A-4AD4-AF5F-415D17CCA130}" destId="{47A57019-C6DF-45F3-85A8-4BBFD90AE503}" srcOrd="0" destOrd="0" presId="urn:microsoft.com/office/officeart/2005/8/layout/hierarchy1"/>
    <dgm:cxn modelId="{FF684950-C282-4FD6-8E88-E8EA87A2B872}" type="presOf" srcId="{39D0050E-DA13-4D98-AB56-D4CF8914F161}" destId="{1636DDCF-D976-4507-A7D8-5065FC5A0866}" srcOrd="0" destOrd="0" presId="urn:microsoft.com/office/officeart/2005/8/layout/hierarchy1"/>
    <dgm:cxn modelId="{1FD32A51-1DA4-4FEC-B604-0EC4D61DD54E}" type="presOf" srcId="{F582A92B-1F63-480D-807C-8826CEB50717}" destId="{553EDC4F-4D7E-4FCC-A810-3AB24EEC6554}" srcOrd="0" destOrd="0" presId="urn:microsoft.com/office/officeart/2005/8/layout/hierarchy1"/>
    <dgm:cxn modelId="{78271879-F72D-4023-99D8-E88501ABA10A}" srcId="{2C6E1190-4467-4051-B00A-3AF75C2812DB}" destId="{D43F3B2B-7EC4-4757-A07D-E8383491C8C4}" srcOrd="1" destOrd="0" parTransId="{E6B2EA82-26CF-4218-92BC-AACDE5E99D65}" sibTransId="{16B177D1-D6BE-45A6-902F-3B9104966E99}"/>
    <dgm:cxn modelId="{7CD4AE7A-03F3-495A-BA77-AD276AE004BA}" srcId="{95F76D26-413A-4600-A789-3D36D2D6BC15}" destId="{5BE5DF5F-331F-4F4D-8D0A-8FC904C7CBC3}" srcOrd="0" destOrd="0" parTransId="{058F3198-8DE7-4448-8940-BF69F9DD0DB2}" sibTransId="{C5CF58A0-DE29-41B4-BBD3-CE4B7BA64C87}"/>
    <dgm:cxn modelId="{D596DD83-68B8-42F2-9A52-75DB031CAD19}" type="presOf" srcId="{595F96CA-F488-4FFF-BA0C-2AEBEC2CDFB0}" destId="{9C47FE9B-549D-4A74-A034-F3285430D2E5}" srcOrd="0" destOrd="0" presId="urn:microsoft.com/office/officeart/2005/8/layout/hierarchy1"/>
    <dgm:cxn modelId="{94887F8A-081D-4A96-B2BA-9F6E12CA4FA3}" type="presOf" srcId="{D43F3B2B-7EC4-4757-A07D-E8383491C8C4}" destId="{87B64C8B-D018-4532-8962-040955A9A71C}" srcOrd="0" destOrd="0" presId="urn:microsoft.com/office/officeart/2005/8/layout/hierarchy1"/>
    <dgm:cxn modelId="{9C436996-4494-4E59-AF10-F0E4AB0D3829}" type="presOf" srcId="{B33B8F04-46C7-4BD1-B355-E52BD94A58FC}" destId="{E4A9AF6A-5BDF-4FA2-95BF-3E6D79EDBA65}" srcOrd="0" destOrd="0" presId="urn:microsoft.com/office/officeart/2005/8/layout/hierarchy1"/>
    <dgm:cxn modelId="{2739B39D-8450-4689-BC01-04081F0AA5B4}" srcId="{95F76D26-413A-4600-A789-3D36D2D6BC15}" destId="{A1574131-9950-43D4-8CAA-D1DE0F813497}" srcOrd="1" destOrd="0" parTransId="{B33B8F04-46C7-4BD1-B355-E52BD94A58FC}" sibTransId="{282FB903-850F-404B-B498-47C785A9F1D1}"/>
    <dgm:cxn modelId="{C9E6C8A3-7BB8-439A-8F76-3835ED27BA31}" type="presOf" srcId="{5BE5DF5F-331F-4F4D-8D0A-8FC904C7CBC3}" destId="{B3E792AB-97E0-4E7E-A285-4E6279FD7619}" srcOrd="0" destOrd="0" presId="urn:microsoft.com/office/officeart/2005/8/layout/hierarchy1"/>
    <dgm:cxn modelId="{3EC369A4-5FA5-475C-A18E-DC414296442F}" type="presOf" srcId="{CDC6A708-B119-4061-966B-933C9394F31B}" destId="{6EDF5329-46A1-4944-AFA9-8F8D763728F2}" srcOrd="0" destOrd="0" presId="urn:microsoft.com/office/officeart/2005/8/layout/hierarchy1"/>
    <dgm:cxn modelId="{9ED165AA-00A6-443D-8741-933708FED5DA}" type="presOf" srcId="{87785E6A-E265-40AF-92E3-6F37EAF4853C}" destId="{83184614-3E7D-4D3E-8B4A-A23D96424705}" srcOrd="0" destOrd="0" presId="urn:microsoft.com/office/officeart/2005/8/layout/hierarchy1"/>
    <dgm:cxn modelId="{672832AB-BAE1-492B-95FF-0E62C5F76195}" type="presOf" srcId="{E6B2EA82-26CF-4218-92BC-AACDE5E99D65}" destId="{7C2EB1AE-80E4-47BC-90AC-4622CDDFE428}" srcOrd="0" destOrd="0" presId="urn:microsoft.com/office/officeart/2005/8/layout/hierarchy1"/>
    <dgm:cxn modelId="{8D0511CB-AA6D-42DC-BBA9-6C7B68F2CC6E}" srcId="{95F76D26-413A-4600-A789-3D36D2D6BC15}" destId="{66291382-7F2E-47D3-9577-3919FB0C481C}" srcOrd="2" destOrd="0" parTransId="{39D0050E-DA13-4D98-AB56-D4CF8914F161}" sibTransId="{9852E1F2-6DFF-4D3C-9801-72B2F59B22B3}"/>
    <dgm:cxn modelId="{2D94FED0-6495-4CF3-B74E-90E02B326653}" type="presOf" srcId="{95F76D26-413A-4600-A789-3D36D2D6BC15}" destId="{95C4C997-A996-4A6E-BC00-1304EFD1A932}" srcOrd="0" destOrd="0" presId="urn:microsoft.com/office/officeart/2005/8/layout/hierarchy1"/>
    <dgm:cxn modelId="{A9BF49E2-5F8B-416B-8337-9A4660AF54D3}" type="presOf" srcId="{2C6E1190-4467-4051-B00A-3AF75C2812DB}" destId="{F9CD4C7A-59D8-488C-A9A8-6C8E3A5AD228}" srcOrd="0" destOrd="0" presId="urn:microsoft.com/office/officeart/2005/8/layout/hierarchy1"/>
    <dgm:cxn modelId="{1F001DEF-BA2F-41CF-8229-6418A204D324}" type="presOf" srcId="{A1574131-9950-43D4-8CAA-D1DE0F813497}" destId="{7F075215-682A-482F-987B-E35770DEAF21}" srcOrd="0" destOrd="0" presId="urn:microsoft.com/office/officeart/2005/8/layout/hierarchy1"/>
    <dgm:cxn modelId="{311010F3-6620-4742-BA8E-5DD5FC14EE81}" type="presOf" srcId="{66291382-7F2E-47D3-9577-3919FB0C481C}" destId="{584FEDD1-F2C3-4942-8929-40DD69D6BF22}" srcOrd="0" destOrd="0" presId="urn:microsoft.com/office/officeart/2005/8/layout/hierarchy1"/>
    <dgm:cxn modelId="{278E66FE-CB45-421B-8D58-E6664A4D932A}" srcId="{66291382-7F2E-47D3-9577-3919FB0C481C}" destId="{595F96CA-F488-4FFF-BA0C-2AEBEC2CDFB0}" srcOrd="0" destOrd="0" parTransId="{A5450DE3-1258-47F8-82FF-091125228080}" sibTransId="{BD9E2692-E629-4294-A9CC-E91300F42EEC}"/>
    <dgm:cxn modelId="{55D86711-2639-4010-848F-C1D67BAAB6DD}" type="presParOf" srcId="{553EDC4F-4D7E-4FCC-A810-3AB24EEC6554}" destId="{ED8D14E1-4C9F-426B-9AD3-FFA92CE90619}" srcOrd="0" destOrd="0" presId="urn:microsoft.com/office/officeart/2005/8/layout/hierarchy1"/>
    <dgm:cxn modelId="{3882D420-E087-45F7-A2F7-CE43C0E44586}" type="presParOf" srcId="{ED8D14E1-4C9F-426B-9AD3-FFA92CE90619}" destId="{7E4AD055-0F36-470C-A193-66672CF34DDF}" srcOrd="0" destOrd="0" presId="urn:microsoft.com/office/officeart/2005/8/layout/hierarchy1"/>
    <dgm:cxn modelId="{8A402132-0B94-4014-8ADB-45430064E787}" type="presParOf" srcId="{7E4AD055-0F36-470C-A193-66672CF34DDF}" destId="{D18AFFB3-DDA7-4873-8376-1A9571B90F4B}" srcOrd="0" destOrd="0" presId="urn:microsoft.com/office/officeart/2005/8/layout/hierarchy1"/>
    <dgm:cxn modelId="{B300AAB5-0570-4D16-819C-59FA11EF86E3}" type="presParOf" srcId="{7E4AD055-0F36-470C-A193-66672CF34DDF}" destId="{95C4C997-A996-4A6E-BC00-1304EFD1A932}" srcOrd="1" destOrd="0" presId="urn:microsoft.com/office/officeart/2005/8/layout/hierarchy1"/>
    <dgm:cxn modelId="{6E99B410-DF8E-4658-96A7-A7A7E0D0ADF3}" type="presParOf" srcId="{ED8D14E1-4C9F-426B-9AD3-FFA92CE90619}" destId="{875FD88A-3854-411C-AF0B-DF1BB44CCA0F}" srcOrd="1" destOrd="0" presId="urn:microsoft.com/office/officeart/2005/8/layout/hierarchy1"/>
    <dgm:cxn modelId="{6E646E1E-7783-43EF-B1E8-D149D1234568}" type="presParOf" srcId="{875FD88A-3854-411C-AF0B-DF1BB44CCA0F}" destId="{F0A0CF27-5DFD-4767-B8D5-8789479E20C2}" srcOrd="0" destOrd="0" presId="urn:microsoft.com/office/officeart/2005/8/layout/hierarchy1"/>
    <dgm:cxn modelId="{76388DDB-559E-453F-83FA-E97398D0393B}" type="presParOf" srcId="{875FD88A-3854-411C-AF0B-DF1BB44CCA0F}" destId="{48737549-6E0D-4DF7-8357-D40D4E7F8BD5}" srcOrd="1" destOrd="0" presId="urn:microsoft.com/office/officeart/2005/8/layout/hierarchy1"/>
    <dgm:cxn modelId="{38635DFC-F409-427C-9BE1-C6A633F478C4}" type="presParOf" srcId="{48737549-6E0D-4DF7-8357-D40D4E7F8BD5}" destId="{EE87C76F-3E65-4803-99B0-E7301EBBF942}" srcOrd="0" destOrd="0" presId="urn:microsoft.com/office/officeart/2005/8/layout/hierarchy1"/>
    <dgm:cxn modelId="{FAD6A37B-CE04-4486-84D7-DF04B7061671}" type="presParOf" srcId="{EE87C76F-3E65-4803-99B0-E7301EBBF942}" destId="{D2DE6225-7924-4AC2-BDAC-53082A6EFC0E}" srcOrd="0" destOrd="0" presId="urn:microsoft.com/office/officeart/2005/8/layout/hierarchy1"/>
    <dgm:cxn modelId="{DBE83416-BDE2-4BF2-80E6-1CA83E11F38D}" type="presParOf" srcId="{EE87C76F-3E65-4803-99B0-E7301EBBF942}" destId="{B3E792AB-97E0-4E7E-A285-4E6279FD7619}" srcOrd="1" destOrd="0" presId="urn:microsoft.com/office/officeart/2005/8/layout/hierarchy1"/>
    <dgm:cxn modelId="{9088C542-A92C-44D4-B915-D44134C71A01}" type="presParOf" srcId="{48737549-6E0D-4DF7-8357-D40D4E7F8BD5}" destId="{95CE9D3C-8D67-48C4-8B0F-F06BEEA43034}" srcOrd="1" destOrd="0" presId="urn:microsoft.com/office/officeart/2005/8/layout/hierarchy1"/>
    <dgm:cxn modelId="{EEEE359E-F858-4BA3-8CCE-2D3791537768}" type="presParOf" srcId="{95CE9D3C-8D67-48C4-8B0F-F06BEEA43034}" destId="{47A57019-C6DF-45F3-85A8-4BBFD90AE503}" srcOrd="0" destOrd="0" presId="urn:microsoft.com/office/officeart/2005/8/layout/hierarchy1"/>
    <dgm:cxn modelId="{E5D59DD1-5AE6-41CF-A30B-259B55B28E92}" type="presParOf" srcId="{95CE9D3C-8D67-48C4-8B0F-F06BEEA43034}" destId="{F3800854-0029-4F35-B9BA-516E070AE4AF}" srcOrd="1" destOrd="0" presId="urn:microsoft.com/office/officeart/2005/8/layout/hierarchy1"/>
    <dgm:cxn modelId="{4AA14978-688D-4E1D-B93F-CA88970F97CF}" type="presParOf" srcId="{F3800854-0029-4F35-B9BA-516E070AE4AF}" destId="{8F2923BD-12B8-4E74-A597-A0A4A8EBBAB2}" srcOrd="0" destOrd="0" presId="urn:microsoft.com/office/officeart/2005/8/layout/hierarchy1"/>
    <dgm:cxn modelId="{1A2F4BC6-7077-4CF6-A4BE-AC752EB37F43}" type="presParOf" srcId="{8F2923BD-12B8-4E74-A597-A0A4A8EBBAB2}" destId="{7F113D5F-CA56-45CC-926C-5A43D0B6021B}" srcOrd="0" destOrd="0" presId="urn:microsoft.com/office/officeart/2005/8/layout/hierarchy1"/>
    <dgm:cxn modelId="{E14EDF04-9912-47F3-9CA3-80B31FFE4D45}" type="presParOf" srcId="{8F2923BD-12B8-4E74-A597-A0A4A8EBBAB2}" destId="{F9CD4C7A-59D8-488C-A9A8-6C8E3A5AD228}" srcOrd="1" destOrd="0" presId="urn:microsoft.com/office/officeart/2005/8/layout/hierarchy1"/>
    <dgm:cxn modelId="{D3A3710F-F0BD-4611-AD08-B19D3623C884}" type="presParOf" srcId="{F3800854-0029-4F35-B9BA-516E070AE4AF}" destId="{76F6C992-5330-4C36-BC7F-BDA6A27FFFC7}" srcOrd="1" destOrd="0" presId="urn:microsoft.com/office/officeart/2005/8/layout/hierarchy1"/>
    <dgm:cxn modelId="{6045170C-AD36-4187-80E0-35FDF97B74F5}" type="presParOf" srcId="{76F6C992-5330-4C36-BC7F-BDA6A27FFFC7}" destId="{72348B47-7A9F-47E2-A05B-12B37262FC3C}" srcOrd="0" destOrd="0" presId="urn:microsoft.com/office/officeart/2005/8/layout/hierarchy1"/>
    <dgm:cxn modelId="{8D2702E3-4D0B-440D-AEB4-C454B55260E6}" type="presParOf" srcId="{76F6C992-5330-4C36-BC7F-BDA6A27FFFC7}" destId="{AD83A215-7C39-4F34-A82C-7512F6970C92}" srcOrd="1" destOrd="0" presId="urn:microsoft.com/office/officeart/2005/8/layout/hierarchy1"/>
    <dgm:cxn modelId="{72289D58-464A-49FF-9EFC-B24BBAA2246C}" type="presParOf" srcId="{AD83A215-7C39-4F34-A82C-7512F6970C92}" destId="{146964AD-B4CD-4A27-9F22-020010879E67}" srcOrd="0" destOrd="0" presId="urn:microsoft.com/office/officeart/2005/8/layout/hierarchy1"/>
    <dgm:cxn modelId="{C0C791E5-4BF4-4D27-8CAC-1BC691D6D486}" type="presParOf" srcId="{146964AD-B4CD-4A27-9F22-020010879E67}" destId="{8918889C-C13A-4C42-8710-62AFB2065CC8}" srcOrd="0" destOrd="0" presId="urn:microsoft.com/office/officeart/2005/8/layout/hierarchy1"/>
    <dgm:cxn modelId="{283DC7D5-36E9-4D01-85FF-AAA039CF3F14}" type="presParOf" srcId="{146964AD-B4CD-4A27-9F22-020010879E67}" destId="{83184614-3E7D-4D3E-8B4A-A23D96424705}" srcOrd="1" destOrd="0" presId="urn:microsoft.com/office/officeart/2005/8/layout/hierarchy1"/>
    <dgm:cxn modelId="{DDD72220-3B9B-4C73-9B01-3E063C7EEF8A}" type="presParOf" srcId="{AD83A215-7C39-4F34-A82C-7512F6970C92}" destId="{45ECF47A-16C9-45BD-B363-2ABAE017611D}" srcOrd="1" destOrd="0" presId="urn:microsoft.com/office/officeart/2005/8/layout/hierarchy1"/>
    <dgm:cxn modelId="{FFA52E5C-7ECC-4642-9915-B1A973727329}" type="presParOf" srcId="{76F6C992-5330-4C36-BC7F-BDA6A27FFFC7}" destId="{7C2EB1AE-80E4-47BC-90AC-4622CDDFE428}" srcOrd="2" destOrd="0" presId="urn:microsoft.com/office/officeart/2005/8/layout/hierarchy1"/>
    <dgm:cxn modelId="{926636AD-2287-444F-AAE5-F7AB76544207}" type="presParOf" srcId="{76F6C992-5330-4C36-BC7F-BDA6A27FFFC7}" destId="{45E067B6-FA3A-4525-BACE-7C1EB0AFA798}" srcOrd="3" destOrd="0" presId="urn:microsoft.com/office/officeart/2005/8/layout/hierarchy1"/>
    <dgm:cxn modelId="{2103475B-876E-47A9-8283-64538629CF1A}" type="presParOf" srcId="{45E067B6-FA3A-4525-BACE-7C1EB0AFA798}" destId="{7E7B2F49-1B70-4ED7-B8E0-38CD9892E1CC}" srcOrd="0" destOrd="0" presId="urn:microsoft.com/office/officeart/2005/8/layout/hierarchy1"/>
    <dgm:cxn modelId="{39BE1928-0C89-4576-9CBB-98D35A63A1E4}" type="presParOf" srcId="{7E7B2F49-1B70-4ED7-B8E0-38CD9892E1CC}" destId="{1B3191B1-9394-4EE7-BC38-67FD27AA4994}" srcOrd="0" destOrd="0" presId="urn:microsoft.com/office/officeart/2005/8/layout/hierarchy1"/>
    <dgm:cxn modelId="{0496AF1D-191F-4FFC-A007-96D915F7A8A4}" type="presParOf" srcId="{7E7B2F49-1B70-4ED7-B8E0-38CD9892E1CC}" destId="{87B64C8B-D018-4532-8962-040955A9A71C}" srcOrd="1" destOrd="0" presId="urn:microsoft.com/office/officeart/2005/8/layout/hierarchy1"/>
    <dgm:cxn modelId="{29E9911F-C587-4ED6-8F16-13DC2BB5D532}" type="presParOf" srcId="{45E067B6-FA3A-4525-BACE-7C1EB0AFA798}" destId="{3607AFF2-F6AE-481A-B558-0774061ECCCC}" srcOrd="1" destOrd="0" presId="urn:microsoft.com/office/officeart/2005/8/layout/hierarchy1"/>
    <dgm:cxn modelId="{23C11A9F-B9D8-4F6E-9FF5-37F2783C4356}" type="presParOf" srcId="{875FD88A-3854-411C-AF0B-DF1BB44CCA0F}" destId="{E4A9AF6A-5BDF-4FA2-95BF-3E6D79EDBA65}" srcOrd="2" destOrd="0" presId="urn:microsoft.com/office/officeart/2005/8/layout/hierarchy1"/>
    <dgm:cxn modelId="{2C33A33E-2D4A-4C0F-AC11-6E364730BE73}" type="presParOf" srcId="{875FD88A-3854-411C-AF0B-DF1BB44CCA0F}" destId="{8F99C2C1-5688-432B-8C1A-7F9F526EAB8F}" srcOrd="3" destOrd="0" presId="urn:microsoft.com/office/officeart/2005/8/layout/hierarchy1"/>
    <dgm:cxn modelId="{EFCD45BE-BBB7-44EF-B76F-A7A7A69A50AC}" type="presParOf" srcId="{8F99C2C1-5688-432B-8C1A-7F9F526EAB8F}" destId="{7C8E2582-2D86-486E-945D-2D1702C96A31}" srcOrd="0" destOrd="0" presId="urn:microsoft.com/office/officeart/2005/8/layout/hierarchy1"/>
    <dgm:cxn modelId="{FD135DF4-61B0-4E3C-88A0-C9CA68E812A0}" type="presParOf" srcId="{7C8E2582-2D86-486E-945D-2D1702C96A31}" destId="{794D0F37-21A5-402C-9CAD-5C1FBF6FC6F1}" srcOrd="0" destOrd="0" presId="urn:microsoft.com/office/officeart/2005/8/layout/hierarchy1"/>
    <dgm:cxn modelId="{4C9540F7-834B-464F-B6EA-CA4C3DA90E4B}" type="presParOf" srcId="{7C8E2582-2D86-486E-945D-2D1702C96A31}" destId="{7F075215-682A-482F-987B-E35770DEAF21}" srcOrd="1" destOrd="0" presId="urn:microsoft.com/office/officeart/2005/8/layout/hierarchy1"/>
    <dgm:cxn modelId="{23991B21-C0FF-4D12-8C1D-AA5DCB3F526C}" type="presParOf" srcId="{8F99C2C1-5688-432B-8C1A-7F9F526EAB8F}" destId="{9C2ACCF9-A19F-41DE-B94B-10031BBA04EA}" srcOrd="1" destOrd="0" presId="urn:microsoft.com/office/officeart/2005/8/layout/hierarchy1"/>
    <dgm:cxn modelId="{6B77B88C-9A60-49CF-A294-7B96674C6B94}" type="presParOf" srcId="{875FD88A-3854-411C-AF0B-DF1BB44CCA0F}" destId="{1636DDCF-D976-4507-A7D8-5065FC5A0866}" srcOrd="4" destOrd="0" presId="urn:microsoft.com/office/officeart/2005/8/layout/hierarchy1"/>
    <dgm:cxn modelId="{021AE13C-FDEF-4EB4-9A0A-1ED9E3968590}" type="presParOf" srcId="{875FD88A-3854-411C-AF0B-DF1BB44CCA0F}" destId="{09737AF4-79DB-4F6D-9873-AD0F69074E40}" srcOrd="5" destOrd="0" presId="urn:microsoft.com/office/officeart/2005/8/layout/hierarchy1"/>
    <dgm:cxn modelId="{3B980336-F2E1-4305-A7FE-C3E4B376BD40}" type="presParOf" srcId="{09737AF4-79DB-4F6D-9873-AD0F69074E40}" destId="{8CF7BB18-0E1B-4D5F-9C80-2BDDB3C856FC}" srcOrd="0" destOrd="0" presId="urn:microsoft.com/office/officeart/2005/8/layout/hierarchy1"/>
    <dgm:cxn modelId="{7A00574F-BC4B-4DA5-A155-E2A9F806D50B}" type="presParOf" srcId="{8CF7BB18-0E1B-4D5F-9C80-2BDDB3C856FC}" destId="{1B4B55E5-8CD1-44FE-90C7-89AB458CACEA}" srcOrd="0" destOrd="0" presId="urn:microsoft.com/office/officeart/2005/8/layout/hierarchy1"/>
    <dgm:cxn modelId="{23F9DE70-A2E1-4816-89CA-92021A5E2919}" type="presParOf" srcId="{8CF7BB18-0E1B-4D5F-9C80-2BDDB3C856FC}" destId="{584FEDD1-F2C3-4942-8929-40DD69D6BF22}" srcOrd="1" destOrd="0" presId="urn:microsoft.com/office/officeart/2005/8/layout/hierarchy1"/>
    <dgm:cxn modelId="{8E301E37-83FF-4147-9044-2F9A9A732351}" type="presParOf" srcId="{09737AF4-79DB-4F6D-9873-AD0F69074E40}" destId="{5C7B1468-E0D6-429B-8A69-3E42CEB95223}" srcOrd="1" destOrd="0" presId="urn:microsoft.com/office/officeart/2005/8/layout/hierarchy1"/>
    <dgm:cxn modelId="{458A7867-89FE-41DB-BB42-E33464043B7C}" type="presParOf" srcId="{5C7B1468-E0D6-429B-8A69-3E42CEB95223}" destId="{544B0DFA-86FF-47B5-86BF-063CAD16807D}" srcOrd="0" destOrd="0" presId="urn:microsoft.com/office/officeart/2005/8/layout/hierarchy1"/>
    <dgm:cxn modelId="{89867CD7-A3AA-4FB2-9CD7-5B43B41544A8}" type="presParOf" srcId="{5C7B1468-E0D6-429B-8A69-3E42CEB95223}" destId="{61B206F8-8261-46B9-B633-38135710E7D3}" srcOrd="1" destOrd="0" presId="urn:microsoft.com/office/officeart/2005/8/layout/hierarchy1"/>
    <dgm:cxn modelId="{EE800D7B-58E5-47BB-8198-9693E8F40870}" type="presParOf" srcId="{61B206F8-8261-46B9-B633-38135710E7D3}" destId="{55404534-4EAD-460F-8E82-E19AF102F54C}" srcOrd="0" destOrd="0" presId="urn:microsoft.com/office/officeart/2005/8/layout/hierarchy1"/>
    <dgm:cxn modelId="{516C475E-4596-4AE2-879E-92B5B4CD824E}" type="presParOf" srcId="{55404534-4EAD-460F-8E82-E19AF102F54C}" destId="{8257ABB3-5D1D-44E1-921F-A325A0757A87}" srcOrd="0" destOrd="0" presId="urn:microsoft.com/office/officeart/2005/8/layout/hierarchy1"/>
    <dgm:cxn modelId="{1FF85840-300C-4436-9D3D-BC6FBBB78BFC}" type="presParOf" srcId="{55404534-4EAD-460F-8E82-E19AF102F54C}" destId="{9C47FE9B-549D-4A74-A034-F3285430D2E5}" srcOrd="1" destOrd="0" presId="urn:microsoft.com/office/officeart/2005/8/layout/hierarchy1"/>
    <dgm:cxn modelId="{D573E2EB-2FDD-41EA-8C15-FAF5A6DE25EA}" type="presParOf" srcId="{61B206F8-8261-46B9-B633-38135710E7D3}" destId="{23CD7DEB-C64F-43A5-83DE-7BB8F4AA7972}" srcOrd="1" destOrd="0" presId="urn:microsoft.com/office/officeart/2005/8/layout/hierarchy1"/>
    <dgm:cxn modelId="{8973120C-5812-48ED-908C-E706D708377C}" type="presParOf" srcId="{5C7B1468-E0D6-429B-8A69-3E42CEB95223}" destId="{6EDF5329-46A1-4944-AFA9-8F8D763728F2}" srcOrd="2" destOrd="0" presId="urn:microsoft.com/office/officeart/2005/8/layout/hierarchy1"/>
    <dgm:cxn modelId="{25135307-0E6F-4290-AE50-7EE81E1794FE}" type="presParOf" srcId="{5C7B1468-E0D6-429B-8A69-3E42CEB95223}" destId="{A710DCBC-43A5-45DC-BB05-C4798C2C0A5B}" srcOrd="3" destOrd="0" presId="urn:microsoft.com/office/officeart/2005/8/layout/hierarchy1"/>
    <dgm:cxn modelId="{C47A1D7D-9654-45BC-A267-D035F1641D8F}" type="presParOf" srcId="{A710DCBC-43A5-45DC-BB05-C4798C2C0A5B}" destId="{05047131-7C9A-4566-A761-FA7E72FFE075}" srcOrd="0" destOrd="0" presId="urn:microsoft.com/office/officeart/2005/8/layout/hierarchy1"/>
    <dgm:cxn modelId="{B9EFB5CA-8039-4477-8ED2-DA69D1E77C5C}" type="presParOf" srcId="{05047131-7C9A-4566-A761-FA7E72FFE075}" destId="{1004B3C0-D871-4B5D-B8F5-4C7998AC479C}" srcOrd="0" destOrd="0" presId="urn:microsoft.com/office/officeart/2005/8/layout/hierarchy1"/>
    <dgm:cxn modelId="{7C4E6E78-AF93-45CC-BB16-FB7DC0B009FA}" type="presParOf" srcId="{05047131-7C9A-4566-A761-FA7E72FFE075}" destId="{A862293B-3C97-46C1-A7A9-39A1FA9C1ADE}" srcOrd="1" destOrd="0" presId="urn:microsoft.com/office/officeart/2005/8/layout/hierarchy1"/>
    <dgm:cxn modelId="{BFC894EB-A7D2-4A0E-B2DE-699B08F8309A}" type="presParOf" srcId="{A710DCBC-43A5-45DC-BB05-C4798C2C0A5B}" destId="{AE752843-5F3B-43BD-A218-BBD1CB25944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DF5329-46A1-4944-AFA9-8F8D763728F2}">
      <dsp:nvSpPr>
        <dsp:cNvPr id="0" name=""/>
        <dsp:cNvSpPr/>
      </dsp:nvSpPr>
      <dsp:spPr>
        <a:xfrm>
          <a:off x="4268793" y="1267895"/>
          <a:ext cx="496009" cy="2360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864"/>
              </a:lnTo>
              <a:lnTo>
                <a:pt x="496009" y="160864"/>
              </a:lnTo>
              <a:lnTo>
                <a:pt x="496009" y="236055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4B0DFA-86FF-47B5-86BF-063CAD16807D}">
      <dsp:nvSpPr>
        <dsp:cNvPr id="0" name=""/>
        <dsp:cNvSpPr/>
      </dsp:nvSpPr>
      <dsp:spPr>
        <a:xfrm>
          <a:off x="3772784" y="1267895"/>
          <a:ext cx="496009" cy="236055"/>
        </a:xfrm>
        <a:custGeom>
          <a:avLst/>
          <a:gdLst/>
          <a:ahLst/>
          <a:cxnLst/>
          <a:rect l="0" t="0" r="0" b="0"/>
          <a:pathLst>
            <a:path>
              <a:moveTo>
                <a:pt x="496009" y="0"/>
              </a:moveTo>
              <a:lnTo>
                <a:pt x="496009" y="160864"/>
              </a:lnTo>
              <a:lnTo>
                <a:pt x="0" y="160864"/>
              </a:lnTo>
              <a:lnTo>
                <a:pt x="0" y="236055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36DDCF-D976-4507-A7D8-5065FC5A0866}">
      <dsp:nvSpPr>
        <dsp:cNvPr id="0" name=""/>
        <dsp:cNvSpPr/>
      </dsp:nvSpPr>
      <dsp:spPr>
        <a:xfrm>
          <a:off x="3276775" y="516441"/>
          <a:ext cx="992018" cy="2360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864"/>
              </a:lnTo>
              <a:lnTo>
                <a:pt x="992018" y="160864"/>
              </a:lnTo>
              <a:lnTo>
                <a:pt x="992018" y="236055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A9AF6A-5BDF-4FA2-95BF-3E6D79EDBA65}">
      <dsp:nvSpPr>
        <dsp:cNvPr id="0" name=""/>
        <dsp:cNvSpPr/>
      </dsp:nvSpPr>
      <dsp:spPr>
        <a:xfrm>
          <a:off x="3231055" y="516441"/>
          <a:ext cx="91440" cy="23605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6055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2EB1AE-80E4-47BC-90AC-4622CDDFE428}">
      <dsp:nvSpPr>
        <dsp:cNvPr id="0" name=""/>
        <dsp:cNvSpPr/>
      </dsp:nvSpPr>
      <dsp:spPr>
        <a:xfrm>
          <a:off x="2284756" y="2019349"/>
          <a:ext cx="496009" cy="2360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864"/>
              </a:lnTo>
              <a:lnTo>
                <a:pt x="496009" y="160864"/>
              </a:lnTo>
              <a:lnTo>
                <a:pt x="496009" y="236055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348B47-7A9F-47E2-A05B-12B37262FC3C}">
      <dsp:nvSpPr>
        <dsp:cNvPr id="0" name=""/>
        <dsp:cNvSpPr/>
      </dsp:nvSpPr>
      <dsp:spPr>
        <a:xfrm>
          <a:off x="1788747" y="2019349"/>
          <a:ext cx="496009" cy="236055"/>
        </a:xfrm>
        <a:custGeom>
          <a:avLst/>
          <a:gdLst/>
          <a:ahLst/>
          <a:cxnLst/>
          <a:rect l="0" t="0" r="0" b="0"/>
          <a:pathLst>
            <a:path>
              <a:moveTo>
                <a:pt x="496009" y="0"/>
              </a:moveTo>
              <a:lnTo>
                <a:pt x="496009" y="160864"/>
              </a:lnTo>
              <a:lnTo>
                <a:pt x="0" y="160864"/>
              </a:lnTo>
              <a:lnTo>
                <a:pt x="0" y="236055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A57019-C6DF-45F3-85A8-4BBFD90AE503}">
      <dsp:nvSpPr>
        <dsp:cNvPr id="0" name=""/>
        <dsp:cNvSpPr/>
      </dsp:nvSpPr>
      <dsp:spPr>
        <a:xfrm>
          <a:off x="2239036" y="1267895"/>
          <a:ext cx="91440" cy="23605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6055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A0CF27-5DFD-4767-B8D5-8789479E20C2}">
      <dsp:nvSpPr>
        <dsp:cNvPr id="0" name=""/>
        <dsp:cNvSpPr/>
      </dsp:nvSpPr>
      <dsp:spPr>
        <a:xfrm>
          <a:off x="2284756" y="516441"/>
          <a:ext cx="992018" cy="236055"/>
        </a:xfrm>
        <a:custGeom>
          <a:avLst/>
          <a:gdLst/>
          <a:ahLst/>
          <a:cxnLst/>
          <a:rect l="0" t="0" r="0" b="0"/>
          <a:pathLst>
            <a:path>
              <a:moveTo>
                <a:pt x="992018" y="0"/>
              </a:moveTo>
              <a:lnTo>
                <a:pt x="992018" y="160864"/>
              </a:lnTo>
              <a:lnTo>
                <a:pt x="0" y="160864"/>
              </a:lnTo>
              <a:lnTo>
                <a:pt x="0" y="236055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8AFFB3-DDA7-4873-8376-1A9571B90F4B}">
      <dsp:nvSpPr>
        <dsp:cNvPr id="0" name=""/>
        <dsp:cNvSpPr/>
      </dsp:nvSpPr>
      <dsp:spPr>
        <a:xfrm>
          <a:off x="2870949" y="1042"/>
          <a:ext cx="811651" cy="5153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C4C997-A996-4A6E-BC00-1304EFD1A932}">
      <dsp:nvSpPr>
        <dsp:cNvPr id="0" name=""/>
        <dsp:cNvSpPr/>
      </dsp:nvSpPr>
      <dsp:spPr>
        <a:xfrm>
          <a:off x="2961133" y="86716"/>
          <a:ext cx="811651" cy="5153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200" kern="1200" dirty="0"/>
        </a:p>
      </dsp:txBody>
      <dsp:txXfrm>
        <a:off x="2976228" y="101811"/>
        <a:ext cx="781461" cy="485208"/>
      </dsp:txXfrm>
    </dsp:sp>
    <dsp:sp modelId="{D2DE6225-7924-4AC2-BDAC-53082A6EFC0E}">
      <dsp:nvSpPr>
        <dsp:cNvPr id="0" name=""/>
        <dsp:cNvSpPr/>
      </dsp:nvSpPr>
      <dsp:spPr>
        <a:xfrm>
          <a:off x="1878931" y="752496"/>
          <a:ext cx="811651" cy="5153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E792AB-97E0-4E7E-A285-4E6279FD7619}">
      <dsp:nvSpPr>
        <dsp:cNvPr id="0" name=""/>
        <dsp:cNvSpPr/>
      </dsp:nvSpPr>
      <dsp:spPr>
        <a:xfrm>
          <a:off x="1969114" y="838170"/>
          <a:ext cx="811651" cy="5153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200" kern="1200" dirty="0"/>
        </a:p>
      </dsp:txBody>
      <dsp:txXfrm>
        <a:off x="1984209" y="853265"/>
        <a:ext cx="781461" cy="485208"/>
      </dsp:txXfrm>
    </dsp:sp>
    <dsp:sp modelId="{7F113D5F-CA56-45CC-926C-5A43D0B6021B}">
      <dsp:nvSpPr>
        <dsp:cNvPr id="0" name=""/>
        <dsp:cNvSpPr/>
      </dsp:nvSpPr>
      <dsp:spPr>
        <a:xfrm>
          <a:off x="1878931" y="1503950"/>
          <a:ext cx="811651" cy="5153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CD4C7A-59D8-488C-A9A8-6C8E3A5AD228}">
      <dsp:nvSpPr>
        <dsp:cNvPr id="0" name=""/>
        <dsp:cNvSpPr/>
      </dsp:nvSpPr>
      <dsp:spPr>
        <a:xfrm>
          <a:off x="1969114" y="1589624"/>
          <a:ext cx="811651" cy="5153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200" kern="1200" dirty="0"/>
        </a:p>
      </dsp:txBody>
      <dsp:txXfrm>
        <a:off x="1984209" y="1604719"/>
        <a:ext cx="781461" cy="485208"/>
      </dsp:txXfrm>
    </dsp:sp>
    <dsp:sp modelId="{8918889C-C13A-4C42-8710-62AFB2065CC8}">
      <dsp:nvSpPr>
        <dsp:cNvPr id="0" name=""/>
        <dsp:cNvSpPr/>
      </dsp:nvSpPr>
      <dsp:spPr>
        <a:xfrm>
          <a:off x="1382921" y="2255404"/>
          <a:ext cx="811651" cy="5153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184614-3E7D-4D3E-8B4A-A23D96424705}">
      <dsp:nvSpPr>
        <dsp:cNvPr id="0" name=""/>
        <dsp:cNvSpPr/>
      </dsp:nvSpPr>
      <dsp:spPr>
        <a:xfrm>
          <a:off x="1473105" y="2341078"/>
          <a:ext cx="811651" cy="5153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200" kern="1200" dirty="0"/>
        </a:p>
      </dsp:txBody>
      <dsp:txXfrm>
        <a:off x="1488200" y="2356173"/>
        <a:ext cx="781461" cy="485208"/>
      </dsp:txXfrm>
    </dsp:sp>
    <dsp:sp modelId="{1B3191B1-9394-4EE7-BC38-67FD27AA4994}">
      <dsp:nvSpPr>
        <dsp:cNvPr id="0" name=""/>
        <dsp:cNvSpPr/>
      </dsp:nvSpPr>
      <dsp:spPr>
        <a:xfrm>
          <a:off x="2374940" y="2255404"/>
          <a:ext cx="811651" cy="5153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B64C8B-D018-4532-8962-040955A9A71C}">
      <dsp:nvSpPr>
        <dsp:cNvPr id="0" name=""/>
        <dsp:cNvSpPr/>
      </dsp:nvSpPr>
      <dsp:spPr>
        <a:xfrm>
          <a:off x="2465123" y="2341078"/>
          <a:ext cx="811651" cy="5153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200" kern="1200" dirty="0"/>
        </a:p>
      </dsp:txBody>
      <dsp:txXfrm>
        <a:off x="2480218" y="2356173"/>
        <a:ext cx="781461" cy="485208"/>
      </dsp:txXfrm>
    </dsp:sp>
    <dsp:sp modelId="{794D0F37-21A5-402C-9CAD-5C1FBF6FC6F1}">
      <dsp:nvSpPr>
        <dsp:cNvPr id="0" name=""/>
        <dsp:cNvSpPr/>
      </dsp:nvSpPr>
      <dsp:spPr>
        <a:xfrm>
          <a:off x="2870949" y="752496"/>
          <a:ext cx="811651" cy="5153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075215-682A-482F-987B-E35770DEAF21}">
      <dsp:nvSpPr>
        <dsp:cNvPr id="0" name=""/>
        <dsp:cNvSpPr/>
      </dsp:nvSpPr>
      <dsp:spPr>
        <a:xfrm>
          <a:off x="2961133" y="838170"/>
          <a:ext cx="811651" cy="5153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200" kern="1200" dirty="0"/>
        </a:p>
      </dsp:txBody>
      <dsp:txXfrm>
        <a:off x="2976228" y="853265"/>
        <a:ext cx="781461" cy="485208"/>
      </dsp:txXfrm>
    </dsp:sp>
    <dsp:sp modelId="{1B4B55E5-8CD1-44FE-90C7-89AB458CACEA}">
      <dsp:nvSpPr>
        <dsp:cNvPr id="0" name=""/>
        <dsp:cNvSpPr/>
      </dsp:nvSpPr>
      <dsp:spPr>
        <a:xfrm>
          <a:off x="3862967" y="752496"/>
          <a:ext cx="811651" cy="5153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4FEDD1-F2C3-4942-8929-40DD69D6BF22}">
      <dsp:nvSpPr>
        <dsp:cNvPr id="0" name=""/>
        <dsp:cNvSpPr/>
      </dsp:nvSpPr>
      <dsp:spPr>
        <a:xfrm>
          <a:off x="3953151" y="838170"/>
          <a:ext cx="811651" cy="5153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200" kern="1200" dirty="0"/>
        </a:p>
      </dsp:txBody>
      <dsp:txXfrm>
        <a:off x="3968246" y="853265"/>
        <a:ext cx="781461" cy="485208"/>
      </dsp:txXfrm>
    </dsp:sp>
    <dsp:sp modelId="{8257ABB3-5D1D-44E1-921F-A325A0757A87}">
      <dsp:nvSpPr>
        <dsp:cNvPr id="0" name=""/>
        <dsp:cNvSpPr/>
      </dsp:nvSpPr>
      <dsp:spPr>
        <a:xfrm>
          <a:off x="3366958" y="1503950"/>
          <a:ext cx="811651" cy="5153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47FE9B-549D-4A74-A034-F3285430D2E5}">
      <dsp:nvSpPr>
        <dsp:cNvPr id="0" name=""/>
        <dsp:cNvSpPr/>
      </dsp:nvSpPr>
      <dsp:spPr>
        <a:xfrm>
          <a:off x="3457142" y="1589624"/>
          <a:ext cx="811651" cy="5153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200" kern="1200" dirty="0"/>
        </a:p>
      </dsp:txBody>
      <dsp:txXfrm>
        <a:off x="3472237" y="1604719"/>
        <a:ext cx="781461" cy="485208"/>
      </dsp:txXfrm>
    </dsp:sp>
    <dsp:sp modelId="{1004B3C0-D871-4B5D-B8F5-4C7998AC479C}">
      <dsp:nvSpPr>
        <dsp:cNvPr id="0" name=""/>
        <dsp:cNvSpPr/>
      </dsp:nvSpPr>
      <dsp:spPr>
        <a:xfrm>
          <a:off x="4358977" y="1503950"/>
          <a:ext cx="811651" cy="5153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2293B-3C97-46C1-A7A9-39A1FA9C1ADE}">
      <dsp:nvSpPr>
        <dsp:cNvPr id="0" name=""/>
        <dsp:cNvSpPr/>
      </dsp:nvSpPr>
      <dsp:spPr>
        <a:xfrm>
          <a:off x="4449160" y="1589624"/>
          <a:ext cx="811651" cy="5153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200" kern="1200" dirty="0"/>
        </a:p>
      </dsp:txBody>
      <dsp:txXfrm>
        <a:off x="4464255" y="1604719"/>
        <a:ext cx="781461" cy="4852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DF5329-46A1-4944-AFA9-8F8D763728F2}">
      <dsp:nvSpPr>
        <dsp:cNvPr id="0" name=""/>
        <dsp:cNvSpPr/>
      </dsp:nvSpPr>
      <dsp:spPr>
        <a:xfrm>
          <a:off x="5481833" y="1648218"/>
          <a:ext cx="644952" cy="3069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9169"/>
              </a:lnTo>
              <a:lnTo>
                <a:pt x="644952" y="209169"/>
              </a:lnTo>
              <a:lnTo>
                <a:pt x="644952" y="306938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4B0DFA-86FF-47B5-86BF-063CAD16807D}">
      <dsp:nvSpPr>
        <dsp:cNvPr id="0" name=""/>
        <dsp:cNvSpPr/>
      </dsp:nvSpPr>
      <dsp:spPr>
        <a:xfrm>
          <a:off x="4836881" y="1648218"/>
          <a:ext cx="644952" cy="306938"/>
        </a:xfrm>
        <a:custGeom>
          <a:avLst/>
          <a:gdLst/>
          <a:ahLst/>
          <a:cxnLst/>
          <a:rect l="0" t="0" r="0" b="0"/>
          <a:pathLst>
            <a:path>
              <a:moveTo>
                <a:pt x="644952" y="0"/>
              </a:moveTo>
              <a:lnTo>
                <a:pt x="644952" y="209169"/>
              </a:lnTo>
              <a:lnTo>
                <a:pt x="0" y="209169"/>
              </a:lnTo>
              <a:lnTo>
                <a:pt x="0" y="306938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36DDCF-D976-4507-A7D8-5065FC5A0866}">
      <dsp:nvSpPr>
        <dsp:cNvPr id="0" name=""/>
        <dsp:cNvSpPr/>
      </dsp:nvSpPr>
      <dsp:spPr>
        <a:xfrm>
          <a:off x="4191928" y="671115"/>
          <a:ext cx="1289904" cy="3069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9169"/>
              </a:lnTo>
              <a:lnTo>
                <a:pt x="1289904" y="209169"/>
              </a:lnTo>
              <a:lnTo>
                <a:pt x="1289904" y="306938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A9AF6A-5BDF-4FA2-95BF-3E6D79EDBA65}">
      <dsp:nvSpPr>
        <dsp:cNvPr id="0" name=""/>
        <dsp:cNvSpPr/>
      </dsp:nvSpPr>
      <dsp:spPr>
        <a:xfrm>
          <a:off x="4146208" y="671115"/>
          <a:ext cx="91440" cy="3069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6938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2EB1AE-80E4-47BC-90AC-4622CDDFE428}">
      <dsp:nvSpPr>
        <dsp:cNvPr id="0" name=""/>
        <dsp:cNvSpPr/>
      </dsp:nvSpPr>
      <dsp:spPr>
        <a:xfrm>
          <a:off x="2902024" y="2625320"/>
          <a:ext cx="644952" cy="3069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9169"/>
              </a:lnTo>
              <a:lnTo>
                <a:pt x="644952" y="209169"/>
              </a:lnTo>
              <a:lnTo>
                <a:pt x="644952" y="306938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348B47-7A9F-47E2-A05B-12B37262FC3C}">
      <dsp:nvSpPr>
        <dsp:cNvPr id="0" name=""/>
        <dsp:cNvSpPr/>
      </dsp:nvSpPr>
      <dsp:spPr>
        <a:xfrm>
          <a:off x="2257072" y="2625320"/>
          <a:ext cx="644952" cy="306938"/>
        </a:xfrm>
        <a:custGeom>
          <a:avLst/>
          <a:gdLst/>
          <a:ahLst/>
          <a:cxnLst/>
          <a:rect l="0" t="0" r="0" b="0"/>
          <a:pathLst>
            <a:path>
              <a:moveTo>
                <a:pt x="644952" y="0"/>
              </a:moveTo>
              <a:lnTo>
                <a:pt x="644952" y="209169"/>
              </a:lnTo>
              <a:lnTo>
                <a:pt x="0" y="209169"/>
              </a:lnTo>
              <a:lnTo>
                <a:pt x="0" y="306938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A57019-C6DF-45F3-85A8-4BBFD90AE503}">
      <dsp:nvSpPr>
        <dsp:cNvPr id="0" name=""/>
        <dsp:cNvSpPr/>
      </dsp:nvSpPr>
      <dsp:spPr>
        <a:xfrm>
          <a:off x="2856304" y="1648218"/>
          <a:ext cx="91440" cy="3069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6938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A0CF27-5DFD-4767-B8D5-8789479E20C2}">
      <dsp:nvSpPr>
        <dsp:cNvPr id="0" name=""/>
        <dsp:cNvSpPr/>
      </dsp:nvSpPr>
      <dsp:spPr>
        <a:xfrm>
          <a:off x="2902024" y="671115"/>
          <a:ext cx="1289904" cy="306938"/>
        </a:xfrm>
        <a:custGeom>
          <a:avLst/>
          <a:gdLst/>
          <a:ahLst/>
          <a:cxnLst/>
          <a:rect l="0" t="0" r="0" b="0"/>
          <a:pathLst>
            <a:path>
              <a:moveTo>
                <a:pt x="1289904" y="0"/>
              </a:moveTo>
              <a:lnTo>
                <a:pt x="1289904" y="209169"/>
              </a:lnTo>
              <a:lnTo>
                <a:pt x="0" y="209169"/>
              </a:lnTo>
              <a:lnTo>
                <a:pt x="0" y="306938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8AFFB3-DDA7-4873-8376-1A9571B90F4B}">
      <dsp:nvSpPr>
        <dsp:cNvPr id="0" name=""/>
        <dsp:cNvSpPr/>
      </dsp:nvSpPr>
      <dsp:spPr>
        <a:xfrm>
          <a:off x="3664240" y="952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C4C997-A996-4A6E-BC00-1304EFD1A932}">
      <dsp:nvSpPr>
        <dsp:cNvPr id="0" name=""/>
        <dsp:cNvSpPr/>
      </dsp:nvSpPr>
      <dsp:spPr>
        <a:xfrm>
          <a:off x="3781504" y="112352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3801132" y="131980"/>
        <a:ext cx="1016120" cy="630907"/>
      </dsp:txXfrm>
    </dsp:sp>
    <dsp:sp modelId="{D2DE6225-7924-4AC2-BDAC-53082A6EFC0E}">
      <dsp:nvSpPr>
        <dsp:cNvPr id="0" name=""/>
        <dsp:cNvSpPr/>
      </dsp:nvSpPr>
      <dsp:spPr>
        <a:xfrm>
          <a:off x="2374336" y="978054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E792AB-97E0-4E7E-A285-4E6279FD7619}">
      <dsp:nvSpPr>
        <dsp:cNvPr id="0" name=""/>
        <dsp:cNvSpPr/>
      </dsp:nvSpPr>
      <dsp:spPr>
        <a:xfrm>
          <a:off x="2491600" y="1089455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2511228" y="1109083"/>
        <a:ext cx="1016120" cy="630907"/>
      </dsp:txXfrm>
    </dsp:sp>
    <dsp:sp modelId="{7F113D5F-CA56-45CC-926C-5A43D0B6021B}">
      <dsp:nvSpPr>
        <dsp:cNvPr id="0" name=""/>
        <dsp:cNvSpPr/>
      </dsp:nvSpPr>
      <dsp:spPr>
        <a:xfrm>
          <a:off x="2374336" y="1955156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CD4C7A-59D8-488C-A9A8-6C8E3A5AD228}">
      <dsp:nvSpPr>
        <dsp:cNvPr id="0" name=""/>
        <dsp:cNvSpPr/>
      </dsp:nvSpPr>
      <dsp:spPr>
        <a:xfrm>
          <a:off x="2491600" y="2066557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2511228" y="2086185"/>
        <a:ext cx="1016120" cy="630907"/>
      </dsp:txXfrm>
    </dsp:sp>
    <dsp:sp modelId="{8918889C-C13A-4C42-8710-62AFB2065CC8}">
      <dsp:nvSpPr>
        <dsp:cNvPr id="0" name=""/>
        <dsp:cNvSpPr/>
      </dsp:nvSpPr>
      <dsp:spPr>
        <a:xfrm>
          <a:off x="1729384" y="2932259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184614-3E7D-4D3E-8B4A-A23D96424705}">
      <dsp:nvSpPr>
        <dsp:cNvPr id="0" name=""/>
        <dsp:cNvSpPr/>
      </dsp:nvSpPr>
      <dsp:spPr>
        <a:xfrm>
          <a:off x="1846648" y="3043660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1866276" y="3063288"/>
        <a:ext cx="1016120" cy="630907"/>
      </dsp:txXfrm>
    </dsp:sp>
    <dsp:sp modelId="{1B3191B1-9394-4EE7-BC38-67FD27AA4994}">
      <dsp:nvSpPr>
        <dsp:cNvPr id="0" name=""/>
        <dsp:cNvSpPr/>
      </dsp:nvSpPr>
      <dsp:spPr>
        <a:xfrm>
          <a:off x="3019288" y="2932259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B64C8B-D018-4532-8962-040955A9A71C}">
      <dsp:nvSpPr>
        <dsp:cNvPr id="0" name=""/>
        <dsp:cNvSpPr/>
      </dsp:nvSpPr>
      <dsp:spPr>
        <a:xfrm>
          <a:off x="3136552" y="3043660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3156180" y="3063288"/>
        <a:ext cx="1016120" cy="630907"/>
      </dsp:txXfrm>
    </dsp:sp>
    <dsp:sp modelId="{794D0F37-21A5-402C-9CAD-5C1FBF6FC6F1}">
      <dsp:nvSpPr>
        <dsp:cNvPr id="0" name=""/>
        <dsp:cNvSpPr/>
      </dsp:nvSpPr>
      <dsp:spPr>
        <a:xfrm>
          <a:off x="3664240" y="978054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075215-682A-482F-987B-E35770DEAF21}">
      <dsp:nvSpPr>
        <dsp:cNvPr id="0" name=""/>
        <dsp:cNvSpPr/>
      </dsp:nvSpPr>
      <dsp:spPr>
        <a:xfrm>
          <a:off x="3781504" y="1089455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3801132" y="1109083"/>
        <a:ext cx="1016120" cy="630907"/>
      </dsp:txXfrm>
    </dsp:sp>
    <dsp:sp modelId="{1B4B55E5-8CD1-44FE-90C7-89AB458CACEA}">
      <dsp:nvSpPr>
        <dsp:cNvPr id="0" name=""/>
        <dsp:cNvSpPr/>
      </dsp:nvSpPr>
      <dsp:spPr>
        <a:xfrm>
          <a:off x="4954145" y="978054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4FEDD1-F2C3-4942-8929-40DD69D6BF22}">
      <dsp:nvSpPr>
        <dsp:cNvPr id="0" name=""/>
        <dsp:cNvSpPr/>
      </dsp:nvSpPr>
      <dsp:spPr>
        <a:xfrm>
          <a:off x="5071409" y="1089455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5091037" y="1109083"/>
        <a:ext cx="1016120" cy="630907"/>
      </dsp:txXfrm>
    </dsp:sp>
    <dsp:sp modelId="{8257ABB3-5D1D-44E1-921F-A325A0757A87}">
      <dsp:nvSpPr>
        <dsp:cNvPr id="0" name=""/>
        <dsp:cNvSpPr/>
      </dsp:nvSpPr>
      <dsp:spPr>
        <a:xfrm>
          <a:off x="4309193" y="1955156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47FE9B-549D-4A74-A034-F3285430D2E5}">
      <dsp:nvSpPr>
        <dsp:cNvPr id="0" name=""/>
        <dsp:cNvSpPr/>
      </dsp:nvSpPr>
      <dsp:spPr>
        <a:xfrm>
          <a:off x="4426457" y="2066557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4446085" y="2086185"/>
        <a:ext cx="1016120" cy="630907"/>
      </dsp:txXfrm>
    </dsp:sp>
    <dsp:sp modelId="{1004B3C0-D871-4B5D-B8F5-4C7998AC479C}">
      <dsp:nvSpPr>
        <dsp:cNvPr id="0" name=""/>
        <dsp:cNvSpPr/>
      </dsp:nvSpPr>
      <dsp:spPr>
        <a:xfrm>
          <a:off x="5599097" y="1955156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2293B-3C97-46C1-A7A9-39A1FA9C1ADE}">
      <dsp:nvSpPr>
        <dsp:cNvPr id="0" name=""/>
        <dsp:cNvSpPr/>
      </dsp:nvSpPr>
      <dsp:spPr>
        <a:xfrm>
          <a:off x="5716361" y="2066557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5735989" y="2086185"/>
        <a:ext cx="1016120" cy="6309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DF5329-46A1-4944-AFA9-8F8D763728F2}">
      <dsp:nvSpPr>
        <dsp:cNvPr id="0" name=""/>
        <dsp:cNvSpPr/>
      </dsp:nvSpPr>
      <dsp:spPr>
        <a:xfrm>
          <a:off x="5481833" y="1648218"/>
          <a:ext cx="644952" cy="3069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9169"/>
              </a:lnTo>
              <a:lnTo>
                <a:pt x="644952" y="209169"/>
              </a:lnTo>
              <a:lnTo>
                <a:pt x="644952" y="306938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4B0DFA-86FF-47B5-86BF-063CAD16807D}">
      <dsp:nvSpPr>
        <dsp:cNvPr id="0" name=""/>
        <dsp:cNvSpPr/>
      </dsp:nvSpPr>
      <dsp:spPr>
        <a:xfrm>
          <a:off x="4836881" y="1648218"/>
          <a:ext cx="644952" cy="306938"/>
        </a:xfrm>
        <a:custGeom>
          <a:avLst/>
          <a:gdLst/>
          <a:ahLst/>
          <a:cxnLst/>
          <a:rect l="0" t="0" r="0" b="0"/>
          <a:pathLst>
            <a:path>
              <a:moveTo>
                <a:pt x="644952" y="0"/>
              </a:moveTo>
              <a:lnTo>
                <a:pt x="644952" y="209169"/>
              </a:lnTo>
              <a:lnTo>
                <a:pt x="0" y="209169"/>
              </a:lnTo>
              <a:lnTo>
                <a:pt x="0" y="306938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36DDCF-D976-4507-A7D8-5065FC5A0866}">
      <dsp:nvSpPr>
        <dsp:cNvPr id="0" name=""/>
        <dsp:cNvSpPr/>
      </dsp:nvSpPr>
      <dsp:spPr>
        <a:xfrm>
          <a:off x="4191928" y="671115"/>
          <a:ext cx="1289904" cy="3069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9169"/>
              </a:lnTo>
              <a:lnTo>
                <a:pt x="1289904" y="209169"/>
              </a:lnTo>
              <a:lnTo>
                <a:pt x="1289904" y="306938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A9AF6A-5BDF-4FA2-95BF-3E6D79EDBA65}">
      <dsp:nvSpPr>
        <dsp:cNvPr id="0" name=""/>
        <dsp:cNvSpPr/>
      </dsp:nvSpPr>
      <dsp:spPr>
        <a:xfrm>
          <a:off x="4146208" y="671115"/>
          <a:ext cx="91440" cy="3069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6938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2EB1AE-80E4-47BC-90AC-4622CDDFE428}">
      <dsp:nvSpPr>
        <dsp:cNvPr id="0" name=""/>
        <dsp:cNvSpPr/>
      </dsp:nvSpPr>
      <dsp:spPr>
        <a:xfrm>
          <a:off x="2902024" y="2625320"/>
          <a:ext cx="644952" cy="3069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9169"/>
              </a:lnTo>
              <a:lnTo>
                <a:pt x="644952" y="209169"/>
              </a:lnTo>
              <a:lnTo>
                <a:pt x="644952" y="306938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348B47-7A9F-47E2-A05B-12B37262FC3C}">
      <dsp:nvSpPr>
        <dsp:cNvPr id="0" name=""/>
        <dsp:cNvSpPr/>
      </dsp:nvSpPr>
      <dsp:spPr>
        <a:xfrm>
          <a:off x="2257072" y="2625320"/>
          <a:ext cx="644952" cy="306938"/>
        </a:xfrm>
        <a:custGeom>
          <a:avLst/>
          <a:gdLst/>
          <a:ahLst/>
          <a:cxnLst/>
          <a:rect l="0" t="0" r="0" b="0"/>
          <a:pathLst>
            <a:path>
              <a:moveTo>
                <a:pt x="644952" y="0"/>
              </a:moveTo>
              <a:lnTo>
                <a:pt x="644952" y="209169"/>
              </a:lnTo>
              <a:lnTo>
                <a:pt x="0" y="209169"/>
              </a:lnTo>
              <a:lnTo>
                <a:pt x="0" y="306938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A57019-C6DF-45F3-85A8-4BBFD90AE503}">
      <dsp:nvSpPr>
        <dsp:cNvPr id="0" name=""/>
        <dsp:cNvSpPr/>
      </dsp:nvSpPr>
      <dsp:spPr>
        <a:xfrm>
          <a:off x="2856304" y="1648218"/>
          <a:ext cx="91440" cy="3069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6938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A0CF27-5DFD-4767-B8D5-8789479E20C2}">
      <dsp:nvSpPr>
        <dsp:cNvPr id="0" name=""/>
        <dsp:cNvSpPr/>
      </dsp:nvSpPr>
      <dsp:spPr>
        <a:xfrm>
          <a:off x="2902024" y="671115"/>
          <a:ext cx="1289904" cy="306938"/>
        </a:xfrm>
        <a:custGeom>
          <a:avLst/>
          <a:gdLst/>
          <a:ahLst/>
          <a:cxnLst/>
          <a:rect l="0" t="0" r="0" b="0"/>
          <a:pathLst>
            <a:path>
              <a:moveTo>
                <a:pt x="1289904" y="0"/>
              </a:moveTo>
              <a:lnTo>
                <a:pt x="1289904" y="209169"/>
              </a:lnTo>
              <a:lnTo>
                <a:pt x="0" y="209169"/>
              </a:lnTo>
              <a:lnTo>
                <a:pt x="0" y="306938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8AFFB3-DDA7-4873-8376-1A9571B90F4B}">
      <dsp:nvSpPr>
        <dsp:cNvPr id="0" name=""/>
        <dsp:cNvSpPr/>
      </dsp:nvSpPr>
      <dsp:spPr>
        <a:xfrm>
          <a:off x="3664240" y="952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C4C997-A996-4A6E-BC00-1304EFD1A932}">
      <dsp:nvSpPr>
        <dsp:cNvPr id="0" name=""/>
        <dsp:cNvSpPr/>
      </dsp:nvSpPr>
      <dsp:spPr>
        <a:xfrm>
          <a:off x="3781504" y="112352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3801132" y="131980"/>
        <a:ext cx="1016120" cy="630907"/>
      </dsp:txXfrm>
    </dsp:sp>
    <dsp:sp modelId="{D2DE6225-7924-4AC2-BDAC-53082A6EFC0E}">
      <dsp:nvSpPr>
        <dsp:cNvPr id="0" name=""/>
        <dsp:cNvSpPr/>
      </dsp:nvSpPr>
      <dsp:spPr>
        <a:xfrm>
          <a:off x="2374336" y="978054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E792AB-97E0-4E7E-A285-4E6279FD7619}">
      <dsp:nvSpPr>
        <dsp:cNvPr id="0" name=""/>
        <dsp:cNvSpPr/>
      </dsp:nvSpPr>
      <dsp:spPr>
        <a:xfrm>
          <a:off x="2491600" y="1089455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2511228" y="1109083"/>
        <a:ext cx="1016120" cy="630907"/>
      </dsp:txXfrm>
    </dsp:sp>
    <dsp:sp modelId="{7F113D5F-CA56-45CC-926C-5A43D0B6021B}">
      <dsp:nvSpPr>
        <dsp:cNvPr id="0" name=""/>
        <dsp:cNvSpPr/>
      </dsp:nvSpPr>
      <dsp:spPr>
        <a:xfrm>
          <a:off x="2374336" y="1955156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CD4C7A-59D8-488C-A9A8-6C8E3A5AD228}">
      <dsp:nvSpPr>
        <dsp:cNvPr id="0" name=""/>
        <dsp:cNvSpPr/>
      </dsp:nvSpPr>
      <dsp:spPr>
        <a:xfrm>
          <a:off x="2491600" y="2066557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2511228" y="2086185"/>
        <a:ext cx="1016120" cy="630907"/>
      </dsp:txXfrm>
    </dsp:sp>
    <dsp:sp modelId="{8918889C-C13A-4C42-8710-62AFB2065CC8}">
      <dsp:nvSpPr>
        <dsp:cNvPr id="0" name=""/>
        <dsp:cNvSpPr/>
      </dsp:nvSpPr>
      <dsp:spPr>
        <a:xfrm>
          <a:off x="1729384" y="2932259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184614-3E7D-4D3E-8B4A-A23D96424705}">
      <dsp:nvSpPr>
        <dsp:cNvPr id="0" name=""/>
        <dsp:cNvSpPr/>
      </dsp:nvSpPr>
      <dsp:spPr>
        <a:xfrm>
          <a:off x="1846648" y="3043660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1866276" y="3063288"/>
        <a:ext cx="1016120" cy="630907"/>
      </dsp:txXfrm>
    </dsp:sp>
    <dsp:sp modelId="{1B3191B1-9394-4EE7-BC38-67FD27AA4994}">
      <dsp:nvSpPr>
        <dsp:cNvPr id="0" name=""/>
        <dsp:cNvSpPr/>
      </dsp:nvSpPr>
      <dsp:spPr>
        <a:xfrm>
          <a:off x="3019288" y="2932259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B64C8B-D018-4532-8962-040955A9A71C}">
      <dsp:nvSpPr>
        <dsp:cNvPr id="0" name=""/>
        <dsp:cNvSpPr/>
      </dsp:nvSpPr>
      <dsp:spPr>
        <a:xfrm>
          <a:off x="3136552" y="3043660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3156180" y="3063288"/>
        <a:ext cx="1016120" cy="630907"/>
      </dsp:txXfrm>
    </dsp:sp>
    <dsp:sp modelId="{794D0F37-21A5-402C-9CAD-5C1FBF6FC6F1}">
      <dsp:nvSpPr>
        <dsp:cNvPr id="0" name=""/>
        <dsp:cNvSpPr/>
      </dsp:nvSpPr>
      <dsp:spPr>
        <a:xfrm>
          <a:off x="3664240" y="978054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075215-682A-482F-987B-E35770DEAF21}">
      <dsp:nvSpPr>
        <dsp:cNvPr id="0" name=""/>
        <dsp:cNvSpPr/>
      </dsp:nvSpPr>
      <dsp:spPr>
        <a:xfrm>
          <a:off x="3781504" y="1089455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3801132" y="1109083"/>
        <a:ext cx="1016120" cy="630907"/>
      </dsp:txXfrm>
    </dsp:sp>
    <dsp:sp modelId="{1B4B55E5-8CD1-44FE-90C7-89AB458CACEA}">
      <dsp:nvSpPr>
        <dsp:cNvPr id="0" name=""/>
        <dsp:cNvSpPr/>
      </dsp:nvSpPr>
      <dsp:spPr>
        <a:xfrm>
          <a:off x="4954145" y="978054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4FEDD1-F2C3-4942-8929-40DD69D6BF22}">
      <dsp:nvSpPr>
        <dsp:cNvPr id="0" name=""/>
        <dsp:cNvSpPr/>
      </dsp:nvSpPr>
      <dsp:spPr>
        <a:xfrm>
          <a:off x="5071409" y="1089455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5091037" y="1109083"/>
        <a:ext cx="1016120" cy="630907"/>
      </dsp:txXfrm>
    </dsp:sp>
    <dsp:sp modelId="{8257ABB3-5D1D-44E1-921F-A325A0757A87}">
      <dsp:nvSpPr>
        <dsp:cNvPr id="0" name=""/>
        <dsp:cNvSpPr/>
      </dsp:nvSpPr>
      <dsp:spPr>
        <a:xfrm>
          <a:off x="4309193" y="1955156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47FE9B-549D-4A74-A034-F3285430D2E5}">
      <dsp:nvSpPr>
        <dsp:cNvPr id="0" name=""/>
        <dsp:cNvSpPr/>
      </dsp:nvSpPr>
      <dsp:spPr>
        <a:xfrm>
          <a:off x="4426457" y="2066557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4446085" y="2086185"/>
        <a:ext cx="1016120" cy="630907"/>
      </dsp:txXfrm>
    </dsp:sp>
    <dsp:sp modelId="{1004B3C0-D871-4B5D-B8F5-4C7998AC479C}">
      <dsp:nvSpPr>
        <dsp:cNvPr id="0" name=""/>
        <dsp:cNvSpPr/>
      </dsp:nvSpPr>
      <dsp:spPr>
        <a:xfrm>
          <a:off x="5599097" y="1955156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2293B-3C97-46C1-A7A9-39A1FA9C1ADE}">
      <dsp:nvSpPr>
        <dsp:cNvPr id="0" name=""/>
        <dsp:cNvSpPr/>
      </dsp:nvSpPr>
      <dsp:spPr>
        <a:xfrm>
          <a:off x="5716361" y="2066557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5735989" y="2086185"/>
        <a:ext cx="1016120" cy="63090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DF5329-46A1-4944-AFA9-8F8D763728F2}">
      <dsp:nvSpPr>
        <dsp:cNvPr id="0" name=""/>
        <dsp:cNvSpPr/>
      </dsp:nvSpPr>
      <dsp:spPr>
        <a:xfrm>
          <a:off x="5481833" y="1648218"/>
          <a:ext cx="644952" cy="3069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9169"/>
              </a:lnTo>
              <a:lnTo>
                <a:pt x="644952" y="209169"/>
              </a:lnTo>
              <a:lnTo>
                <a:pt x="644952" y="306938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4B0DFA-86FF-47B5-86BF-063CAD16807D}">
      <dsp:nvSpPr>
        <dsp:cNvPr id="0" name=""/>
        <dsp:cNvSpPr/>
      </dsp:nvSpPr>
      <dsp:spPr>
        <a:xfrm>
          <a:off x="4836881" y="1648218"/>
          <a:ext cx="644952" cy="306938"/>
        </a:xfrm>
        <a:custGeom>
          <a:avLst/>
          <a:gdLst/>
          <a:ahLst/>
          <a:cxnLst/>
          <a:rect l="0" t="0" r="0" b="0"/>
          <a:pathLst>
            <a:path>
              <a:moveTo>
                <a:pt x="644952" y="0"/>
              </a:moveTo>
              <a:lnTo>
                <a:pt x="644952" y="209169"/>
              </a:lnTo>
              <a:lnTo>
                <a:pt x="0" y="209169"/>
              </a:lnTo>
              <a:lnTo>
                <a:pt x="0" y="306938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36DDCF-D976-4507-A7D8-5065FC5A0866}">
      <dsp:nvSpPr>
        <dsp:cNvPr id="0" name=""/>
        <dsp:cNvSpPr/>
      </dsp:nvSpPr>
      <dsp:spPr>
        <a:xfrm>
          <a:off x="4191928" y="671115"/>
          <a:ext cx="1289904" cy="3069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9169"/>
              </a:lnTo>
              <a:lnTo>
                <a:pt x="1289904" y="209169"/>
              </a:lnTo>
              <a:lnTo>
                <a:pt x="1289904" y="306938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A9AF6A-5BDF-4FA2-95BF-3E6D79EDBA65}">
      <dsp:nvSpPr>
        <dsp:cNvPr id="0" name=""/>
        <dsp:cNvSpPr/>
      </dsp:nvSpPr>
      <dsp:spPr>
        <a:xfrm>
          <a:off x="4146208" y="671115"/>
          <a:ext cx="91440" cy="3069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6938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2EB1AE-80E4-47BC-90AC-4622CDDFE428}">
      <dsp:nvSpPr>
        <dsp:cNvPr id="0" name=""/>
        <dsp:cNvSpPr/>
      </dsp:nvSpPr>
      <dsp:spPr>
        <a:xfrm>
          <a:off x="2902024" y="2625320"/>
          <a:ext cx="644952" cy="3069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9169"/>
              </a:lnTo>
              <a:lnTo>
                <a:pt x="644952" y="209169"/>
              </a:lnTo>
              <a:lnTo>
                <a:pt x="644952" y="306938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348B47-7A9F-47E2-A05B-12B37262FC3C}">
      <dsp:nvSpPr>
        <dsp:cNvPr id="0" name=""/>
        <dsp:cNvSpPr/>
      </dsp:nvSpPr>
      <dsp:spPr>
        <a:xfrm>
          <a:off x="2257072" y="2625320"/>
          <a:ext cx="644952" cy="306938"/>
        </a:xfrm>
        <a:custGeom>
          <a:avLst/>
          <a:gdLst/>
          <a:ahLst/>
          <a:cxnLst/>
          <a:rect l="0" t="0" r="0" b="0"/>
          <a:pathLst>
            <a:path>
              <a:moveTo>
                <a:pt x="644952" y="0"/>
              </a:moveTo>
              <a:lnTo>
                <a:pt x="644952" y="209169"/>
              </a:lnTo>
              <a:lnTo>
                <a:pt x="0" y="209169"/>
              </a:lnTo>
              <a:lnTo>
                <a:pt x="0" y="306938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A57019-C6DF-45F3-85A8-4BBFD90AE503}">
      <dsp:nvSpPr>
        <dsp:cNvPr id="0" name=""/>
        <dsp:cNvSpPr/>
      </dsp:nvSpPr>
      <dsp:spPr>
        <a:xfrm>
          <a:off x="2856304" y="1648218"/>
          <a:ext cx="91440" cy="3069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6938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A0CF27-5DFD-4767-B8D5-8789479E20C2}">
      <dsp:nvSpPr>
        <dsp:cNvPr id="0" name=""/>
        <dsp:cNvSpPr/>
      </dsp:nvSpPr>
      <dsp:spPr>
        <a:xfrm>
          <a:off x="2902024" y="671115"/>
          <a:ext cx="1289904" cy="306938"/>
        </a:xfrm>
        <a:custGeom>
          <a:avLst/>
          <a:gdLst/>
          <a:ahLst/>
          <a:cxnLst/>
          <a:rect l="0" t="0" r="0" b="0"/>
          <a:pathLst>
            <a:path>
              <a:moveTo>
                <a:pt x="1289904" y="0"/>
              </a:moveTo>
              <a:lnTo>
                <a:pt x="1289904" y="209169"/>
              </a:lnTo>
              <a:lnTo>
                <a:pt x="0" y="209169"/>
              </a:lnTo>
              <a:lnTo>
                <a:pt x="0" y="306938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8AFFB3-DDA7-4873-8376-1A9571B90F4B}">
      <dsp:nvSpPr>
        <dsp:cNvPr id="0" name=""/>
        <dsp:cNvSpPr/>
      </dsp:nvSpPr>
      <dsp:spPr>
        <a:xfrm>
          <a:off x="3664240" y="952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C4C997-A996-4A6E-BC00-1304EFD1A932}">
      <dsp:nvSpPr>
        <dsp:cNvPr id="0" name=""/>
        <dsp:cNvSpPr/>
      </dsp:nvSpPr>
      <dsp:spPr>
        <a:xfrm>
          <a:off x="3781504" y="112352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3801132" y="131980"/>
        <a:ext cx="1016120" cy="630907"/>
      </dsp:txXfrm>
    </dsp:sp>
    <dsp:sp modelId="{D2DE6225-7924-4AC2-BDAC-53082A6EFC0E}">
      <dsp:nvSpPr>
        <dsp:cNvPr id="0" name=""/>
        <dsp:cNvSpPr/>
      </dsp:nvSpPr>
      <dsp:spPr>
        <a:xfrm>
          <a:off x="2374336" y="978054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E792AB-97E0-4E7E-A285-4E6279FD7619}">
      <dsp:nvSpPr>
        <dsp:cNvPr id="0" name=""/>
        <dsp:cNvSpPr/>
      </dsp:nvSpPr>
      <dsp:spPr>
        <a:xfrm>
          <a:off x="2491600" y="1089455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2511228" y="1109083"/>
        <a:ext cx="1016120" cy="630907"/>
      </dsp:txXfrm>
    </dsp:sp>
    <dsp:sp modelId="{7F113D5F-CA56-45CC-926C-5A43D0B6021B}">
      <dsp:nvSpPr>
        <dsp:cNvPr id="0" name=""/>
        <dsp:cNvSpPr/>
      </dsp:nvSpPr>
      <dsp:spPr>
        <a:xfrm>
          <a:off x="2374336" y="1955156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CD4C7A-59D8-488C-A9A8-6C8E3A5AD228}">
      <dsp:nvSpPr>
        <dsp:cNvPr id="0" name=""/>
        <dsp:cNvSpPr/>
      </dsp:nvSpPr>
      <dsp:spPr>
        <a:xfrm>
          <a:off x="2491600" y="2066557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2511228" y="2086185"/>
        <a:ext cx="1016120" cy="630907"/>
      </dsp:txXfrm>
    </dsp:sp>
    <dsp:sp modelId="{8918889C-C13A-4C42-8710-62AFB2065CC8}">
      <dsp:nvSpPr>
        <dsp:cNvPr id="0" name=""/>
        <dsp:cNvSpPr/>
      </dsp:nvSpPr>
      <dsp:spPr>
        <a:xfrm>
          <a:off x="1729384" y="2932259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184614-3E7D-4D3E-8B4A-A23D96424705}">
      <dsp:nvSpPr>
        <dsp:cNvPr id="0" name=""/>
        <dsp:cNvSpPr/>
      </dsp:nvSpPr>
      <dsp:spPr>
        <a:xfrm>
          <a:off x="1846648" y="3043660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1866276" y="3063288"/>
        <a:ext cx="1016120" cy="630907"/>
      </dsp:txXfrm>
    </dsp:sp>
    <dsp:sp modelId="{1B3191B1-9394-4EE7-BC38-67FD27AA4994}">
      <dsp:nvSpPr>
        <dsp:cNvPr id="0" name=""/>
        <dsp:cNvSpPr/>
      </dsp:nvSpPr>
      <dsp:spPr>
        <a:xfrm>
          <a:off x="3019288" y="2932259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B64C8B-D018-4532-8962-040955A9A71C}">
      <dsp:nvSpPr>
        <dsp:cNvPr id="0" name=""/>
        <dsp:cNvSpPr/>
      </dsp:nvSpPr>
      <dsp:spPr>
        <a:xfrm>
          <a:off x="3136552" y="3043660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3156180" y="3063288"/>
        <a:ext cx="1016120" cy="630907"/>
      </dsp:txXfrm>
    </dsp:sp>
    <dsp:sp modelId="{794D0F37-21A5-402C-9CAD-5C1FBF6FC6F1}">
      <dsp:nvSpPr>
        <dsp:cNvPr id="0" name=""/>
        <dsp:cNvSpPr/>
      </dsp:nvSpPr>
      <dsp:spPr>
        <a:xfrm>
          <a:off x="3664240" y="978054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075215-682A-482F-987B-E35770DEAF21}">
      <dsp:nvSpPr>
        <dsp:cNvPr id="0" name=""/>
        <dsp:cNvSpPr/>
      </dsp:nvSpPr>
      <dsp:spPr>
        <a:xfrm>
          <a:off x="3781504" y="1089455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3801132" y="1109083"/>
        <a:ext cx="1016120" cy="630907"/>
      </dsp:txXfrm>
    </dsp:sp>
    <dsp:sp modelId="{1B4B55E5-8CD1-44FE-90C7-89AB458CACEA}">
      <dsp:nvSpPr>
        <dsp:cNvPr id="0" name=""/>
        <dsp:cNvSpPr/>
      </dsp:nvSpPr>
      <dsp:spPr>
        <a:xfrm>
          <a:off x="4954145" y="978054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4FEDD1-F2C3-4942-8929-40DD69D6BF22}">
      <dsp:nvSpPr>
        <dsp:cNvPr id="0" name=""/>
        <dsp:cNvSpPr/>
      </dsp:nvSpPr>
      <dsp:spPr>
        <a:xfrm>
          <a:off x="5071409" y="1089455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5091037" y="1109083"/>
        <a:ext cx="1016120" cy="630907"/>
      </dsp:txXfrm>
    </dsp:sp>
    <dsp:sp modelId="{8257ABB3-5D1D-44E1-921F-A325A0757A87}">
      <dsp:nvSpPr>
        <dsp:cNvPr id="0" name=""/>
        <dsp:cNvSpPr/>
      </dsp:nvSpPr>
      <dsp:spPr>
        <a:xfrm>
          <a:off x="4309193" y="1955156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47FE9B-549D-4A74-A034-F3285430D2E5}">
      <dsp:nvSpPr>
        <dsp:cNvPr id="0" name=""/>
        <dsp:cNvSpPr/>
      </dsp:nvSpPr>
      <dsp:spPr>
        <a:xfrm>
          <a:off x="4426457" y="2066557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4446085" y="2086185"/>
        <a:ext cx="1016120" cy="630907"/>
      </dsp:txXfrm>
    </dsp:sp>
    <dsp:sp modelId="{1004B3C0-D871-4B5D-B8F5-4C7998AC479C}">
      <dsp:nvSpPr>
        <dsp:cNvPr id="0" name=""/>
        <dsp:cNvSpPr/>
      </dsp:nvSpPr>
      <dsp:spPr>
        <a:xfrm>
          <a:off x="5599097" y="1955156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2293B-3C97-46C1-A7A9-39A1FA9C1ADE}">
      <dsp:nvSpPr>
        <dsp:cNvPr id="0" name=""/>
        <dsp:cNvSpPr/>
      </dsp:nvSpPr>
      <dsp:spPr>
        <a:xfrm>
          <a:off x="5716361" y="2066557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5735989" y="2086185"/>
        <a:ext cx="1016120" cy="63090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DF5329-46A1-4944-AFA9-8F8D763728F2}">
      <dsp:nvSpPr>
        <dsp:cNvPr id="0" name=""/>
        <dsp:cNvSpPr/>
      </dsp:nvSpPr>
      <dsp:spPr>
        <a:xfrm>
          <a:off x="5481833" y="1648218"/>
          <a:ext cx="644952" cy="3069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9169"/>
              </a:lnTo>
              <a:lnTo>
                <a:pt x="644952" y="209169"/>
              </a:lnTo>
              <a:lnTo>
                <a:pt x="644952" y="306938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4B0DFA-86FF-47B5-86BF-063CAD16807D}">
      <dsp:nvSpPr>
        <dsp:cNvPr id="0" name=""/>
        <dsp:cNvSpPr/>
      </dsp:nvSpPr>
      <dsp:spPr>
        <a:xfrm>
          <a:off x="4836881" y="1648218"/>
          <a:ext cx="644952" cy="306938"/>
        </a:xfrm>
        <a:custGeom>
          <a:avLst/>
          <a:gdLst/>
          <a:ahLst/>
          <a:cxnLst/>
          <a:rect l="0" t="0" r="0" b="0"/>
          <a:pathLst>
            <a:path>
              <a:moveTo>
                <a:pt x="644952" y="0"/>
              </a:moveTo>
              <a:lnTo>
                <a:pt x="644952" y="209169"/>
              </a:lnTo>
              <a:lnTo>
                <a:pt x="0" y="209169"/>
              </a:lnTo>
              <a:lnTo>
                <a:pt x="0" y="306938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36DDCF-D976-4507-A7D8-5065FC5A0866}">
      <dsp:nvSpPr>
        <dsp:cNvPr id="0" name=""/>
        <dsp:cNvSpPr/>
      </dsp:nvSpPr>
      <dsp:spPr>
        <a:xfrm>
          <a:off x="4191928" y="671115"/>
          <a:ext cx="1289904" cy="3069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9169"/>
              </a:lnTo>
              <a:lnTo>
                <a:pt x="1289904" y="209169"/>
              </a:lnTo>
              <a:lnTo>
                <a:pt x="1289904" y="306938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A9AF6A-5BDF-4FA2-95BF-3E6D79EDBA65}">
      <dsp:nvSpPr>
        <dsp:cNvPr id="0" name=""/>
        <dsp:cNvSpPr/>
      </dsp:nvSpPr>
      <dsp:spPr>
        <a:xfrm>
          <a:off x="4146208" y="671115"/>
          <a:ext cx="91440" cy="3069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6938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2EB1AE-80E4-47BC-90AC-4622CDDFE428}">
      <dsp:nvSpPr>
        <dsp:cNvPr id="0" name=""/>
        <dsp:cNvSpPr/>
      </dsp:nvSpPr>
      <dsp:spPr>
        <a:xfrm>
          <a:off x="2902024" y="2625320"/>
          <a:ext cx="644952" cy="3069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9169"/>
              </a:lnTo>
              <a:lnTo>
                <a:pt x="644952" y="209169"/>
              </a:lnTo>
              <a:lnTo>
                <a:pt x="644952" y="306938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348B47-7A9F-47E2-A05B-12B37262FC3C}">
      <dsp:nvSpPr>
        <dsp:cNvPr id="0" name=""/>
        <dsp:cNvSpPr/>
      </dsp:nvSpPr>
      <dsp:spPr>
        <a:xfrm>
          <a:off x="2257072" y="2625320"/>
          <a:ext cx="644952" cy="306938"/>
        </a:xfrm>
        <a:custGeom>
          <a:avLst/>
          <a:gdLst/>
          <a:ahLst/>
          <a:cxnLst/>
          <a:rect l="0" t="0" r="0" b="0"/>
          <a:pathLst>
            <a:path>
              <a:moveTo>
                <a:pt x="644952" y="0"/>
              </a:moveTo>
              <a:lnTo>
                <a:pt x="644952" y="209169"/>
              </a:lnTo>
              <a:lnTo>
                <a:pt x="0" y="209169"/>
              </a:lnTo>
              <a:lnTo>
                <a:pt x="0" y="306938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A57019-C6DF-45F3-85A8-4BBFD90AE503}">
      <dsp:nvSpPr>
        <dsp:cNvPr id="0" name=""/>
        <dsp:cNvSpPr/>
      </dsp:nvSpPr>
      <dsp:spPr>
        <a:xfrm>
          <a:off x="2856304" y="1648218"/>
          <a:ext cx="91440" cy="3069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6938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A0CF27-5DFD-4767-B8D5-8789479E20C2}">
      <dsp:nvSpPr>
        <dsp:cNvPr id="0" name=""/>
        <dsp:cNvSpPr/>
      </dsp:nvSpPr>
      <dsp:spPr>
        <a:xfrm>
          <a:off x="2902024" y="671115"/>
          <a:ext cx="1289904" cy="306938"/>
        </a:xfrm>
        <a:custGeom>
          <a:avLst/>
          <a:gdLst/>
          <a:ahLst/>
          <a:cxnLst/>
          <a:rect l="0" t="0" r="0" b="0"/>
          <a:pathLst>
            <a:path>
              <a:moveTo>
                <a:pt x="1289904" y="0"/>
              </a:moveTo>
              <a:lnTo>
                <a:pt x="1289904" y="209169"/>
              </a:lnTo>
              <a:lnTo>
                <a:pt x="0" y="209169"/>
              </a:lnTo>
              <a:lnTo>
                <a:pt x="0" y="306938"/>
              </a:lnTo>
            </a:path>
          </a:pathLst>
        </a:cu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8AFFB3-DDA7-4873-8376-1A9571B90F4B}">
      <dsp:nvSpPr>
        <dsp:cNvPr id="0" name=""/>
        <dsp:cNvSpPr/>
      </dsp:nvSpPr>
      <dsp:spPr>
        <a:xfrm>
          <a:off x="3664240" y="952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C4C997-A996-4A6E-BC00-1304EFD1A932}">
      <dsp:nvSpPr>
        <dsp:cNvPr id="0" name=""/>
        <dsp:cNvSpPr/>
      </dsp:nvSpPr>
      <dsp:spPr>
        <a:xfrm>
          <a:off x="3781504" y="112352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3801132" y="131980"/>
        <a:ext cx="1016120" cy="630907"/>
      </dsp:txXfrm>
    </dsp:sp>
    <dsp:sp modelId="{D2DE6225-7924-4AC2-BDAC-53082A6EFC0E}">
      <dsp:nvSpPr>
        <dsp:cNvPr id="0" name=""/>
        <dsp:cNvSpPr/>
      </dsp:nvSpPr>
      <dsp:spPr>
        <a:xfrm>
          <a:off x="2374336" y="978054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E792AB-97E0-4E7E-A285-4E6279FD7619}">
      <dsp:nvSpPr>
        <dsp:cNvPr id="0" name=""/>
        <dsp:cNvSpPr/>
      </dsp:nvSpPr>
      <dsp:spPr>
        <a:xfrm>
          <a:off x="2491600" y="1089455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2511228" y="1109083"/>
        <a:ext cx="1016120" cy="630907"/>
      </dsp:txXfrm>
    </dsp:sp>
    <dsp:sp modelId="{7F113D5F-CA56-45CC-926C-5A43D0B6021B}">
      <dsp:nvSpPr>
        <dsp:cNvPr id="0" name=""/>
        <dsp:cNvSpPr/>
      </dsp:nvSpPr>
      <dsp:spPr>
        <a:xfrm>
          <a:off x="2374336" y="1955156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CD4C7A-59D8-488C-A9A8-6C8E3A5AD228}">
      <dsp:nvSpPr>
        <dsp:cNvPr id="0" name=""/>
        <dsp:cNvSpPr/>
      </dsp:nvSpPr>
      <dsp:spPr>
        <a:xfrm>
          <a:off x="2491600" y="2066557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2511228" y="2086185"/>
        <a:ext cx="1016120" cy="630907"/>
      </dsp:txXfrm>
    </dsp:sp>
    <dsp:sp modelId="{8918889C-C13A-4C42-8710-62AFB2065CC8}">
      <dsp:nvSpPr>
        <dsp:cNvPr id="0" name=""/>
        <dsp:cNvSpPr/>
      </dsp:nvSpPr>
      <dsp:spPr>
        <a:xfrm>
          <a:off x="1729384" y="2932259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184614-3E7D-4D3E-8B4A-A23D96424705}">
      <dsp:nvSpPr>
        <dsp:cNvPr id="0" name=""/>
        <dsp:cNvSpPr/>
      </dsp:nvSpPr>
      <dsp:spPr>
        <a:xfrm>
          <a:off x="1846648" y="3043660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1866276" y="3063288"/>
        <a:ext cx="1016120" cy="630907"/>
      </dsp:txXfrm>
    </dsp:sp>
    <dsp:sp modelId="{1B3191B1-9394-4EE7-BC38-67FD27AA4994}">
      <dsp:nvSpPr>
        <dsp:cNvPr id="0" name=""/>
        <dsp:cNvSpPr/>
      </dsp:nvSpPr>
      <dsp:spPr>
        <a:xfrm>
          <a:off x="3019288" y="2932259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B64C8B-D018-4532-8962-040955A9A71C}">
      <dsp:nvSpPr>
        <dsp:cNvPr id="0" name=""/>
        <dsp:cNvSpPr/>
      </dsp:nvSpPr>
      <dsp:spPr>
        <a:xfrm>
          <a:off x="3136552" y="3043660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3156180" y="3063288"/>
        <a:ext cx="1016120" cy="630907"/>
      </dsp:txXfrm>
    </dsp:sp>
    <dsp:sp modelId="{794D0F37-21A5-402C-9CAD-5C1FBF6FC6F1}">
      <dsp:nvSpPr>
        <dsp:cNvPr id="0" name=""/>
        <dsp:cNvSpPr/>
      </dsp:nvSpPr>
      <dsp:spPr>
        <a:xfrm>
          <a:off x="3664240" y="978054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075215-682A-482F-987B-E35770DEAF21}">
      <dsp:nvSpPr>
        <dsp:cNvPr id="0" name=""/>
        <dsp:cNvSpPr/>
      </dsp:nvSpPr>
      <dsp:spPr>
        <a:xfrm>
          <a:off x="3781504" y="1089455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3801132" y="1109083"/>
        <a:ext cx="1016120" cy="630907"/>
      </dsp:txXfrm>
    </dsp:sp>
    <dsp:sp modelId="{1B4B55E5-8CD1-44FE-90C7-89AB458CACEA}">
      <dsp:nvSpPr>
        <dsp:cNvPr id="0" name=""/>
        <dsp:cNvSpPr/>
      </dsp:nvSpPr>
      <dsp:spPr>
        <a:xfrm>
          <a:off x="4954145" y="978054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4FEDD1-F2C3-4942-8929-40DD69D6BF22}">
      <dsp:nvSpPr>
        <dsp:cNvPr id="0" name=""/>
        <dsp:cNvSpPr/>
      </dsp:nvSpPr>
      <dsp:spPr>
        <a:xfrm>
          <a:off x="5071409" y="1089455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5091037" y="1109083"/>
        <a:ext cx="1016120" cy="630907"/>
      </dsp:txXfrm>
    </dsp:sp>
    <dsp:sp modelId="{8257ABB3-5D1D-44E1-921F-A325A0757A87}">
      <dsp:nvSpPr>
        <dsp:cNvPr id="0" name=""/>
        <dsp:cNvSpPr/>
      </dsp:nvSpPr>
      <dsp:spPr>
        <a:xfrm>
          <a:off x="4309193" y="1955156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47FE9B-549D-4A74-A034-F3285430D2E5}">
      <dsp:nvSpPr>
        <dsp:cNvPr id="0" name=""/>
        <dsp:cNvSpPr/>
      </dsp:nvSpPr>
      <dsp:spPr>
        <a:xfrm>
          <a:off x="4426457" y="2066557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4446085" y="2086185"/>
        <a:ext cx="1016120" cy="630907"/>
      </dsp:txXfrm>
    </dsp:sp>
    <dsp:sp modelId="{1004B3C0-D871-4B5D-B8F5-4C7998AC479C}">
      <dsp:nvSpPr>
        <dsp:cNvPr id="0" name=""/>
        <dsp:cNvSpPr/>
      </dsp:nvSpPr>
      <dsp:spPr>
        <a:xfrm>
          <a:off x="5599097" y="1955156"/>
          <a:ext cx="1055376" cy="6701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2293B-3C97-46C1-A7A9-39A1FA9C1ADE}">
      <dsp:nvSpPr>
        <dsp:cNvPr id="0" name=""/>
        <dsp:cNvSpPr/>
      </dsp:nvSpPr>
      <dsp:spPr>
        <a:xfrm>
          <a:off x="5716361" y="2066557"/>
          <a:ext cx="1055376" cy="670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5735989" y="2086185"/>
        <a:ext cx="1016120" cy="6309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87EC7E-195E-4B9E-8077-7795BAB251A3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8E162-BAF6-4273-8361-7D2D16EE5A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8887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6C3F32-8D47-539F-54D3-E8C2EE3D33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A4BC29-6CE2-83F2-8F3A-2FC1FF28CC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20E83E-00CF-1187-EEAD-83BD2BC44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F032D-6BC6-4234-9999-898F413A31C5}" type="datetime1">
              <a:rPr lang="ru-RU" smtClean="0"/>
              <a:pPr/>
              <a:t>18.09.2026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EB2166-322B-8C35-F9BD-EF997DA4A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1E9856-1191-631C-BE88-E4BC09E33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1093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5F2ED1-91D0-62E5-0410-1BEBBF144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3ADDDA-8FDB-451F-43CD-09A322168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F28A8A-F0BF-2D95-4B1B-254A5DA43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DF7E3-8A6C-4E88-BEC3-E1D2045028EB}" type="datetime1">
              <a:rPr lang="ru-RU" smtClean="0"/>
              <a:pPr/>
              <a:t>18.09.2026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01462E-2A24-C4F5-63A0-6015E0EF2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EFA459-5AA6-D7A8-EA1A-9B954BF2B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571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94BAAC-5F9F-208D-2089-DFA4B9F45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18745F-54EF-3874-3C32-63814CDCE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07ED0E-C2AB-CF95-8278-CC467A937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B4978-0867-4AEF-A28C-7086D1853D40}" type="datetime1">
              <a:rPr lang="ru-RU" smtClean="0"/>
              <a:pPr/>
              <a:t>18.09.2026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DA7A41-E9D2-C41C-4061-73EA698C5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F26F45-F719-9BCB-76FC-6EF8E975D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5791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FA7EE4-41C6-F7F1-4240-7E7430AB9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7F8766-FD67-64FE-D06D-AB48A428EB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33AF6F6-DA2F-23C4-7FEC-6BDB1269B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5C2F9C1-EA19-7F74-9726-44A30C843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C949-39BC-4E58-BB44-6E9D9DCE8265}" type="datetime1">
              <a:rPr lang="ru-RU" smtClean="0"/>
              <a:pPr/>
              <a:t>18.09.2026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19972C-F776-B67C-D971-DB68B6883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5F7216-D021-4601-233C-A0400AEFB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2315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9CEA7A-2930-4FDC-CCEE-636AE76DF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66888A0-D052-C113-BB53-47952DA9A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0F3CD14-C0D0-A2BD-7AF3-5B5DCC4F1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B29AD00-CC4E-C0D2-87BA-D7227AE5CD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3B4DE5B-F569-77F1-1F5F-36C420331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C1456CA-3994-07CB-7D4E-C5D024F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1F5D-E0D6-4941-8D1D-462B0D00F7D2}" type="datetime1">
              <a:rPr lang="ru-RU" smtClean="0"/>
              <a:pPr/>
              <a:t>18.09.2026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BE8AD25-5433-C4D1-6FB1-955308ABD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FC97F6F-C4C3-587C-D60E-5B79AD05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8872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2F2E6D-5EB0-828A-5EF6-A421BCB5E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FFF9083-280A-E238-4AF1-E25487FF6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47115-3EDC-4CC6-8FC1-94535E8B4D74}" type="datetime1">
              <a:rPr lang="ru-RU" smtClean="0"/>
              <a:pPr/>
              <a:t>18.09.2026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23E668E-6A13-0F06-34B6-BF41AD10D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7641437-5B5F-D3AA-FC39-0C2C93DE7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4828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EF5ED85-FFE9-1C39-8481-68CF341A9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79DE-9336-4E89-AC78-9AC387CCE782}" type="datetime1">
              <a:rPr lang="ru-RU" smtClean="0"/>
              <a:pPr/>
              <a:t>18.09.2026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9BBBF03-B7F3-95F0-AA7A-56B5565A2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3421FAB-7B43-96E6-3354-E46C33124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2661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69E017-423F-A2ED-1D0F-22C5C0317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8DE569-1379-DDA3-37B6-111C230AD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0D491B7-1F0E-F57B-A801-D8FEEAB0DB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70B6CF7-9D8B-BF26-2D7E-A3D2C7118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7B75-DC03-44F5-AAE7-C73CCAB6C2BC}" type="datetime1">
              <a:rPr lang="ru-RU" smtClean="0"/>
              <a:pPr/>
              <a:t>18.09.2026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0B7644-366A-38E3-9287-50FF986FF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C417A0-DD3E-7840-304E-351920F79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5280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971B2D-C858-F853-FDC1-5D4E7C324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BBE289B-0DD3-AF30-B5A4-1C4ADD3D39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EED147-9278-6BA5-A080-BC93A7AEA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B10351-9E5F-96F7-0F97-135106377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455E1-D86F-4524-9CEC-87627E269D26}" type="datetime1">
              <a:rPr lang="ru-RU" smtClean="0"/>
              <a:pPr/>
              <a:t>18.09.2026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E6586D9-9C40-ED94-C67F-FB0788787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4B7B523-8038-D73C-9B9C-0E09D96FD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4808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AC8A22-43AB-A4E4-1010-EBE6ED24F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6236A49-B149-1330-CA1E-E89D3550E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C3BC95-E013-E0FC-6C9B-F52762224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DAF3C-1D40-43A0-9546-19B445D95B53}" type="datetime1">
              <a:rPr lang="ru-RU" smtClean="0"/>
              <a:pPr/>
              <a:t>18.09.2026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AB22FF-90F7-6829-03D3-55E5C207D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F3774F-7317-7831-B8B3-0796B9FF8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2456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43B3695-A4FA-DD41-3BB8-E4D668FB28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F7AC029-BEA1-E5E1-1524-5FD77C7346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9611D3-E8B4-D473-B526-1F74CFC9D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255E1-D4F8-4E89-8EE8-F10A5968D96D}" type="datetime1">
              <a:rPr lang="ru-RU" smtClean="0"/>
              <a:pPr/>
              <a:t>18.09.2026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87468F-A807-2499-5C62-98C873AD5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B19675-F3C1-2B0D-88E0-E0EA60579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4380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D56741-674D-3D3B-A12F-C89D69E92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8B8572D-42A3-5656-602C-148E2AC5B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802761-D7F7-CD7B-299D-A126259E88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C9D63-57E2-46CF-A7F0-CDF2BC021BD9}" type="datetime1">
              <a:rPr lang="ru-RU" smtClean="0"/>
              <a:pPr/>
              <a:t>18.09.2026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6C0BFB-0BAB-6575-E6CF-AC128A6871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6C4D5E-187A-8CD7-BDD2-E333A1A239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722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bf.edu.au/searching-for-brain-signatures-of-psychiatric-disorders-for-better-diagnosis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://upload.wikimedia.org/wikipedia/commons/b/be/Deep_Blue.jpg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://upload.wikimedia.org/wikipedia/en/b/bd/Fritz_11_Start_2.jp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1F102EC-046D-4612-BAA2-F4EF16CACD7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13860"/>
          <a:stretch/>
        </p:blipFill>
        <p:spPr>
          <a:xfrm>
            <a:off x="3563888" y="3572"/>
            <a:ext cx="5580112" cy="3636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47664" y="4242823"/>
            <a:ext cx="6858000" cy="990600"/>
          </a:xfrm>
        </p:spPr>
        <p:txBody>
          <a:bodyPr>
            <a:normAutofit fontScale="90000"/>
          </a:bodyPr>
          <a:lstStyle/>
          <a:p>
            <a:r>
              <a:rPr lang="ru-RU" sz="4300" b="1" dirty="0"/>
              <a:t>Искусственный интеллект</a:t>
            </a:r>
            <a:r>
              <a:rPr lang="en-US" sz="4300" b="1" dirty="0"/>
              <a:t>: </a:t>
            </a:r>
            <a:r>
              <a:rPr lang="ru-RU" sz="4300" b="1" dirty="0"/>
              <a:t>Алгоритмы поиска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31640" y="5482097"/>
            <a:ext cx="6858000" cy="857251"/>
          </a:xfrm>
        </p:spPr>
        <p:txBody>
          <a:bodyPr/>
          <a:lstStyle/>
          <a:p>
            <a:r>
              <a:rPr lang="ru-RU" dirty="0"/>
              <a:t>Профессор Игорь Александрович Бессмертный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5C68B6-61C2-468F-89AB-4B9F7531AA68}" type="slidenum">
              <a:rPr kumimoji="0" lang="ru-RU" sz="14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2BA6FD6-8485-937D-9605-7F9328168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140732"/>
            <a:ext cx="2400300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Методы поиска: где нужны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ru-RU" dirty="0">
                <a:solidFill>
                  <a:srgbClr val="002060"/>
                </a:solidFill>
              </a:rPr>
              <a:t>Планирование</a:t>
            </a:r>
          </a:p>
          <a:p>
            <a:pPr>
              <a:buFont typeface="Wingdings" pitchFamily="2" charset="2"/>
              <a:buChar char="q"/>
            </a:pPr>
            <a:r>
              <a:rPr lang="ru-RU" dirty="0">
                <a:solidFill>
                  <a:srgbClr val="002060"/>
                </a:solidFill>
              </a:rPr>
              <a:t>Компоновка</a:t>
            </a:r>
          </a:p>
          <a:p>
            <a:pPr>
              <a:buFont typeface="Wingdings" pitchFamily="2" charset="2"/>
              <a:buChar char="q"/>
            </a:pPr>
            <a:r>
              <a:rPr lang="ru-RU" dirty="0">
                <a:solidFill>
                  <a:srgbClr val="002060"/>
                </a:solidFill>
              </a:rPr>
              <a:t>Упорядочение сборки</a:t>
            </a:r>
          </a:p>
          <a:p>
            <a:pPr>
              <a:buFont typeface="Wingdings" pitchFamily="2" charset="2"/>
              <a:buChar char="q"/>
            </a:pPr>
            <a:r>
              <a:rPr lang="ru-RU" dirty="0">
                <a:solidFill>
                  <a:srgbClr val="002060"/>
                </a:solidFill>
              </a:rPr>
              <a:t>Игры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BEAE81F-27EA-DD8C-1870-C103C5D21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58A6-6CF3-4447-8174-7E3892A2E7E3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94191"/>
            <a:ext cx="7886700" cy="1325563"/>
          </a:xfrm>
        </p:spPr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Методы поиска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  <a:p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8A6B0B8-A834-A837-7FD6-7F92E8A2F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58A6-6CF3-4447-8174-7E3892A2E7E3}" type="slidenum">
              <a:rPr lang="ru-RU" smtClean="0"/>
              <a:pPr/>
              <a:t>3</a:t>
            </a:fld>
            <a:endParaRPr lang="ru-RU"/>
          </a:p>
        </p:txBody>
      </p:sp>
      <p:pic>
        <p:nvPicPr>
          <p:cNvPr id="1028" name="Picture 4" descr="Народ на распутье: три неправильных направления России.">
            <a:extLst>
              <a:ext uri="{FF2B5EF4-FFF2-40B4-BE49-F238E27FC236}">
                <a16:creationId xmlns:a16="http://schemas.microsoft.com/office/drawing/2014/main" id="{62F5AA63-8E20-15C0-F56F-D27D798D4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671069"/>
            <a:ext cx="4572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745768-DD6D-8BB3-1CF7-AEAC13783AA4}"/>
              </a:ext>
            </a:extLst>
          </p:cNvPr>
          <p:cNvSpPr txBox="1"/>
          <p:nvPr/>
        </p:nvSpPr>
        <p:spPr>
          <a:xfrm>
            <a:off x="140126" y="4157920"/>
            <a:ext cx="4071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70C0"/>
                </a:solidFill>
              </a:rPr>
              <a:t>https://ru.wikipedia.org/wiki/Перекрёсток_(фильм,_1986)</a:t>
            </a:r>
          </a:p>
        </p:txBody>
      </p:sp>
      <p:pic>
        <p:nvPicPr>
          <p:cNvPr id="1026" name="Picture 2" descr="Как снимали фильм. ">
            <a:extLst>
              <a:ext uri="{FF2B5EF4-FFF2-40B4-BE49-F238E27FC236}">
                <a16:creationId xmlns:a16="http://schemas.microsoft.com/office/drawing/2014/main" id="{56B609A2-5C61-DDE8-4966-4BA9F91D6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68" y="1456084"/>
            <a:ext cx="4803263" cy="2701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3520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-30013"/>
            <a:ext cx="7886700" cy="1325563"/>
          </a:xfrm>
        </p:spPr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Методы поиска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457200" y="1428736"/>
            <a:ext cx="3322712" cy="3224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dirty="0">
                <a:solidFill>
                  <a:srgbClr val="002060"/>
                </a:solidFill>
              </a:rPr>
              <a:t>Дерево решений:</a:t>
            </a:r>
          </a:p>
          <a:p>
            <a:pPr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Не путать с графом!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EE8FA8B-46CF-8B12-8F81-3F26D5F9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58A6-6CF3-4447-8174-7E3892A2E7E3}" type="slidenum">
              <a:rPr lang="ru-RU" smtClean="0">
                <a:solidFill>
                  <a:schemeClr val="tx1"/>
                </a:solidFill>
              </a:rPr>
              <a:pPr/>
              <a:t>4</a:t>
            </a:fld>
            <a:endParaRPr lang="ru-RU" dirty="0">
              <a:solidFill>
                <a:schemeClr val="tx1"/>
              </a:solidFill>
            </a:endParaRPr>
          </a:p>
        </p:txBody>
      </p:sp>
      <p:graphicFrame>
        <p:nvGraphicFramePr>
          <p:cNvPr id="5" name="Схема 4"/>
          <p:cNvGraphicFramePr/>
          <p:nvPr/>
        </p:nvGraphicFramePr>
        <p:xfrm>
          <a:off x="2500266" y="1571612"/>
          <a:ext cx="6643734" cy="2857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85786" y="4786322"/>
            <a:ext cx="77867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002060"/>
                </a:solidFill>
              </a:rPr>
              <a:t>b </a:t>
            </a:r>
            <a:r>
              <a:rPr lang="en-US" sz="2400" b="1" dirty="0">
                <a:solidFill>
                  <a:srgbClr val="002060"/>
                </a:solidFill>
              </a:rPr>
              <a:t>– </a:t>
            </a:r>
            <a:r>
              <a:rPr lang="ru-RU" sz="2400" b="1" dirty="0">
                <a:solidFill>
                  <a:srgbClr val="002060"/>
                </a:solidFill>
              </a:rPr>
              <a:t>коэффициент ветвления</a:t>
            </a:r>
          </a:p>
          <a:p>
            <a:r>
              <a:rPr lang="en-US" sz="2400" b="1" i="1" dirty="0">
                <a:solidFill>
                  <a:srgbClr val="002060"/>
                </a:solidFill>
              </a:rPr>
              <a:t>d </a:t>
            </a:r>
            <a:r>
              <a:rPr lang="en-US" sz="2400" b="1" dirty="0">
                <a:solidFill>
                  <a:srgbClr val="002060"/>
                </a:solidFill>
              </a:rPr>
              <a:t>– </a:t>
            </a:r>
            <a:r>
              <a:rPr lang="ru-RU" sz="2400" b="1" dirty="0">
                <a:solidFill>
                  <a:srgbClr val="002060"/>
                </a:solidFill>
              </a:rPr>
              <a:t>глубина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  <a:r>
              <a:rPr lang="ru-RU" sz="2400" b="1" dirty="0">
                <a:solidFill>
                  <a:srgbClr val="002060"/>
                </a:solidFill>
              </a:rPr>
              <a:t>самого поверхностного решения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m – </a:t>
            </a:r>
            <a:r>
              <a:rPr lang="ru-RU" sz="2400" b="1" dirty="0">
                <a:solidFill>
                  <a:srgbClr val="002060"/>
                </a:solidFill>
              </a:rPr>
              <a:t>максимальная глубина </a:t>
            </a:r>
          </a:p>
          <a:p>
            <a:endParaRPr lang="en-US" sz="2400" b="1" dirty="0">
              <a:solidFill>
                <a:srgbClr val="002060"/>
              </a:solidFill>
            </a:endParaRPr>
          </a:p>
          <a:p>
            <a:r>
              <a:rPr lang="ru-RU" sz="2400" b="1" dirty="0">
                <a:solidFill>
                  <a:srgbClr val="002060"/>
                </a:solidFill>
              </a:rPr>
              <a:t>Число вершин </a:t>
            </a:r>
            <a:r>
              <a:rPr lang="en-US" sz="2400" b="1" dirty="0">
                <a:solidFill>
                  <a:srgbClr val="002060"/>
                </a:solidFill>
              </a:rPr>
              <a:t>           </a:t>
            </a:r>
            <a:r>
              <a:rPr lang="en-US" sz="2400" b="1" i="1" dirty="0">
                <a:solidFill>
                  <a:srgbClr val="002060"/>
                </a:solidFill>
              </a:rPr>
              <a:t>N &lt;= b</a:t>
            </a:r>
            <a:r>
              <a:rPr lang="en-US" sz="2400" b="1" i="1" baseline="30000" dirty="0">
                <a:solidFill>
                  <a:srgbClr val="002060"/>
                </a:solidFill>
              </a:rPr>
              <a:t>m</a:t>
            </a:r>
            <a:endParaRPr lang="ru-RU" sz="2400" b="1" i="1" baseline="300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281" y="-39703"/>
            <a:ext cx="7886700" cy="1325563"/>
          </a:xfrm>
        </p:spPr>
        <p:txBody>
          <a:bodyPr/>
          <a:lstStyle/>
          <a:p>
            <a:r>
              <a:rPr lang="ru-RU" dirty="0" err="1">
                <a:solidFill>
                  <a:srgbClr val="0070C0"/>
                </a:solidFill>
              </a:rPr>
              <a:t>Неинформированный</a:t>
            </a:r>
            <a:r>
              <a:rPr lang="ru-RU" dirty="0">
                <a:solidFill>
                  <a:srgbClr val="0070C0"/>
                </a:solidFill>
              </a:rPr>
              <a:t> Поиск</a:t>
            </a:r>
          </a:p>
        </p:txBody>
      </p:sp>
      <p:sp>
        <p:nvSpPr>
          <p:cNvPr id="19" name="Содержимое 3"/>
          <p:cNvSpPr>
            <a:spLocks noGrp="1"/>
          </p:cNvSpPr>
          <p:nvPr>
            <p:ph idx="1"/>
          </p:nvPr>
        </p:nvSpPr>
        <p:spPr>
          <a:xfrm>
            <a:off x="457200" y="1428736"/>
            <a:ext cx="2757478" cy="100013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dirty="0">
                <a:solidFill>
                  <a:srgbClr val="002060"/>
                </a:solidFill>
              </a:rPr>
              <a:t>Поиск сначала в глубину</a:t>
            </a:r>
          </a:p>
          <a:p>
            <a:pPr>
              <a:buNone/>
            </a:pPr>
            <a:endParaRPr lang="ru-RU" dirty="0"/>
          </a:p>
          <a:p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BCF96C2-F776-4B62-F1B9-83F3B6886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58A6-6CF3-4447-8174-7E3892A2E7E3}" type="slidenum">
              <a:rPr lang="ru-RU" smtClean="0"/>
              <a:pPr/>
              <a:t>5</a:t>
            </a:fld>
            <a:endParaRPr lang="ru-RU"/>
          </a:p>
        </p:txBody>
      </p:sp>
      <p:graphicFrame>
        <p:nvGraphicFramePr>
          <p:cNvPr id="5" name="Схема 4"/>
          <p:cNvGraphicFramePr/>
          <p:nvPr/>
        </p:nvGraphicFramePr>
        <p:xfrm>
          <a:off x="428596" y="1643050"/>
          <a:ext cx="8501122" cy="37147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Стрелка вниз 7"/>
          <p:cNvSpPr/>
          <p:nvPr/>
        </p:nvSpPr>
        <p:spPr>
          <a:xfrm rot="2366184">
            <a:off x="3980945" y="2190054"/>
            <a:ext cx="428628" cy="78357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10" name="Стрелка вниз 9"/>
          <p:cNvSpPr/>
          <p:nvPr/>
        </p:nvSpPr>
        <p:spPr>
          <a:xfrm>
            <a:off x="3286116" y="3214686"/>
            <a:ext cx="428628" cy="692092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11" name="Стрелка вниз 10"/>
          <p:cNvSpPr/>
          <p:nvPr/>
        </p:nvSpPr>
        <p:spPr>
          <a:xfrm rot="2366184">
            <a:off x="2986130" y="3976006"/>
            <a:ext cx="428628" cy="78357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3</a:t>
            </a:r>
          </a:p>
        </p:txBody>
      </p:sp>
      <p:sp>
        <p:nvSpPr>
          <p:cNvPr id="12" name="Стрелка вниз 11"/>
          <p:cNvSpPr/>
          <p:nvPr/>
        </p:nvSpPr>
        <p:spPr>
          <a:xfrm rot="19095264">
            <a:off x="3778317" y="3972289"/>
            <a:ext cx="428628" cy="78357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13" name="Стрелка вниз 12"/>
          <p:cNvSpPr/>
          <p:nvPr/>
        </p:nvSpPr>
        <p:spPr>
          <a:xfrm rot="19095264">
            <a:off x="5135640" y="2257778"/>
            <a:ext cx="428628" cy="78357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6</a:t>
            </a:r>
          </a:p>
        </p:txBody>
      </p:sp>
      <p:sp>
        <p:nvSpPr>
          <p:cNvPr id="16" name="Стрелка вниз 15"/>
          <p:cNvSpPr/>
          <p:nvPr/>
        </p:nvSpPr>
        <p:spPr>
          <a:xfrm>
            <a:off x="4500562" y="2285992"/>
            <a:ext cx="428628" cy="78357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5</a:t>
            </a:r>
          </a:p>
        </p:txBody>
      </p:sp>
      <p:sp>
        <p:nvSpPr>
          <p:cNvPr id="17" name="Стрелка вниз 16"/>
          <p:cNvSpPr/>
          <p:nvPr/>
        </p:nvSpPr>
        <p:spPr>
          <a:xfrm rot="19095264">
            <a:off x="6207209" y="3186472"/>
            <a:ext cx="428628" cy="78357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8</a:t>
            </a:r>
          </a:p>
        </p:txBody>
      </p:sp>
      <p:sp>
        <p:nvSpPr>
          <p:cNvPr id="18" name="Стрелка вниз 17"/>
          <p:cNvSpPr/>
          <p:nvPr/>
        </p:nvSpPr>
        <p:spPr>
          <a:xfrm rot="2720116">
            <a:off x="5287058" y="3179297"/>
            <a:ext cx="428628" cy="78357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720" y="5715016"/>
            <a:ext cx="457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02060"/>
                </a:solidFill>
              </a:rPr>
              <a:t>Временная сложность  </a:t>
            </a:r>
            <a:r>
              <a:rPr lang="en-US" sz="2400" b="1" dirty="0">
                <a:solidFill>
                  <a:srgbClr val="002060"/>
                </a:solidFill>
              </a:rPr>
              <a:t>  O(</a:t>
            </a:r>
            <a:r>
              <a:rPr lang="en-US" sz="2400" b="1" i="1" dirty="0" err="1">
                <a:solidFill>
                  <a:srgbClr val="002060"/>
                </a:solidFill>
              </a:rPr>
              <a:t>b</a:t>
            </a:r>
            <a:r>
              <a:rPr lang="en-US" sz="2400" b="1" i="1" baseline="30000" dirty="0" err="1">
                <a:solidFill>
                  <a:srgbClr val="002060"/>
                </a:solidFill>
              </a:rPr>
              <a:t>m</a:t>
            </a:r>
            <a:r>
              <a:rPr lang="en-US" sz="2400" b="1" i="1" dirty="0">
                <a:solidFill>
                  <a:srgbClr val="002060"/>
                </a:solidFill>
              </a:rPr>
              <a:t>)</a:t>
            </a:r>
            <a:endParaRPr lang="ru-RU" sz="2400" b="1" i="1" dirty="0">
              <a:solidFill>
                <a:srgbClr val="002060"/>
              </a:solidFill>
            </a:endParaRPr>
          </a:p>
          <a:p>
            <a:r>
              <a:rPr lang="ru-RU" sz="2400" b="1" dirty="0" err="1">
                <a:solidFill>
                  <a:srgbClr val="002060"/>
                </a:solidFill>
              </a:rPr>
              <a:t>Пространств.сложность</a:t>
            </a:r>
            <a:r>
              <a:rPr lang="ru-RU" sz="2400" b="1" dirty="0">
                <a:solidFill>
                  <a:srgbClr val="002060"/>
                </a:solidFill>
              </a:rPr>
              <a:t>  </a:t>
            </a:r>
            <a:r>
              <a:rPr lang="en-US" sz="2400" b="1" dirty="0">
                <a:solidFill>
                  <a:srgbClr val="002060"/>
                </a:solidFill>
              </a:rPr>
              <a:t>O(</a:t>
            </a:r>
            <a:r>
              <a:rPr lang="en-US" sz="2400" b="1" i="1" dirty="0" err="1">
                <a:solidFill>
                  <a:srgbClr val="002060"/>
                </a:solidFill>
              </a:rPr>
              <a:t>bm</a:t>
            </a:r>
            <a:r>
              <a:rPr lang="en-US" sz="2400" b="1" i="1" dirty="0">
                <a:solidFill>
                  <a:srgbClr val="002060"/>
                </a:solidFill>
              </a:rPr>
              <a:t>)</a:t>
            </a:r>
            <a:r>
              <a:rPr lang="ru-RU" sz="2400" b="1" dirty="0">
                <a:solidFill>
                  <a:srgbClr val="002060"/>
                </a:solidFill>
              </a:rPr>
              <a:t>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2066" y="5715016"/>
            <a:ext cx="3571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02060"/>
                </a:solidFill>
              </a:rPr>
              <a:t>Полнота            -  Нет</a:t>
            </a:r>
            <a:endParaRPr lang="ru-RU" sz="2400" b="1" i="1" dirty="0">
              <a:solidFill>
                <a:srgbClr val="002060"/>
              </a:solidFill>
            </a:endParaRPr>
          </a:p>
          <a:p>
            <a:r>
              <a:rPr lang="ru-RU" sz="2400" b="1" dirty="0">
                <a:solidFill>
                  <a:srgbClr val="002060"/>
                </a:solidFill>
              </a:rPr>
              <a:t>Оптимальность - Нет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281" y="-60561"/>
            <a:ext cx="7886700" cy="1325563"/>
          </a:xfrm>
        </p:spPr>
        <p:txBody>
          <a:bodyPr/>
          <a:lstStyle/>
          <a:p>
            <a:r>
              <a:rPr lang="ru-RU" dirty="0" err="1">
                <a:solidFill>
                  <a:srgbClr val="0070C0"/>
                </a:solidFill>
              </a:rPr>
              <a:t>Неинформированный</a:t>
            </a:r>
            <a:r>
              <a:rPr lang="ru-RU" dirty="0">
                <a:solidFill>
                  <a:srgbClr val="0070C0"/>
                </a:solidFill>
              </a:rPr>
              <a:t> Поиск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50DCA6B-7DE5-AE11-703D-1E1E1B9B3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58A6-6CF3-4447-8174-7E3892A2E7E3}" type="slidenum">
              <a:rPr lang="ru-RU" smtClean="0"/>
              <a:pPr/>
              <a:t>6</a:t>
            </a:fld>
            <a:endParaRPr lang="ru-RU"/>
          </a:p>
        </p:txBody>
      </p:sp>
      <p:graphicFrame>
        <p:nvGraphicFramePr>
          <p:cNvPr id="5" name="Схема 4"/>
          <p:cNvGraphicFramePr/>
          <p:nvPr/>
        </p:nvGraphicFramePr>
        <p:xfrm>
          <a:off x="428596" y="1643050"/>
          <a:ext cx="8501122" cy="37147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Стрелка вниз 7"/>
          <p:cNvSpPr/>
          <p:nvPr/>
        </p:nvSpPr>
        <p:spPr>
          <a:xfrm rot="2366184">
            <a:off x="3980945" y="2190054"/>
            <a:ext cx="428628" cy="78357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10" name="Стрелка вниз 9"/>
          <p:cNvSpPr/>
          <p:nvPr/>
        </p:nvSpPr>
        <p:spPr>
          <a:xfrm>
            <a:off x="3286116" y="3214686"/>
            <a:ext cx="428628" cy="692092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11" name="Стрелка вниз 10"/>
          <p:cNvSpPr/>
          <p:nvPr/>
        </p:nvSpPr>
        <p:spPr>
          <a:xfrm rot="2366184">
            <a:off x="2986130" y="3976006"/>
            <a:ext cx="428628" cy="78357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7</a:t>
            </a:r>
          </a:p>
        </p:txBody>
      </p:sp>
      <p:sp>
        <p:nvSpPr>
          <p:cNvPr id="12" name="Стрелка вниз 11"/>
          <p:cNvSpPr/>
          <p:nvPr/>
        </p:nvSpPr>
        <p:spPr>
          <a:xfrm rot="19095264">
            <a:off x="3778317" y="3972289"/>
            <a:ext cx="428628" cy="78357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8</a:t>
            </a:r>
          </a:p>
        </p:txBody>
      </p:sp>
      <p:sp>
        <p:nvSpPr>
          <p:cNvPr id="13" name="Стрелка вниз 12"/>
          <p:cNvSpPr/>
          <p:nvPr/>
        </p:nvSpPr>
        <p:spPr>
          <a:xfrm rot="19095264">
            <a:off x="5135640" y="2257778"/>
            <a:ext cx="428628" cy="78357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3</a:t>
            </a:r>
          </a:p>
        </p:txBody>
      </p:sp>
      <p:sp>
        <p:nvSpPr>
          <p:cNvPr id="16" name="Стрелка вниз 15"/>
          <p:cNvSpPr/>
          <p:nvPr/>
        </p:nvSpPr>
        <p:spPr>
          <a:xfrm>
            <a:off x="4500562" y="2285992"/>
            <a:ext cx="428628" cy="78357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17" name="Стрелка вниз 16"/>
          <p:cNvSpPr/>
          <p:nvPr/>
        </p:nvSpPr>
        <p:spPr>
          <a:xfrm rot="19095264">
            <a:off x="6207209" y="3186472"/>
            <a:ext cx="428628" cy="78357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6</a:t>
            </a:r>
          </a:p>
        </p:txBody>
      </p:sp>
      <p:sp>
        <p:nvSpPr>
          <p:cNvPr id="18" name="Стрелка вниз 17"/>
          <p:cNvSpPr/>
          <p:nvPr/>
        </p:nvSpPr>
        <p:spPr>
          <a:xfrm rot="2720116">
            <a:off x="5287058" y="3179297"/>
            <a:ext cx="428628" cy="78357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5</a:t>
            </a:r>
          </a:p>
        </p:txBody>
      </p:sp>
      <p:sp>
        <p:nvSpPr>
          <p:cNvPr id="19" name="Содержимое 3"/>
          <p:cNvSpPr txBox="1">
            <a:spLocks/>
          </p:cNvSpPr>
          <p:nvPr/>
        </p:nvSpPr>
        <p:spPr>
          <a:xfrm>
            <a:off x="357158" y="1428736"/>
            <a:ext cx="2757478" cy="1000132"/>
          </a:xfrm>
          <a:prstGeom prst="rect">
            <a:avLst/>
          </a:prstGeom>
        </p:spPr>
        <p:txBody>
          <a:bodyPr vert="horz">
            <a:normAutofit fontScale="85000" lnSpcReduction="10000"/>
          </a:bodyPr>
          <a:lstStyle/>
          <a:p>
            <a:pPr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Поиск сначала в ширину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"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5720" y="5715016"/>
            <a:ext cx="457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02060"/>
                </a:solidFill>
              </a:rPr>
              <a:t>Временная сложность  </a:t>
            </a:r>
            <a:r>
              <a:rPr lang="en-US" sz="2400" b="1" dirty="0">
                <a:solidFill>
                  <a:srgbClr val="002060"/>
                </a:solidFill>
              </a:rPr>
              <a:t>  O(</a:t>
            </a:r>
            <a:r>
              <a:rPr lang="en-US" sz="2400" b="1" i="1" dirty="0" err="1">
                <a:solidFill>
                  <a:srgbClr val="002060"/>
                </a:solidFill>
              </a:rPr>
              <a:t>b</a:t>
            </a:r>
            <a:r>
              <a:rPr lang="en-US" sz="2400" b="1" i="1" baseline="30000" dirty="0" err="1">
                <a:solidFill>
                  <a:srgbClr val="002060"/>
                </a:solidFill>
              </a:rPr>
              <a:t>d</a:t>
            </a:r>
            <a:r>
              <a:rPr lang="ru-RU" sz="2400" b="1" i="1" baseline="30000" dirty="0">
                <a:solidFill>
                  <a:srgbClr val="002060"/>
                </a:solidFill>
              </a:rPr>
              <a:t>+1</a:t>
            </a:r>
            <a:r>
              <a:rPr lang="en-US" sz="2400" b="1" i="1" dirty="0">
                <a:solidFill>
                  <a:srgbClr val="002060"/>
                </a:solidFill>
              </a:rPr>
              <a:t>)</a:t>
            </a:r>
            <a:endParaRPr lang="ru-RU" sz="2400" b="1" i="1" dirty="0">
              <a:solidFill>
                <a:srgbClr val="002060"/>
              </a:solidFill>
            </a:endParaRPr>
          </a:p>
          <a:p>
            <a:r>
              <a:rPr lang="ru-RU" sz="2400" b="1" dirty="0" err="1">
                <a:solidFill>
                  <a:srgbClr val="002060"/>
                </a:solidFill>
              </a:rPr>
              <a:t>Пространств.сложность</a:t>
            </a:r>
            <a:r>
              <a:rPr lang="ru-RU" sz="2400" b="1" dirty="0">
                <a:solidFill>
                  <a:srgbClr val="002060"/>
                </a:solidFill>
              </a:rPr>
              <a:t>  </a:t>
            </a:r>
            <a:r>
              <a:rPr lang="en-US" sz="2400" b="1" dirty="0">
                <a:solidFill>
                  <a:srgbClr val="002060"/>
                </a:solidFill>
              </a:rPr>
              <a:t>O(</a:t>
            </a:r>
            <a:r>
              <a:rPr lang="en-US" sz="2400" b="1" i="1" dirty="0" err="1">
                <a:solidFill>
                  <a:srgbClr val="002060"/>
                </a:solidFill>
              </a:rPr>
              <a:t>b</a:t>
            </a:r>
            <a:r>
              <a:rPr lang="en-US" sz="2400" b="1" i="1" baseline="30000" dirty="0" err="1">
                <a:solidFill>
                  <a:srgbClr val="002060"/>
                </a:solidFill>
              </a:rPr>
              <a:t>d</a:t>
            </a:r>
            <a:r>
              <a:rPr lang="ru-RU" sz="2400" b="1" i="1" baseline="30000" dirty="0">
                <a:solidFill>
                  <a:srgbClr val="002060"/>
                </a:solidFill>
              </a:rPr>
              <a:t>+1</a:t>
            </a:r>
            <a:r>
              <a:rPr lang="en-US" sz="2400" b="1" i="1" dirty="0">
                <a:solidFill>
                  <a:srgbClr val="002060"/>
                </a:solidFill>
              </a:rPr>
              <a:t>)</a:t>
            </a:r>
            <a:r>
              <a:rPr lang="ru-RU" sz="2400" b="1" dirty="0">
                <a:solidFill>
                  <a:srgbClr val="002060"/>
                </a:solidFill>
              </a:rPr>
              <a:t>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2066" y="5715016"/>
            <a:ext cx="3571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02060"/>
                </a:solidFill>
              </a:rPr>
              <a:t>Полнота            -  Да</a:t>
            </a:r>
            <a:endParaRPr lang="ru-RU" sz="2400" b="1" i="1" dirty="0">
              <a:solidFill>
                <a:srgbClr val="002060"/>
              </a:solidFill>
            </a:endParaRPr>
          </a:p>
          <a:p>
            <a:r>
              <a:rPr lang="ru-RU" sz="2400" b="1" dirty="0">
                <a:solidFill>
                  <a:srgbClr val="002060"/>
                </a:solidFill>
              </a:rPr>
              <a:t>Оптимальность - Да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-75422"/>
            <a:ext cx="7886700" cy="1325563"/>
          </a:xfrm>
        </p:spPr>
        <p:txBody>
          <a:bodyPr/>
          <a:lstStyle/>
          <a:p>
            <a:r>
              <a:rPr lang="ru-RU" dirty="0" err="1">
                <a:solidFill>
                  <a:srgbClr val="0070C0"/>
                </a:solidFill>
              </a:rPr>
              <a:t>Неинформированный</a:t>
            </a:r>
            <a:r>
              <a:rPr lang="ru-RU" dirty="0">
                <a:solidFill>
                  <a:srgbClr val="0070C0"/>
                </a:solidFill>
              </a:rPr>
              <a:t> Поиск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031890F-D317-A816-6723-45179DFB1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58A6-6CF3-4447-8174-7E3892A2E7E3}" type="slidenum">
              <a:rPr lang="ru-RU" smtClean="0"/>
              <a:pPr/>
              <a:t>7</a:t>
            </a:fld>
            <a:endParaRPr lang="ru-RU"/>
          </a:p>
        </p:txBody>
      </p:sp>
      <p:graphicFrame>
        <p:nvGraphicFramePr>
          <p:cNvPr id="5" name="Схема 4"/>
          <p:cNvGraphicFramePr/>
          <p:nvPr/>
        </p:nvGraphicFramePr>
        <p:xfrm>
          <a:off x="428596" y="1643050"/>
          <a:ext cx="8501122" cy="37147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Стрелка вниз 7"/>
          <p:cNvSpPr/>
          <p:nvPr/>
        </p:nvSpPr>
        <p:spPr>
          <a:xfrm rot="2366184">
            <a:off x="3980945" y="2190054"/>
            <a:ext cx="428628" cy="78357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10" name="Стрелка вниз 9"/>
          <p:cNvSpPr/>
          <p:nvPr/>
        </p:nvSpPr>
        <p:spPr>
          <a:xfrm>
            <a:off x="3286116" y="3214686"/>
            <a:ext cx="428628" cy="692092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13" name="Стрелка вниз 12"/>
          <p:cNvSpPr/>
          <p:nvPr/>
        </p:nvSpPr>
        <p:spPr>
          <a:xfrm rot="19095264">
            <a:off x="5135640" y="2257778"/>
            <a:ext cx="428628" cy="78357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16" name="Стрелка вниз 15"/>
          <p:cNvSpPr/>
          <p:nvPr/>
        </p:nvSpPr>
        <p:spPr>
          <a:xfrm>
            <a:off x="4500562" y="2285992"/>
            <a:ext cx="428628" cy="78357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3</a:t>
            </a:r>
          </a:p>
        </p:txBody>
      </p:sp>
      <p:sp>
        <p:nvSpPr>
          <p:cNvPr id="17" name="Стрелка вниз 16"/>
          <p:cNvSpPr/>
          <p:nvPr/>
        </p:nvSpPr>
        <p:spPr>
          <a:xfrm rot="19095264">
            <a:off x="6207209" y="3186472"/>
            <a:ext cx="428628" cy="78357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6</a:t>
            </a:r>
          </a:p>
        </p:txBody>
      </p:sp>
      <p:sp>
        <p:nvSpPr>
          <p:cNvPr id="18" name="Стрелка вниз 17"/>
          <p:cNvSpPr/>
          <p:nvPr/>
        </p:nvSpPr>
        <p:spPr>
          <a:xfrm rot="2720116">
            <a:off x="5287058" y="3179297"/>
            <a:ext cx="428628" cy="78357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5</a:t>
            </a:r>
          </a:p>
        </p:txBody>
      </p:sp>
      <p:sp>
        <p:nvSpPr>
          <p:cNvPr id="19" name="Содержимое 3"/>
          <p:cNvSpPr txBox="1">
            <a:spLocks/>
          </p:cNvSpPr>
          <p:nvPr/>
        </p:nvSpPr>
        <p:spPr>
          <a:xfrm>
            <a:off x="357158" y="1428736"/>
            <a:ext cx="2757478" cy="2571768"/>
          </a:xfrm>
          <a:prstGeom prst="rect">
            <a:avLst/>
          </a:prstGeom>
        </p:spPr>
        <p:txBody>
          <a:bodyPr vert="horz">
            <a:normAutofit lnSpcReduction="10000"/>
          </a:bodyPr>
          <a:lstStyle/>
          <a:p>
            <a:pPr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Поиск с ограничением глубины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lvl="0" indent="-342900">
              <a:spcBef>
                <a:spcPct val="20000"/>
              </a:spcBef>
              <a:buClr>
                <a:schemeClr val="accent1"/>
              </a:buClr>
              <a:buSzPct val="70000"/>
            </a:pPr>
            <a:r>
              <a:rPr lang="en-US" sz="3200" i="1" dirty="0">
                <a:solidFill>
                  <a:srgbClr val="002060"/>
                </a:solidFill>
              </a:rPr>
              <a:t>l</a:t>
            </a:r>
            <a:r>
              <a:rPr lang="en-US" sz="3200" dirty="0">
                <a:solidFill>
                  <a:srgbClr val="002060"/>
                </a:solidFill>
              </a:rPr>
              <a:t> – </a:t>
            </a:r>
            <a:r>
              <a:rPr lang="ru-RU" sz="3200" dirty="0">
                <a:solidFill>
                  <a:srgbClr val="002060"/>
                </a:solidFill>
              </a:rPr>
              <a:t>макс.</a:t>
            </a:r>
          </a:p>
          <a:p>
            <a:pPr lvl="0" indent="-342900">
              <a:spcBef>
                <a:spcPct val="20000"/>
              </a:spcBef>
              <a:buClr>
                <a:schemeClr val="accent1"/>
              </a:buClr>
              <a:buSzPct val="70000"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глубина</a:t>
            </a:r>
          </a:p>
          <a:p>
            <a:pPr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"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428596" y="4429132"/>
            <a:ext cx="8143932" cy="71438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85720" y="5715016"/>
            <a:ext cx="457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02060"/>
                </a:solidFill>
              </a:rPr>
              <a:t>Временная сложность  </a:t>
            </a:r>
            <a:r>
              <a:rPr lang="en-US" sz="2400" b="1" dirty="0">
                <a:solidFill>
                  <a:srgbClr val="002060"/>
                </a:solidFill>
              </a:rPr>
              <a:t>  O(</a:t>
            </a:r>
            <a:r>
              <a:rPr lang="en-US" sz="2400" b="1" i="1" dirty="0" err="1">
                <a:solidFill>
                  <a:srgbClr val="002060"/>
                </a:solidFill>
              </a:rPr>
              <a:t>b</a:t>
            </a:r>
            <a:r>
              <a:rPr lang="en-US" sz="2400" b="1" i="1" baseline="30000" dirty="0" err="1">
                <a:solidFill>
                  <a:srgbClr val="002060"/>
                </a:solidFill>
              </a:rPr>
              <a:t>l</a:t>
            </a:r>
            <a:r>
              <a:rPr lang="en-US" sz="2400" b="1" i="1" dirty="0">
                <a:solidFill>
                  <a:srgbClr val="002060"/>
                </a:solidFill>
              </a:rPr>
              <a:t>)</a:t>
            </a:r>
            <a:endParaRPr lang="ru-RU" sz="2400" b="1" i="1" dirty="0">
              <a:solidFill>
                <a:srgbClr val="002060"/>
              </a:solidFill>
            </a:endParaRPr>
          </a:p>
          <a:p>
            <a:r>
              <a:rPr lang="ru-RU" sz="2400" b="1" dirty="0" err="1">
                <a:solidFill>
                  <a:srgbClr val="002060"/>
                </a:solidFill>
              </a:rPr>
              <a:t>Пространств.сложность</a:t>
            </a:r>
            <a:r>
              <a:rPr lang="ru-RU" sz="2400" b="1" dirty="0">
                <a:solidFill>
                  <a:srgbClr val="002060"/>
                </a:solidFill>
              </a:rPr>
              <a:t>  </a:t>
            </a:r>
            <a:r>
              <a:rPr lang="en-US" sz="2400" b="1" dirty="0">
                <a:solidFill>
                  <a:srgbClr val="002060"/>
                </a:solidFill>
              </a:rPr>
              <a:t>O(</a:t>
            </a:r>
            <a:r>
              <a:rPr lang="en-US" sz="2400" b="1" i="1" dirty="0" err="1">
                <a:solidFill>
                  <a:srgbClr val="002060"/>
                </a:solidFill>
              </a:rPr>
              <a:t>bl</a:t>
            </a:r>
            <a:r>
              <a:rPr lang="en-US" sz="2400" b="1" i="1" dirty="0">
                <a:solidFill>
                  <a:srgbClr val="002060"/>
                </a:solidFill>
              </a:rPr>
              <a:t>)</a:t>
            </a:r>
            <a:r>
              <a:rPr lang="ru-RU" sz="2400" b="1" dirty="0">
                <a:solidFill>
                  <a:srgbClr val="002060"/>
                </a:solidFill>
              </a:rPr>
              <a:t>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2066" y="5715016"/>
            <a:ext cx="3571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02060"/>
                </a:solidFill>
              </a:rPr>
              <a:t>Полнота            -  Нет</a:t>
            </a:r>
            <a:endParaRPr lang="ru-RU" sz="2400" b="1" i="1" dirty="0">
              <a:solidFill>
                <a:srgbClr val="002060"/>
              </a:solidFill>
            </a:endParaRPr>
          </a:p>
          <a:p>
            <a:r>
              <a:rPr lang="ru-RU" sz="2400" b="1" dirty="0">
                <a:solidFill>
                  <a:srgbClr val="002060"/>
                </a:solidFill>
              </a:rPr>
              <a:t>Оптимальность - Нет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73" y="-216581"/>
            <a:ext cx="7886700" cy="1325563"/>
          </a:xfrm>
        </p:spPr>
        <p:txBody>
          <a:bodyPr/>
          <a:lstStyle/>
          <a:p>
            <a:r>
              <a:rPr lang="ru-RU" dirty="0" err="1">
                <a:solidFill>
                  <a:srgbClr val="0070C0"/>
                </a:solidFill>
              </a:rPr>
              <a:t>Неинформированный</a:t>
            </a:r>
            <a:r>
              <a:rPr lang="ru-RU" dirty="0">
                <a:solidFill>
                  <a:srgbClr val="0070C0"/>
                </a:solidFill>
              </a:rPr>
              <a:t> Поиск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04E5AD6-CBFB-5ED6-2C46-B3D807031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58A6-6CF3-4447-8174-7E3892A2E7E3}" type="slidenum">
              <a:rPr lang="ru-RU" smtClean="0"/>
              <a:pPr/>
              <a:t>8</a:t>
            </a:fld>
            <a:endParaRPr lang="ru-RU"/>
          </a:p>
        </p:txBody>
      </p:sp>
      <p:graphicFrame>
        <p:nvGraphicFramePr>
          <p:cNvPr id="5" name="Схема 4"/>
          <p:cNvGraphicFramePr/>
          <p:nvPr/>
        </p:nvGraphicFramePr>
        <p:xfrm>
          <a:off x="428596" y="1643050"/>
          <a:ext cx="8501122" cy="37147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Стрелка вниз 7"/>
          <p:cNvSpPr/>
          <p:nvPr/>
        </p:nvSpPr>
        <p:spPr>
          <a:xfrm rot="2366184">
            <a:off x="3700509" y="2118617"/>
            <a:ext cx="428628" cy="78357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10" name="Стрелка вниз 9"/>
          <p:cNvSpPr/>
          <p:nvPr/>
        </p:nvSpPr>
        <p:spPr>
          <a:xfrm>
            <a:off x="3000364" y="3214686"/>
            <a:ext cx="428628" cy="692092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5</a:t>
            </a:r>
          </a:p>
        </p:txBody>
      </p:sp>
      <p:sp>
        <p:nvSpPr>
          <p:cNvPr id="11" name="Стрелка вниз 10"/>
          <p:cNvSpPr/>
          <p:nvPr/>
        </p:nvSpPr>
        <p:spPr>
          <a:xfrm rot="2366184">
            <a:off x="2700377" y="4118881"/>
            <a:ext cx="428628" cy="78357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12</a:t>
            </a:r>
          </a:p>
        </p:txBody>
      </p:sp>
      <p:sp>
        <p:nvSpPr>
          <p:cNvPr id="12" name="Стрелка вниз 11"/>
          <p:cNvSpPr/>
          <p:nvPr/>
        </p:nvSpPr>
        <p:spPr>
          <a:xfrm rot="19095264">
            <a:off x="3778316" y="4115165"/>
            <a:ext cx="428628" cy="78357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13</a:t>
            </a:r>
          </a:p>
        </p:txBody>
      </p:sp>
      <p:sp>
        <p:nvSpPr>
          <p:cNvPr id="13" name="Стрелка вниз 12"/>
          <p:cNvSpPr/>
          <p:nvPr/>
        </p:nvSpPr>
        <p:spPr>
          <a:xfrm rot="19095264">
            <a:off x="5135640" y="2257778"/>
            <a:ext cx="428628" cy="78357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3</a:t>
            </a:r>
          </a:p>
        </p:txBody>
      </p:sp>
      <p:sp>
        <p:nvSpPr>
          <p:cNvPr id="16" name="Стрелка вниз 15"/>
          <p:cNvSpPr/>
          <p:nvPr/>
        </p:nvSpPr>
        <p:spPr>
          <a:xfrm>
            <a:off x="4357686" y="2285992"/>
            <a:ext cx="428628" cy="78357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17" name="Стрелка вниз 16"/>
          <p:cNvSpPr/>
          <p:nvPr/>
        </p:nvSpPr>
        <p:spPr>
          <a:xfrm rot="19095264">
            <a:off x="6207209" y="3186472"/>
            <a:ext cx="428628" cy="78357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18" name="Стрелка вниз 17"/>
          <p:cNvSpPr/>
          <p:nvPr/>
        </p:nvSpPr>
        <p:spPr>
          <a:xfrm rot="2720116">
            <a:off x="5287058" y="3179297"/>
            <a:ext cx="428628" cy="78357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8</a:t>
            </a:r>
          </a:p>
        </p:txBody>
      </p:sp>
      <p:sp>
        <p:nvSpPr>
          <p:cNvPr id="19" name="Содержимое 3"/>
          <p:cNvSpPr txBox="1">
            <a:spLocks/>
          </p:cNvSpPr>
          <p:nvPr/>
        </p:nvSpPr>
        <p:spPr>
          <a:xfrm>
            <a:off x="357158" y="1428736"/>
            <a:ext cx="2757478" cy="1500198"/>
          </a:xfrm>
          <a:prstGeom prst="rect">
            <a:avLst/>
          </a:prstGeom>
        </p:spPr>
        <p:txBody>
          <a:bodyPr vert="horz">
            <a:normAutofit lnSpcReduction="10000"/>
          </a:bodyPr>
          <a:lstStyle/>
          <a:p>
            <a:pPr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Поиск с итеративным углублением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"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Стрелка вниз 13"/>
          <p:cNvSpPr/>
          <p:nvPr/>
        </p:nvSpPr>
        <p:spPr>
          <a:xfrm rot="2366184">
            <a:off x="3852909" y="2271017"/>
            <a:ext cx="428628" cy="78357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15" name="Стрелка вниз 14"/>
          <p:cNvSpPr/>
          <p:nvPr/>
        </p:nvSpPr>
        <p:spPr>
          <a:xfrm>
            <a:off x="4572000" y="2285992"/>
            <a:ext cx="428628" cy="78357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6</a:t>
            </a:r>
          </a:p>
        </p:txBody>
      </p:sp>
      <p:sp>
        <p:nvSpPr>
          <p:cNvPr id="20" name="Стрелка вниз 19"/>
          <p:cNvSpPr/>
          <p:nvPr/>
        </p:nvSpPr>
        <p:spPr>
          <a:xfrm rot="19095264">
            <a:off x="5349953" y="2114902"/>
            <a:ext cx="428628" cy="78357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7</a:t>
            </a:r>
          </a:p>
        </p:txBody>
      </p:sp>
      <p:sp>
        <p:nvSpPr>
          <p:cNvPr id="21" name="Стрелка вниз 20"/>
          <p:cNvSpPr/>
          <p:nvPr/>
        </p:nvSpPr>
        <p:spPr>
          <a:xfrm rot="2366184">
            <a:off x="4005309" y="2423417"/>
            <a:ext cx="428628" cy="78357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10</a:t>
            </a:r>
          </a:p>
        </p:txBody>
      </p:sp>
      <p:sp>
        <p:nvSpPr>
          <p:cNvPr id="22" name="Стрелка вниз 21"/>
          <p:cNvSpPr/>
          <p:nvPr/>
        </p:nvSpPr>
        <p:spPr>
          <a:xfrm>
            <a:off x="3357554" y="3214686"/>
            <a:ext cx="428628" cy="692092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</a:rP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720" y="5715016"/>
            <a:ext cx="457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02060"/>
                </a:solidFill>
              </a:rPr>
              <a:t>Временная сложность  </a:t>
            </a:r>
            <a:r>
              <a:rPr lang="en-US" sz="2400" b="1" dirty="0">
                <a:solidFill>
                  <a:srgbClr val="002060"/>
                </a:solidFill>
              </a:rPr>
              <a:t>  O(</a:t>
            </a:r>
            <a:r>
              <a:rPr lang="en-US" sz="2400" b="1" i="1" dirty="0" err="1">
                <a:solidFill>
                  <a:srgbClr val="002060"/>
                </a:solidFill>
              </a:rPr>
              <a:t>b</a:t>
            </a:r>
            <a:r>
              <a:rPr lang="en-US" sz="2400" b="1" i="1" baseline="30000" dirty="0" err="1">
                <a:solidFill>
                  <a:srgbClr val="002060"/>
                </a:solidFill>
              </a:rPr>
              <a:t>d</a:t>
            </a:r>
            <a:r>
              <a:rPr lang="en-US" sz="2400" b="1" i="1" dirty="0">
                <a:solidFill>
                  <a:srgbClr val="002060"/>
                </a:solidFill>
              </a:rPr>
              <a:t>)</a:t>
            </a:r>
            <a:endParaRPr lang="ru-RU" sz="2400" b="1" i="1" dirty="0">
              <a:solidFill>
                <a:srgbClr val="002060"/>
              </a:solidFill>
            </a:endParaRPr>
          </a:p>
          <a:p>
            <a:r>
              <a:rPr lang="ru-RU" sz="2400" b="1" dirty="0" err="1">
                <a:solidFill>
                  <a:srgbClr val="002060"/>
                </a:solidFill>
              </a:rPr>
              <a:t>Пространств.сложность</a:t>
            </a:r>
            <a:r>
              <a:rPr lang="ru-RU" sz="2400" b="1" dirty="0">
                <a:solidFill>
                  <a:srgbClr val="002060"/>
                </a:solidFill>
              </a:rPr>
              <a:t>  </a:t>
            </a:r>
            <a:r>
              <a:rPr lang="en-US" sz="2400" b="1" dirty="0">
                <a:solidFill>
                  <a:srgbClr val="002060"/>
                </a:solidFill>
              </a:rPr>
              <a:t>O(</a:t>
            </a:r>
            <a:r>
              <a:rPr lang="en-US" sz="2400" b="1" i="1" dirty="0" err="1">
                <a:solidFill>
                  <a:srgbClr val="002060"/>
                </a:solidFill>
              </a:rPr>
              <a:t>bd</a:t>
            </a:r>
            <a:r>
              <a:rPr lang="en-US" sz="2400" b="1" i="1" dirty="0">
                <a:solidFill>
                  <a:srgbClr val="002060"/>
                </a:solidFill>
              </a:rPr>
              <a:t>)</a:t>
            </a:r>
            <a:r>
              <a:rPr lang="ru-RU" sz="2400" b="1" dirty="0">
                <a:solidFill>
                  <a:srgbClr val="002060"/>
                </a:solidFill>
              </a:rPr>
              <a:t>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2066" y="5715016"/>
            <a:ext cx="3571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02060"/>
                </a:solidFill>
              </a:rPr>
              <a:t>Полнота            -  Да</a:t>
            </a:r>
            <a:endParaRPr lang="ru-RU" sz="2400" b="1" i="1" dirty="0">
              <a:solidFill>
                <a:srgbClr val="002060"/>
              </a:solidFill>
            </a:endParaRPr>
          </a:p>
          <a:p>
            <a:r>
              <a:rPr lang="ru-RU" sz="2400" b="1" dirty="0">
                <a:solidFill>
                  <a:srgbClr val="002060"/>
                </a:solidFill>
              </a:rPr>
              <a:t>Оптимальность - Да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14" grpId="0" animBg="1"/>
      <p:bldP spid="15" grpId="0" animBg="1"/>
      <p:bldP spid="20" grpId="0" animBg="1"/>
      <p:bldP spid="21" grpId="0" animBg="1"/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-114139"/>
            <a:ext cx="7886700" cy="1325563"/>
          </a:xfrm>
        </p:spPr>
        <p:txBody>
          <a:bodyPr/>
          <a:lstStyle/>
          <a:p>
            <a:r>
              <a:rPr lang="ru-RU" dirty="0" err="1">
                <a:solidFill>
                  <a:srgbClr val="0070C0"/>
                </a:solidFill>
              </a:rPr>
              <a:t>Неинформированный</a:t>
            </a:r>
            <a:r>
              <a:rPr lang="ru-RU" dirty="0">
                <a:solidFill>
                  <a:srgbClr val="0070C0"/>
                </a:solidFill>
              </a:rPr>
              <a:t> Поиск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1EFAC63-1D65-DB9C-A14A-A192CDDF8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58A6-6CF3-4447-8174-7E3892A2E7E3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19" name="Содержимое 3"/>
          <p:cNvSpPr txBox="1">
            <a:spLocks/>
          </p:cNvSpPr>
          <p:nvPr/>
        </p:nvSpPr>
        <p:spPr>
          <a:xfrm>
            <a:off x="264167" y="1066222"/>
            <a:ext cx="7671226" cy="150019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Двунаправленный поиск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"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78D73C7-BB06-C07C-2476-CC428B05B16C}"/>
              </a:ext>
            </a:extLst>
          </p:cNvPr>
          <p:cNvGrpSpPr/>
          <p:nvPr/>
        </p:nvGrpSpPr>
        <p:grpSpPr>
          <a:xfrm>
            <a:off x="467544" y="1752372"/>
            <a:ext cx="7786742" cy="3929090"/>
            <a:chOff x="500034" y="2500306"/>
            <a:chExt cx="7786742" cy="3929090"/>
          </a:xfrm>
        </p:grpSpPr>
        <p:sp>
          <p:nvSpPr>
            <p:cNvPr id="26" name="Скругленный прямоугольник 25"/>
            <p:cNvSpPr/>
            <p:nvPr/>
          </p:nvSpPr>
          <p:spPr>
            <a:xfrm>
              <a:off x="1071538" y="3786190"/>
              <a:ext cx="928694" cy="50006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старт</a:t>
              </a:r>
            </a:p>
          </p:txBody>
        </p:sp>
        <p:sp>
          <p:nvSpPr>
            <p:cNvPr id="27" name="Скругленный прямоугольник 26"/>
            <p:cNvSpPr/>
            <p:nvPr/>
          </p:nvSpPr>
          <p:spPr>
            <a:xfrm>
              <a:off x="2071670" y="5072074"/>
              <a:ext cx="642942" cy="50006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9" name="Скругленный прямоугольник 28"/>
            <p:cNvSpPr/>
            <p:nvPr/>
          </p:nvSpPr>
          <p:spPr>
            <a:xfrm>
              <a:off x="7500958" y="5143512"/>
              <a:ext cx="642942" cy="50006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0" name="Скругленный прямоугольник 29"/>
            <p:cNvSpPr/>
            <p:nvPr/>
          </p:nvSpPr>
          <p:spPr>
            <a:xfrm>
              <a:off x="7643834" y="2643182"/>
              <a:ext cx="642942" cy="50006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1" name="Скругленный прямоугольник 30"/>
            <p:cNvSpPr/>
            <p:nvPr/>
          </p:nvSpPr>
          <p:spPr>
            <a:xfrm>
              <a:off x="6000760" y="5072074"/>
              <a:ext cx="642942" cy="50006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2" name="Скругленный прямоугольник 31"/>
            <p:cNvSpPr/>
            <p:nvPr/>
          </p:nvSpPr>
          <p:spPr>
            <a:xfrm>
              <a:off x="500034" y="4786322"/>
              <a:ext cx="642942" cy="50006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3" name="Скругленный прямоугольник 32"/>
            <p:cNvSpPr/>
            <p:nvPr/>
          </p:nvSpPr>
          <p:spPr>
            <a:xfrm>
              <a:off x="642910" y="2643182"/>
              <a:ext cx="642942" cy="50006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4" name="Скругленный прямоугольник 33"/>
            <p:cNvSpPr/>
            <p:nvPr/>
          </p:nvSpPr>
          <p:spPr>
            <a:xfrm>
              <a:off x="2214546" y="2571744"/>
              <a:ext cx="642942" cy="50006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5" name="Скругленный прямоугольник 34"/>
            <p:cNvSpPr/>
            <p:nvPr/>
          </p:nvSpPr>
          <p:spPr>
            <a:xfrm>
              <a:off x="6215074" y="2571744"/>
              <a:ext cx="642942" cy="50006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6" name="Скругленный прямоугольник 35"/>
            <p:cNvSpPr/>
            <p:nvPr/>
          </p:nvSpPr>
          <p:spPr>
            <a:xfrm>
              <a:off x="6357950" y="3857628"/>
              <a:ext cx="928694" cy="50006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финиш</a:t>
              </a:r>
            </a:p>
          </p:txBody>
        </p:sp>
        <p:sp>
          <p:nvSpPr>
            <p:cNvPr id="37" name="Скругленный прямоугольник 36"/>
            <p:cNvSpPr/>
            <p:nvPr/>
          </p:nvSpPr>
          <p:spPr>
            <a:xfrm>
              <a:off x="2928926" y="3786190"/>
              <a:ext cx="642942" cy="50006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8" name="Скругленный прямоугольник 37"/>
            <p:cNvSpPr/>
            <p:nvPr/>
          </p:nvSpPr>
          <p:spPr>
            <a:xfrm>
              <a:off x="3214678" y="5929330"/>
              <a:ext cx="642942" cy="50006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9" name="Скругленный прямоугольник 38"/>
            <p:cNvSpPr/>
            <p:nvPr/>
          </p:nvSpPr>
          <p:spPr>
            <a:xfrm>
              <a:off x="4429124" y="5143512"/>
              <a:ext cx="642942" cy="50006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0" name="Скругленный прямоугольник 39"/>
            <p:cNvSpPr/>
            <p:nvPr/>
          </p:nvSpPr>
          <p:spPr>
            <a:xfrm>
              <a:off x="4572000" y="3786190"/>
              <a:ext cx="642942" cy="50006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1" name="Скругленный прямоугольник 40"/>
            <p:cNvSpPr/>
            <p:nvPr/>
          </p:nvSpPr>
          <p:spPr>
            <a:xfrm>
              <a:off x="4286248" y="2500306"/>
              <a:ext cx="642942" cy="50006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cxnSp>
          <p:nvCxnSpPr>
            <p:cNvPr id="43" name="Прямая со стрелкой 42"/>
            <p:cNvCxnSpPr>
              <a:stCxn id="26" idx="0"/>
              <a:endCxn id="33" idx="2"/>
            </p:cNvCxnSpPr>
            <p:nvPr/>
          </p:nvCxnSpPr>
          <p:spPr>
            <a:xfrm rot="16200000" flipV="1">
              <a:off x="928662" y="3178967"/>
              <a:ext cx="642942" cy="57150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 стрелкой 43"/>
            <p:cNvCxnSpPr>
              <a:stCxn id="26" idx="0"/>
              <a:endCxn id="34" idx="2"/>
            </p:cNvCxnSpPr>
            <p:nvPr/>
          </p:nvCxnSpPr>
          <p:spPr>
            <a:xfrm rot="5400000" flipH="1" flipV="1">
              <a:off x="1678761" y="2928934"/>
              <a:ext cx="714380" cy="100013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Прямая со стрелкой 47"/>
            <p:cNvCxnSpPr>
              <a:stCxn id="26" idx="3"/>
              <a:endCxn id="37" idx="1"/>
            </p:cNvCxnSpPr>
            <p:nvPr/>
          </p:nvCxnSpPr>
          <p:spPr>
            <a:xfrm>
              <a:off x="2000232" y="4036223"/>
              <a:ext cx="92869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Прямая со стрелкой 50"/>
            <p:cNvCxnSpPr>
              <a:stCxn id="26" idx="2"/>
              <a:endCxn id="32" idx="0"/>
            </p:cNvCxnSpPr>
            <p:nvPr/>
          </p:nvCxnSpPr>
          <p:spPr>
            <a:xfrm rot="5400000">
              <a:off x="928662" y="4179099"/>
              <a:ext cx="500066" cy="714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Прямая со стрелкой 53"/>
            <p:cNvCxnSpPr>
              <a:stCxn id="26" idx="2"/>
              <a:endCxn id="27" idx="0"/>
            </p:cNvCxnSpPr>
            <p:nvPr/>
          </p:nvCxnSpPr>
          <p:spPr>
            <a:xfrm rot="16200000" flipH="1">
              <a:off x="1571604" y="4250537"/>
              <a:ext cx="785818" cy="8572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Прямая со стрелкой 57"/>
            <p:cNvCxnSpPr>
              <a:stCxn id="27" idx="2"/>
              <a:endCxn id="38" idx="1"/>
            </p:cNvCxnSpPr>
            <p:nvPr/>
          </p:nvCxnSpPr>
          <p:spPr>
            <a:xfrm rot="16200000" flipH="1">
              <a:off x="2500298" y="5464982"/>
              <a:ext cx="607223" cy="82153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Прямая со стрелкой 60"/>
            <p:cNvCxnSpPr>
              <a:stCxn id="37" idx="0"/>
              <a:endCxn id="41" idx="1"/>
            </p:cNvCxnSpPr>
            <p:nvPr/>
          </p:nvCxnSpPr>
          <p:spPr>
            <a:xfrm rot="5400000" flipH="1" flipV="1">
              <a:off x="3250397" y="2750340"/>
              <a:ext cx="1035851" cy="103585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 стрелкой 63"/>
            <p:cNvCxnSpPr>
              <a:endCxn id="39" idx="1"/>
            </p:cNvCxnSpPr>
            <p:nvPr/>
          </p:nvCxnSpPr>
          <p:spPr>
            <a:xfrm rot="16200000" flipH="1">
              <a:off x="3339696" y="4304116"/>
              <a:ext cx="1107289" cy="107156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Прямая со стрелкой 66"/>
            <p:cNvCxnSpPr>
              <a:stCxn id="36" idx="1"/>
              <a:endCxn id="40" idx="3"/>
            </p:cNvCxnSpPr>
            <p:nvPr/>
          </p:nvCxnSpPr>
          <p:spPr>
            <a:xfrm rot="10800000">
              <a:off x="5214942" y="4036223"/>
              <a:ext cx="1143008" cy="7143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Прямая со стрелкой 69"/>
            <p:cNvCxnSpPr>
              <a:stCxn id="36" idx="0"/>
              <a:endCxn id="41" idx="3"/>
            </p:cNvCxnSpPr>
            <p:nvPr/>
          </p:nvCxnSpPr>
          <p:spPr>
            <a:xfrm rot="16200000" flipV="1">
              <a:off x="5322100" y="2357430"/>
              <a:ext cx="1107289" cy="189310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Прямая со стрелкой 72"/>
            <p:cNvCxnSpPr>
              <a:stCxn id="36" idx="0"/>
              <a:endCxn id="35" idx="2"/>
            </p:cNvCxnSpPr>
            <p:nvPr/>
          </p:nvCxnSpPr>
          <p:spPr>
            <a:xfrm rot="16200000" flipV="1">
              <a:off x="6286512" y="3321843"/>
              <a:ext cx="785818" cy="28575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Прямая со стрелкой 75"/>
            <p:cNvCxnSpPr>
              <a:stCxn id="36" idx="3"/>
              <a:endCxn id="30" idx="2"/>
            </p:cNvCxnSpPr>
            <p:nvPr/>
          </p:nvCxnSpPr>
          <p:spPr>
            <a:xfrm flipV="1">
              <a:off x="7286644" y="3143248"/>
              <a:ext cx="678661" cy="96441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Прямая со стрелкой 78"/>
            <p:cNvCxnSpPr>
              <a:stCxn id="36" idx="2"/>
              <a:endCxn id="31" idx="0"/>
            </p:cNvCxnSpPr>
            <p:nvPr/>
          </p:nvCxnSpPr>
          <p:spPr>
            <a:xfrm rot="5400000">
              <a:off x="6215074" y="4464851"/>
              <a:ext cx="714380" cy="50006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Прямая со стрелкой 81"/>
            <p:cNvCxnSpPr>
              <a:stCxn id="36" idx="2"/>
              <a:endCxn id="29" idx="0"/>
            </p:cNvCxnSpPr>
            <p:nvPr/>
          </p:nvCxnSpPr>
          <p:spPr>
            <a:xfrm rot="16200000" flipH="1">
              <a:off x="6929454" y="4250537"/>
              <a:ext cx="785818" cy="100013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TextBox 88"/>
          <p:cNvSpPr txBox="1"/>
          <p:nvPr/>
        </p:nvSpPr>
        <p:spPr>
          <a:xfrm>
            <a:off x="285720" y="5715016"/>
            <a:ext cx="47863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02060"/>
                </a:solidFill>
              </a:rPr>
              <a:t>Временная сложность  </a:t>
            </a:r>
            <a:r>
              <a:rPr lang="en-US" sz="2400" b="1" dirty="0">
                <a:solidFill>
                  <a:srgbClr val="002060"/>
                </a:solidFill>
              </a:rPr>
              <a:t>  O(</a:t>
            </a:r>
            <a:r>
              <a:rPr lang="en-US" sz="2400" b="1" i="1" dirty="0" err="1">
                <a:solidFill>
                  <a:srgbClr val="002060"/>
                </a:solidFill>
              </a:rPr>
              <a:t>b</a:t>
            </a:r>
            <a:r>
              <a:rPr lang="en-US" sz="2400" b="1" i="1" baseline="30000" dirty="0" err="1">
                <a:solidFill>
                  <a:srgbClr val="002060"/>
                </a:solidFill>
              </a:rPr>
              <a:t>d</a:t>
            </a:r>
            <a:r>
              <a:rPr lang="en-US" sz="2400" b="1" i="1" baseline="30000" dirty="0">
                <a:solidFill>
                  <a:srgbClr val="002060"/>
                </a:solidFill>
              </a:rPr>
              <a:t>/2</a:t>
            </a:r>
            <a:r>
              <a:rPr lang="en-US" sz="2400" b="1" i="1" dirty="0">
                <a:solidFill>
                  <a:srgbClr val="002060"/>
                </a:solidFill>
              </a:rPr>
              <a:t>)</a:t>
            </a:r>
            <a:endParaRPr lang="ru-RU" sz="2400" b="1" i="1" dirty="0">
              <a:solidFill>
                <a:srgbClr val="002060"/>
              </a:solidFill>
            </a:endParaRPr>
          </a:p>
          <a:p>
            <a:r>
              <a:rPr lang="ru-RU" sz="2400" b="1" dirty="0" err="1">
                <a:solidFill>
                  <a:srgbClr val="002060"/>
                </a:solidFill>
              </a:rPr>
              <a:t>Пространств.сложность</a:t>
            </a:r>
            <a:r>
              <a:rPr lang="ru-RU" sz="2400" b="1" dirty="0">
                <a:solidFill>
                  <a:srgbClr val="002060"/>
                </a:solidFill>
              </a:rPr>
              <a:t> </a:t>
            </a:r>
            <a:r>
              <a:rPr lang="en-US" sz="2400" b="1" dirty="0">
                <a:solidFill>
                  <a:srgbClr val="002060"/>
                </a:solidFill>
              </a:rPr>
              <a:t> O(</a:t>
            </a:r>
            <a:r>
              <a:rPr lang="en-US" sz="2400" b="1" i="1" dirty="0" err="1">
                <a:solidFill>
                  <a:srgbClr val="002060"/>
                </a:solidFill>
              </a:rPr>
              <a:t>b</a:t>
            </a:r>
            <a:r>
              <a:rPr lang="en-US" sz="2400" b="1" i="1" baseline="30000" dirty="0" err="1">
                <a:solidFill>
                  <a:srgbClr val="002060"/>
                </a:solidFill>
              </a:rPr>
              <a:t>d</a:t>
            </a:r>
            <a:r>
              <a:rPr lang="en-US" sz="2400" b="1" i="1" baseline="30000" dirty="0">
                <a:solidFill>
                  <a:srgbClr val="002060"/>
                </a:solidFill>
              </a:rPr>
              <a:t>/2</a:t>
            </a:r>
            <a:r>
              <a:rPr lang="en-US" sz="2400" b="1" i="1" dirty="0">
                <a:solidFill>
                  <a:srgbClr val="002060"/>
                </a:solidFill>
              </a:rPr>
              <a:t>)</a:t>
            </a:r>
            <a:endParaRPr lang="ru-RU" sz="2400" b="1" dirty="0">
              <a:solidFill>
                <a:srgbClr val="002060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072066" y="5715016"/>
            <a:ext cx="3571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02060"/>
                </a:solidFill>
              </a:rPr>
              <a:t>Полнота            -  Да</a:t>
            </a:r>
            <a:endParaRPr lang="ru-RU" sz="2400" b="1" i="1" dirty="0">
              <a:solidFill>
                <a:srgbClr val="002060"/>
              </a:solidFill>
            </a:endParaRPr>
          </a:p>
          <a:p>
            <a:r>
              <a:rPr lang="ru-RU" sz="2400" b="1" dirty="0">
                <a:solidFill>
                  <a:srgbClr val="002060"/>
                </a:solidFill>
              </a:rPr>
              <a:t>Оптимальность - Да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36524"/>
            <a:ext cx="7886700" cy="1325563"/>
          </a:xfrm>
        </p:spPr>
        <p:txBody>
          <a:bodyPr/>
          <a:lstStyle/>
          <a:p>
            <a:r>
              <a:rPr lang="ru-RU" dirty="0" err="1">
                <a:solidFill>
                  <a:srgbClr val="0070C0"/>
                </a:solidFill>
              </a:rPr>
              <a:t>Неинформированный</a:t>
            </a:r>
            <a:r>
              <a:rPr lang="ru-RU" dirty="0">
                <a:solidFill>
                  <a:srgbClr val="0070C0"/>
                </a:solidFill>
              </a:rPr>
              <a:t> Поиск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E4D8D06-054F-B0AE-F84F-6E86954F9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58A6-6CF3-4447-8174-7E3892A2E7E3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714348" y="1357299"/>
            <a:ext cx="80010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002060"/>
                </a:solidFill>
              </a:rPr>
              <a:t>Сложность поиска в ширину </a:t>
            </a:r>
            <a:r>
              <a:rPr lang="en-US" sz="2800" dirty="0">
                <a:solidFill>
                  <a:srgbClr val="002060"/>
                </a:solidFill>
              </a:rPr>
              <a:t>(</a:t>
            </a:r>
            <a:r>
              <a:rPr lang="en-US" sz="2800" i="1" dirty="0">
                <a:solidFill>
                  <a:srgbClr val="002060"/>
                </a:solidFill>
              </a:rPr>
              <a:t>b</a:t>
            </a:r>
            <a:r>
              <a:rPr lang="en-US" sz="2800" dirty="0">
                <a:solidFill>
                  <a:srgbClr val="002060"/>
                </a:solidFill>
              </a:rPr>
              <a:t> = 10, </a:t>
            </a:r>
            <a:r>
              <a:rPr lang="ru-RU" sz="2800" dirty="0">
                <a:solidFill>
                  <a:srgbClr val="002060"/>
                </a:solidFill>
              </a:rPr>
              <a:t>скорость 10000 узлов/с, память 1000 байт/узел</a:t>
            </a:r>
            <a:endParaRPr lang="ru-RU" dirty="0">
              <a:solidFill>
                <a:srgbClr val="002060"/>
              </a:solidFill>
            </a:endParaRPr>
          </a:p>
        </p:txBody>
      </p:sp>
      <p:graphicFrame>
        <p:nvGraphicFramePr>
          <p:cNvPr id="45" name="Таблица 44"/>
          <p:cNvGraphicFramePr>
            <a:graphicFrameLocks noGrp="1"/>
          </p:cNvGraphicFramePr>
          <p:nvPr/>
        </p:nvGraphicFramePr>
        <p:xfrm>
          <a:off x="928662" y="2428868"/>
          <a:ext cx="6929488" cy="4000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4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2060"/>
                          </a:solidFill>
                        </a:rPr>
                        <a:t>Глубина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2060"/>
                          </a:solidFill>
                        </a:rPr>
                        <a:t>Узлов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2060"/>
                          </a:solidFill>
                        </a:rPr>
                        <a:t>Время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2060"/>
                          </a:solidFill>
                        </a:rPr>
                        <a:t>Память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0.11 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 Мб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111100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11 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106 Мб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10</a:t>
                      </a:r>
                      <a:r>
                        <a:rPr lang="ru-RU" sz="2400" baseline="30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19 мин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10 Гб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10</a:t>
                      </a:r>
                      <a:r>
                        <a:rPr lang="ru-RU" sz="2400" baseline="30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31 час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 Тб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10</a:t>
                      </a:r>
                      <a:r>
                        <a:rPr lang="ru-RU" sz="2400" baseline="30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129 </a:t>
                      </a:r>
                      <a:r>
                        <a:rPr lang="ru-RU" sz="2400" dirty="0" err="1"/>
                        <a:t>сут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101 Тб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10</a:t>
                      </a:r>
                      <a:r>
                        <a:rPr lang="ru-RU" sz="2400" baseline="300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35 лет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10 </a:t>
                      </a:r>
                      <a:r>
                        <a:rPr lang="ru-RU" sz="2400" dirty="0" err="1"/>
                        <a:t>Птб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10</a:t>
                      </a:r>
                      <a:r>
                        <a:rPr lang="ru-RU" sz="2400" baseline="300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3523 года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 </a:t>
                      </a:r>
                      <a:r>
                        <a:rPr lang="ru-RU" sz="2400" dirty="0" err="1"/>
                        <a:t>эксабайт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0022" y="18255"/>
            <a:ext cx="7886700" cy="1325563"/>
          </a:xfrm>
        </p:spPr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Методы поиска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>
                <a:solidFill>
                  <a:srgbClr val="002060"/>
                </a:solidFill>
              </a:rPr>
              <a:t>Основная проблема: комбинаторная сложность</a:t>
            </a:r>
          </a:p>
          <a:p>
            <a:pPr marL="0">
              <a:buNone/>
            </a:pPr>
            <a:endParaRPr lang="ru-RU" dirty="0">
              <a:solidFill>
                <a:srgbClr val="002060"/>
              </a:solidFill>
            </a:endParaRPr>
          </a:p>
          <a:p>
            <a:pPr marL="0">
              <a:buNone/>
            </a:pPr>
            <a:r>
              <a:rPr lang="ru-RU" dirty="0">
                <a:solidFill>
                  <a:srgbClr val="002060"/>
                </a:solidFill>
              </a:rPr>
              <a:t>Задача о 8 ферзях</a:t>
            </a:r>
          </a:p>
          <a:p>
            <a:pPr marL="0">
              <a:buNone/>
            </a:pPr>
            <a:r>
              <a:rPr lang="ru-RU" dirty="0">
                <a:solidFill>
                  <a:srgbClr val="002060"/>
                </a:solidFill>
              </a:rPr>
              <a:t>Число состояний =</a:t>
            </a:r>
          </a:p>
          <a:p>
            <a:pPr marL="0">
              <a:buNone/>
            </a:pPr>
            <a:r>
              <a:rPr lang="ru-RU" dirty="0">
                <a:solidFill>
                  <a:srgbClr val="002060"/>
                </a:solidFill>
              </a:rPr>
              <a:t>64*63*62*…*57 =</a:t>
            </a:r>
          </a:p>
          <a:p>
            <a:pPr marL="0">
              <a:buNone/>
            </a:pPr>
            <a:r>
              <a:rPr lang="ru-RU" dirty="0">
                <a:solidFill>
                  <a:srgbClr val="002060"/>
                </a:solidFill>
              </a:rPr>
              <a:t>= 3*10</a:t>
            </a:r>
            <a:r>
              <a:rPr lang="ru-RU" baseline="30000" dirty="0">
                <a:solidFill>
                  <a:srgbClr val="002060"/>
                </a:solidFill>
              </a:rPr>
              <a:t>14</a:t>
            </a:r>
          </a:p>
          <a:p>
            <a:endParaRPr lang="ru-RU" dirty="0"/>
          </a:p>
          <a:p>
            <a:pPr>
              <a:buNone/>
            </a:pPr>
            <a:endParaRPr lang="ru-RU" dirty="0"/>
          </a:p>
          <a:p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E43A74E-62A6-0FAC-EEDF-9EC8B34F5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58A6-6CF3-4447-8174-7E3892A2E7E3}" type="slidenum">
              <a:rPr lang="ru-RU" smtClean="0"/>
              <a:pPr/>
              <a:t>11</a:t>
            </a:fld>
            <a:endParaRPr lang="ru-RU"/>
          </a:p>
        </p:txBody>
      </p:sp>
      <p:pic>
        <p:nvPicPr>
          <p:cNvPr id="39938" name="Picture 2" descr="Файл:Eight queen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3372" y="2714620"/>
            <a:ext cx="4714908" cy="3357586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0" y="2285992"/>
            <a:ext cx="6000760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>
            <a:outerShdw blurRad="50800" dist="114300" dir="348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</a:rPr>
              <a:t>Шахматы: </a:t>
            </a:r>
          </a:p>
          <a:p>
            <a:r>
              <a:rPr lang="ru-RU" sz="2400" dirty="0">
                <a:solidFill>
                  <a:srgbClr val="002060"/>
                </a:solidFill>
              </a:rPr>
              <a:t>Коэффициент ветвления = 20</a:t>
            </a:r>
          </a:p>
          <a:p>
            <a:r>
              <a:rPr lang="ru-RU" sz="2400" dirty="0">
                <a:solidFill>
                  <a:srgbClr val="002060"/>
                </a:solidFill>
              </a:rPr>
              <a:t>Глубина = 2*40 = 80</a:t>
            </a:r>
          </a:p>
          <a:p>
            <a:endParaRPr lang="ru-RU" sz="2400" dirty="0">
              <a:solidFill>
                <a:srgbClr val="002060"/>
              </a:solidFill>
            </a:endParaRPr>
          </a:p>
          <a:p>
            <a:r>
              <a:rPr lang="ru-RU" sz="2400" dirty="0">
                <a:solidFill>
                  <a:srgbClr val="002060"/>
                </a:solidFill>
              </a:rPr>
              <a:t>Число вершин дерева решений = 20</a:t>
            </a:r>
            <a:r>
              <a:rPr lang="ru-RU" sz="2400" baseline="30000" dirty="0">
                <a:solidFill>
                  <a:srgbClr val="002060"/>
                </a:solidFill>
              </a:rPr>
              <a:t>80</a:t>
            </a:r>
          </a:p>
          <a:p>
            <a:r>
              <a:rPr lang="en-US" sz="2400" dirty="0">
                <a:solidFill>
                  <a:srgbClr val="002060"/>
                </a:solidFill>
              </a:rPr>
              <a:t>~</a:t>
            </a:r>
            <a:r>
              <a:rPr lang="ru-RU" sz="2400" dirty="0">
                <a:solidFill>
                  <a:srgbClr val="002060"/>
                </a:solidFill>
              </a:rPr>
              <a:t>равно числу атомов в Солнечной системе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2910" y="3071810"/>
            <a:ext cx="6643734" cy="19389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>
            <a:outerShdw blurRad="50800" dist="114300" dir="348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</a:rPr>
              <a:t>Игра 23 спички: </a:t>
            </a:r>
          </a:p>
          <a:p>
            <a:r>
              <a:rPr lang="ru-RU" sz="2400" dirty="0">
                <a:solidFill>
                  <a:srgbClr val="002060"/>
                </a:solidFill>
              </a:rPr>
              <a:t>Коэффициент ветвления = 3</a:t>
            </a:r>
          </a:p>
          <a:p>
            <a:r>
              <a:rPr lang="ru-RU" sz="2400" dirty="0">
                <a:solidFill>
                  <a:srgbClr val="002060"/>
                </a:solidFill>
              </a:rPr>
              <a:t>Макс.глубина = 22</a:t>
            </a:r>
          </a:p>
          <a:p>
            <a:endParaRPr lang="ru-RU" sz="2400" dirty="0">
              <a:solidFill>
                <a:srgbClr val="002060"/>
              </a:solidFill>
            </a:endParaRPr>
          </a:p>
          <a:p>
            <a:r>
              <a:rPr lang="ru-RU" sz="2400" dirty="0">
                <a:solidFill>
                  <a:srgbClr val="002060"/>
                </a:solidFill>
              </a:rPr>
              <a:t>Число вершин дерева решений </a:t>
            </a:r>
            <a:r>
              <a:rPr lang="en-US" sz="2400" dirty="0">
                <a:solidFill>
                  <a:srgbClr val="002060"/>
                </a:solidFill>
              </a:rPr>
              <a:t>~</a:t>
            </a:r>
            <a:r>
              <a:rPr lang="ru-RU" sz="2400" dirty="0">
                <a:solidFill>
                  <a:srgbClr val="002060"/>
                </a:solidFill>
              </a:rPr>
              <a:t> 3</a:t>
            </a:r>
            <a:r>
              <a:rPr lang="ru-RU" sz="2400" baseline="30000" dirty="0">
                <a:solidFill>
                  <a:srgbClr val="002060"/>
                </a:solidFill>
              </a:rPr>
              <a:t>11</a:t>
            </a:r>
            <a:r>
              <a:rPr lang="ru-RU" sz="2400" dirty="0">
                <a:solidFill>
                  <a:srgbClr val="002060"/>
                </a:solidFill>
              </a:rPr>
              <a:t> = 177147</a:t>
            </a:r>
            <a:endParaRPr lang="ru-RU" sz="2400" baseline="300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5460" y="-6778"/>
            <a:ext cx="7886700" cy="1325563"/>
          </a:xfrm>
        </p:spPr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Информированный поиск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FBC2649-3DC1-C58D-E32B-E28E62E9B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58A6-6CF3-4447-8174-7E3892A2E7E3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42020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3" name="Group 1"/>
          <p:cNvGrpSpPr>
            <a:grpSpLocks/>
          </p:cNvGrpSpPr>
          <p:nvPr/>
        </p:nvGrpSpPr>
        <p:grpSpPr bwMode="auto">
          <a:xfrm>
            <a:off x="0" y="1142984"/>
            <a:ext cx="8929718" cy="5715016"/>
            <a:chOff x="0" y="0"/>
            <a:chExt cx="8814" cy="5754"/>
          </a:xfrm>
        </p:grpSpPr>
        <p:sp>
          <p:nvSpPr>
            <p:cNvPr id="42019" name="Rectangle 35"/>
            <p:cNvSpPr>
              <a:spLocks noChangeArrowheads="1"/>
            </p:cNvSpPr>
            <p:nvPr/>
          </p:nvSpPr>
          <p:spPr bwMode="auto">
            <a:xfrm>
              <a:off x="0" y="0"/>
              <a:ext cx="8814" cy="575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pSp>
          <p:nvGrpSpPr>
            <p:cNvPr id="4" name="Group 2"/>
            <p:cNvGrpSpPr>
              <a:grpSpLocks/>
            </p:cNvGrpSpPr>
            <p:nvPr/>
          </p:nvGrpSpPr>
          <p:grpSpPr bwMode="auto">
            <a:xfrm>
              <a:off x="357" y="176"/>
              <a:ext cx="7731" cy="5395"/>
              <a:chOff x="357" y="176"/>
              <a:chExt cx="7731" cy="5395"/>
            </a:xfrm>
          </p:grpSpPr>
          <p:sp>
            <p:nvSpPr>
              <p:cNvPr id="42018" name="Text Box 34"/>
              <p:cNvSpPr txBox="1">
                <a:spLocks noChangeArrowheads="1"/>
              </p:cNvSpPr>
              <p:nvPr/>
            </p:nvSpPr>
            <p:spPr bwMode="auto">
              <a:xfrm>
                <a:off x="357" y="2875"/>
                <a:ext cx="715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Рига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017" name="Text Box 33"/>
              <p:cNvSpPr txBox="1">
                <a:spLocks noChangeArrowheads="1"/>
              </p:cNvSpPr>
              <p:nvPr/>
            </p:nvSpPr>
            <p:spPr bwMode="auto">
              <a:xfrm>
                <a:off x="6296" y="4134"/>
                <a:ext cx="540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161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016" name="Text Box 32"/>
              <p:cNvSpPr txBox="1">
                <a:spLocks noChangeArrowheads="1"/>
              </p:cNvSpPr>
              <p:nvPr/>
            </p:nvSpPr>
            <p:spPr bwMode="auto">
              <a:xfrm>
                <a:off x="4855" y="2515"/>
                <a:ext cx="540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483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015" name="Text Box 31"/>
              <p:cNvSpPr txBox="1">
                <a:spLocks noChangeArrowheads="1"/>
              </p:cNvSpPr>
              <p:nvPr/>
            </p:nvSpPr>
            <p:spPr bwMode="auto">
              <a:xfrm>
                <a:off x="3056" y="2694"/>
                <a:ext cx="540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716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014" name="Text Box 30"/>
              <p:cNvSpPr txBox="1">
                <a:spLocks noChangeArrowheads="1"/>
              </p:cNvSpPr>
              <p:nvPr/>
            </p:nvSpPr>
            <p:spPr bwMode="auto">
              <a:xfrm>
                <a:off x="2336" y="1975"/>
                <a:ext cx="540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476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013" name="Text Box 29"/>
              <p:cNvSpPr txBox="1">
                <a:spLocks noChangeArrowheads="1"/>
              </p:cNvSpPr>
              <p:nvPr/>
            </p:nvSpPr>
            <p:spPr bwMode="auto">
              <a:xfrm>
                <a:off x="1077" y="1615"/>
                <a:ext cx="539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276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012" name="Text Box 28"/>
              <p:cNvSpPr txBox="1">
                <a:spLocks noChangeArrowheads="1"/>
              </p:cNvSpPr>
              <p:nvPr/>
            </p:nvSpPr>
            <p:spPr bwMode="auto">
              <a:xfrm>
                <a:off x="1616" y="535"/>
                <a:ext cx="721" cy="35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100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011" name="Text Box 27"/>
              <p:cNvSpPr txBox="1">
                <a:spLocks noChangeArrowheads="1"/>
              </p:cNvSpPr>
              <p:nvPr/>
            </p:nvSpPr>
            <p:spPr bwMode="auto">
              <a:xfrm>
                <a:off x="715" y="895"/>
                <a:ext cx="540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377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010" name="Text Box 26"/>
              <p:cNvSpPr txBox="1">
                <a:spLocks noChangeArrowheads="1"/>
              </p:cNvSpPr>
              <p:nvPr/>
            </p:nvSpPr>
            <p:spPr bwMode="auto">
              <a:xfrm>
                <a:off x="2337" y="1435"/>
                <a:ext cx="539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313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009" name="Text Box 25"/>
              <p:cNvSpPr txBox="1">
                <a:spLocks noChangeArrowheads="1"/>
              </p:cNvSpPr>
              <p:nvPr/>
            </p:nvSpPr>
            <p:spPr bwMode="auto">
              <a:xfrm>
                <a:off x="3056" y="895"/>
                <a:ext cx="538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295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008" name="Oval 24"/>
              <p:cNvSpPr>
                <a:spLocks noChangeArrowheads="1"/>
              </p:cNvSpPr>
              <p:nvPr/>
            </p:nvSpPr>
            <p:spPr bwMode="auto">
              <a:xfrm>
                <a:off x="1979" y="358"/>
                <a:ext cx="172" cy="173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007" name="Text Box 23"/>
              <p:cNvSpPr txBox="1">
                <a:spLocks noChangeArrowheads="1"/>
              </p:cNvSpPr>
              <p:nvPr/>
            </p:nvSpPr>
            <p:spPr bwMode="auto">
              <a:xfrm>
                <a:off x="2695" y="176"/>
                <a:ext cx="1074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Хельсинки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006" name="Oval 22"/>
              <p:cNvSpPr>
                <a:spLocks noChangeArrowheads="1"/>
              </p:cNvSpPr>
              <p:nvPr/>
            </p:nvSpPr>
            <p:spPr bwMode="auto">
              <a:xfrm>
                <a:off x="4139" y="1978"/>
                <a:ext cx="172" cy="173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005" name="Text Box 21"/>
              <p:cNvSpPr txBox="1">
                <a:spLocks noChangeArrowheads="1"/>
              </p:cNvSpPr>
              <p:nvPr/>
            </p:nvSpPr>
            <p:spPr bwMode="auto">
              <a:xfrm>
                <a:off x="4318" y="1795"/>
                <a:ext cx="1253" cy="351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С.Петербург 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004" name="Oval 20"/>
              <p:cNvSpPr>
                <a:spLocks noChangeArrowheads="1"/>
              </p:cNvSpPr>
              <p:nvPr/>
            </p:nvSpPr>
            <p:spPr bwMode="auto">
              <a:xfrm>
                <a:off x="359" y="2338"/>
                <a:ext cx="173" cy="172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003" name="Oval 19"/>
              <p:cNvSpPr>
                <a:spLocks noChangeArrowheads="1"/>
              </p:cNvSpPr>
              <p:nvPr/>
            </p:nvSpPr>
            <p:spPr bwMode="auto">
              <a:xfrm>
                <a:off x="1618" y="1078"/>
                <a:ext cx="173" cy="173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002" name="Text Box 18"/>
              <p:cNvSpPr txBox="1">
                <a:spLocks noChangeArrowheads="1"/>
              </p:cNvSpPr>
              <p:nvPr/>
            </p:nvSpPr>
            <p:spPr bwMode="auto">
              <a:xfrm>
                <a:off x="1797" y="895"/>
                <a:ext cx="1255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Таллин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001" name="Oval 17"/>
              <p:cNvSpPr>
                <a:spLocks noChangeArrowheads="1"/>
              </p:cNvSpPr>
              <p:nvPr/>
            </p:nvSpPr>
            <p:spPr bwMode="auto">
              <a:xfrm>
                <a:off x="5577" y="3596"/>
                <a:ext cx="173" cy="174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000" name="Text Box 16"/>
              <p:cNvSpPr txBox="1">
                <a:spLocks noChangeArrowheads="1"/>
              </p:cNvSpPr>
              <p:nvPr/>
            </p:nvSpPr>
            <p:spPr bwMode="auto">
              <a:xfrm>
                <a:off x="5756" y="3416"/>
                <a:ext cx="1255" cy="35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Тверь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1999" name="AutoShape 15"/>
              <p:cNvSpPr>
                <a:spLocks noChangeShapeType="1"/>
              </p:cNvSpPr>
              <p:nvPr/>
            </p:nvSpPr>
            <p:spPr bwMode="auto">
              <a:xfrm flipH="1">
                <a:off x="1707" y="512"/>
                <a:ext cx="290" cy="563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998" name="AutoShape 14"/>
              <p:cNvSpPr>
                <a:spLocks noChangeShapeType="1"/>
              </p:cNvSpPr>
              <p:nvPr/>
            </p:nvSpPr>
            <p:spPr bwMode="auto">
              <a:xfrm flipH="1">
                <a:off x="511" y="1231"/>
                <a:ext cx="1125" cy="1131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997" name="AutoShape 13"/>
              <p:cNvSpPr>
                <a:spLocks noChangeShapeType="1"/>
              </p:cNvSpPr>
              <p:nvPr/>
            </p:nvSpPr>
            <p:spPr bwMode="auto">
              <a:xfrm>
                <a:off x="1644" y="1103"/>
                <a:ext cx="2520" cy="898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996" name="AutoShape 12"/>
              <p:cNvSpPr>
                <a:spLocks noChangeShapeType="1"/>
              </p:cNvSpPr>
              <p:nvPr/>
            </p:nvSpPr>
            <p:spPr bwMode="auto">
              <a:xfrm>
                <a:off x="4164" y="2004"/>
                <a:ext cx="1593" cy="1767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995" name="AutoShape 11"/>
              <p:cNvSpPr>
                <a:spLocks noChangeShapeType="1"/>
              </p:cNvSpPr>
              <p:nvPr/>
            </p:nvSpPr>
            <p:spPr bwMode="auto">
              <a:xfrm>
                <a:off x="5604" y="3623"/>
                <a:ext cx="1593" cy="1772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994" name="AutoShape 10"/>
              <p:cNvSpPr>
                <a:spLocks noChangeShapeType="1"/>
              </p:cNvSpPr>
              <p:nvPr/>
            </p:nvSpPr>
            <p:spPr bwMode="auto">
              <a:xfrm>
                <a:off x="359" y="2427"/>
                <a:ext cx="5245" cy="1194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993" name="AutoShape 9"/>
              <p:cNvSpPr>
                <a:spLocks noChangeShapeType="1"/>
              </p:cNvSpPr>
              <p:nvPr/>
            </p:nvSpPr>
            <p:spPr bwMode="auto">
              <a:xfrm flipH="1">
                <a:off x="537" y="2132"/>
                <a:ext cx="3621" cy="292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992" name="AutoShape 8"/>
              <p:cNvSpPr>
                <a:spLocks noChangeShapeType="1"/>
              </p:cNvSpPr>
              <p:nvPr/>
            </p:nvSpPr>
            <p:spPr bwMode="auto">
              <a:xfrm flipH="1" flipV="1">
                <a:off x="2156" y="447"/>
                <a:ext cx="2061" cy="1522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991" name="AutoShape 7"/>
              <p:cNvSpPr>
                <a:spLocks noChangeShapeType="1"/>
              </p:cNvSpPr>
              <p:nvPr/>
            </p:nvSpPr>
            <p:spPr bwMode="auto">
              <a:xfrm flipH="1">
                <a:off x="448" y="447"/>
                <a:ext cx="1525" cy="1889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990" name="AutoShape 6"/>
              <p:cNvSpPr>
                <a:spLocks noChangeShapeType="1"/>
              </p:cNvSpPr>
              <p:nvPr/>
            </p:nvSpPr>
            <p:spPr bwMode="auto">
              <a:xfrm>
                <a:off x="359" y="2427"/>
                <a:ext cx="7019" cy="3144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989" name="Text Box 5"/>
              <p:cNvSpPr txBox="1">
                <a:spLocks noChangeArrowheads="1"/>
              </p:cNvSpPr>
              <p:nvPr/>
            </p:nvSpPr>
            <p:spPr bwMode="auto">
              <a:xfrm>
                <a:off x="3595" y="4134"/>
                <a:ext cx="540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839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1988" name="Oval 4"/>
              <p:cNvSpPr>
                <a:spLocks noChangeArrowheads="1"/>
              </p:cNvSpPr>
              <p:nvPr/>
            </p:nvSpPr>
            <p:spPr bwMode="auto">
              <a:xfrm>
                <a:off x="7199" y="5396"/>
                <a:ext cx="170" cy="174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987" name="Text Box 3"/>
              <p:cNvSpPr txBox="1">
                <a:spLocks noChangeArrowheads="1"/>
              </p:cNvSpPr>
              <p:nvPr/>
            </p:nvSpPr>
            <p:spPr bwMode="auto">
              <a:xfrm>
                <a:off x="7196" y="4854"/>
                <a:ext cx="892" cy="351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Москва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554" y="14527"/>
            <a:ext cx="7886700" cy="1325563"/>
          </a:xfrm>
        </p:spPr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Информированный поиск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C8868F6-5BEB-6BB5-4F3E-6D35AB474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58A6-6CF3-4447-8174-7E3892A2E7E3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0" y="5903893"/>
            <a:ext cx="57150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</a:rPr>
              <a:t>Использует специальные</a:t>
            </a:r>
          </a:p>
          <a:p>
            <a:r>
              <a:rPr lang="ru-RU" sz="2800" b="1" dirty="0">
                <a:solidFill>
                  <a:srgbClr val="002060"/>
                </a:solidFill>
              </a:rPr>
              <a:t> функции - эвристики 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42020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2072" name="Rectangle 8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42037" name="Group 53"/>
          <p:cNvGrpSpPr>
            <a:grpSpLocks/>
          </p:cNvGrpSpPr>
          <p:nvPr/>
        </p:nvGrpSpPr>
        <p:grpSpPr bwMode="auto">
          <a:xfrm>
            <a:off x="-285784" y="1285860"/>
            <a:ext cx="9429785" cy="5572140"/>
            <a:chOff x="0" y="0"/>
            <a:chExt cx="9174" cy="5754"/>
          </a:xfrm>
        </p:grpSpPr>
        <p:sp>
          <p:nvSpPr>
            <p:cNvPr id="42071" name="Rectangle 87"/>
            <p:cNvSpPr>
              <a:spLocks noChangeArrowheads="1"/>
            </p:cNvSpPr>
            <p:nvPr/>
          </p:nvSpPr>
          <p:spPr bwMode="auto">
            <a:xfrm>
              <a:off x="0" y="0"/>
              <a:ext cx="9174" cy="575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2070" name="Text Box 86"/>
            <p:cNvSpPr txBox="1">
              <a:spLocks noChangeArrowheads="1"/>
            </p:cNvSpPr>
            <p:nvPr/>
          </p:nvSpPr>
          <p:spPr bwMode="auto">
            <a:xfrm>
              <a:off x="7715" y="5164"/>
              <a:ext cx="1254" cy="352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05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Москва (0</a:t>
              </a:r>
              <a:r>
                <a:rPr kumimoji="0" lang="ru-RU" sz="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)</a:t>
              </a:r>
              <a:endParaRPr kumimoji="0" 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42038" name="Group 54"/>
            <p:cNvGrpSpPr>
              <a:grpSpLocks/>
            </p:cNvGrpSpPr>
            <p:nvPr/>
          </p:nvGrpSpPr>
          <p:grpSpPr bwMode="auto">
            <a:xfrm>
              <a:off x="358" y="177"/>
              <a:ext cx="7373" cy="5395"/>
              <a:chOff x="358" y="177"/>
              <a:chExt cx="7373" cy="5395"/>
            </a:xfrm>
          </p:grpSpPr>
          <p:sp>
            <p:nvSpPr>
              <p:cNvPr id="42069" name="Oval 85"/>
              <p:cNvSpPr>
                <a:spLocks noChangeArrowheads="1"/>
              </p:cNvSpPr>
              <p:nvPr/>
            </p:nvSpPr>
            <p:spPr bwMode="auto">
              <a:xfrm>
                <a:off x="717" y="2338"/>
                <a:ext cx="171" cy="172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068" name="AutoShape 84"/>
              <p:cNvSpPr>
                <a:spLocks noChangeShapeType="1"/>
              </p:cNvSpPr>
              <p:nvPr/>
            </p:nvSpPr>
            <p:spPr bwMode="auto">
              <a:xfrm>
                <a:off x="717" y="2427"/>
                <a:ext cx="5239" cy="1194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067" name="AutoShape 83"/>
              <p:cNvSpPr>
                <a:spLocks noChangeShapeType="1"/>
              </p:cNvSpPr>
              <p:nvPr/>
            </p:nvSpPr>
            <p:spPr bwMode="auto">
              <a:xfrm>
                <a:off x="717" y="2427"/>
                <a:ext cx="7014" cy="3145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066" name="Text Box 82"/>
              <p:cNvSpPr txBox="1">
                <a:spLocks noChangeArrowheads="1"/>
              </p:cNvSpPr>
              <p:nvPr/>
            </p:nvSpPr>
            <p:spPr bwMode="auto">
              <a:xfrm>
                <a:off x="3412" y="2695"/>
                <a:ext cx="538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716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065" name="Text Box 81"/>
              <p:cNvSpPr txBox="1">
                <a:spLocks noChangeArrowheads="1"/>
              </p:cNvSpPr>
              <p:nvPr/>
            </p:nvSpPr>
            <p:spPr bwMode="auto">
              <a:xfrm>
                <a:off x="358" y="2876"/>
                <a:ext cx="1071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11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Рига (839</a:t>
                </a:r>
                <a:r>
                  <a:rPr kumimoji="0" lang="ru-RU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)</a:t>
                </a:r>
                <a:endParaRPr kumimoji="0" lang="ru-RU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064" name="Text Box 80"/>
              <p:cNvSpPr txBox="1">
                <a:spLocks noChangeArrowheads="1"/>
              </p:cNvSpPr>
              <p:nvPr/>
            </p:nvSpPr>
            <p:spPr bwMode="auto">
              <a:xfrm>
                <a:off x="1976" y="896"/>
                <a:ext cx="1430" cy="53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105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Таллин</a:t>
                </a:r>
                <a:r>
                  <a:rPr kumimoji="0" lang="ru-RU" sz="105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     (864) </a:t>
                </a:r>
                <a:endParaRPr kumimoji="0" lang="ru-RU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063" name="Text Box 79"/>
              <p:cNvSpPr txBox="1">
                <a:spLocks noChangeArrowheads="1"/>
              </p:cNvSpPr>
              <p:nvPr/>
            </p:nvSpPr>
            <p:spPr bwMode="auto">
              <a:xfrm>
                <a:off x="6652" y="4135"/>
                <a:ext cx="538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161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062" name="Text Box 78"/>
              <p:cNvSpPr txBox="1">
                <a:spLocks noChangeArrowheads="1"/>
              </p:cNvSpPr>
              <p:nvPr/>
            </p:nvSpPr>
            <p:spPr bwMode="auto">
              <a:xfrm>
                <a:off x="5212" y="2516"/>
                <a:ext cx="538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483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061" name="Text Box 77"/>
              <p:cNvSpPr txBox="1">
                <a:spLocks noChangeArrowheads="1"/>
              </p:cNvSpPr>
              <p:nvPr/>
            </p:nvSpPr>
            <p:spPr bwMode="auto">
              <a:xfrm>
                <a:off x="2693" y="1976"/>
                <a:ext cx="538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476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060" name="Text Box 76"/>
              <p:cNvSpPr txBox="1">
                <a:spLocks noChangeArrowheads="1"/>
              </p:cNvSpPr>
              <p:nvPr/>
            </p:nvSpPr>
            <p:spPr bwMode="auto">
              <a:xfrm>
                <a:off x="1437" y="1616"/>
                <a:ext cx="537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276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059" name="Text Box 75"/>
              <p:cNvSpPr txBox="1">
                <a:spLocks noChangeArrowheads="1"/>
              </p:cNvSpPr>
              <p:nvPr/>
            </p:nvSpPr>
            <p:spPr bwMode="auto">
              <a:xfrm>
                <a:off x="2152" y="535"/>
                <a:ext cx="538" cy="35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100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058" name="Text Box 74"/>
              <p:cNvSpPr txBox="1">
                <a:spLocks noChangeArrowheads="1"/>
              </p:cNvSpPr>
              <p:nvPr/>
            </p:nvSpPr>
            <p:spPr bwMode="auto">
              <a:xfrm>
                <a:off x="1073" y="896"/>
                <a:ext cx="538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377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057" name="Text Box 73"/>
              <p:cNvSpPr txBox="1">
                <a:spLocks noChangeArrowheads="1"/>
              </p:cNvSpPr>
              <p:nvPr/>
            </p:nvSpPr>
            <p:spPr bwMode="auto">
              <a:xfrm>
                <a:off x="2696" y="1436"/>
                <a:ext cx="537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313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056" name="Text Box 72"/>
              <p:cNvSpPr txBox="1">
                <a:spLocks noChangeArrowheads="1"/>
              </p:cNvSpPr>
              <p:nvPr/>
            </p:nvSpPr>
            <p:spPr bwMode="auto">
              <a:xfrm>
                <a:off x="3413" y="896"/>
                <a:ext cx="536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295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055" name="Oval 71"/>
              <p:cNvSpPr>
                <a:spLocks noChangeArrowheads="1"/>
              </p:cNvSpPr>
              <p:nvPr/>
            </p:nvSpPr>
            <p:spPr bwMode="auto">
              <a:xfrm>
                <a:off x="2338" y="178"/>
                <a:ext cx="170" cy="174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054" name="Text Box 70"/>
              <p:cNvSpPr txBox="1">
                <a:spLocks noChangeArrowheads="1"/>
              </p:cNvSpPr>
              <p:nvPr/>
            </p:nvSpPr>
            <p:spPr bwMode="auto">
              <a:xfrm>
                <a:off x="3055" y="177"/>
                <a:ext cx="1433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105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Хельсинки (897</a:t>
                </a:r>
                <a:r>
                  <a:rPr kumimoji="0" lang="ru-RU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)</a:t>
                </a:r>
                <a:endParaRPr kumimoji="0" lang="ru-RU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053" name="Oval 69"/>
              <p:cNvSpPr>
                <a:spLocks noChangeArrowheads="1"/>
              </p:cNvSpPr>
              <p:nvPr/>
            </p:nvSpPr>
            <p:spPr bwMode="auto">
              <a:xfrm>
                <a:off x="4497" y="1978"/>
                <a:ext cx="170" cy="173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052" name="Text Box 68"/>
              <p:cNvSpPr txBox="1">
                <a:spLocks noChangeArrowheads="1"/>
              </p:cNvSpPr>
              <p:nvPr/>
            </p:nvSpPr>
            <p:spPr bwMode="auto">
              <a:xfrm>
                <a:off x="4674" y="1796"/>
                <a:ext cx="1610" cy="351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105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С.Петербург (634)</a:t>
                </a:r>
                <a:endParaRPr kumimoji="0" lang="ru-RU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051" name="Oval 67"/>
              <p:cNvSpPr>
                <a:spLocks noChangeArrowheads="1"/>
              </p:cNvSpPr>
              <p:nvPr/>
            </p:nvSpPr>
            <p:spPr bwMode="auto">
              <a:xfrm>
                <a:off x="1977" y="1078"/>
                <a:ext cx="171" cy="173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050" name="Oval 66"/>
              <p:cNvSpPr>
                <a:spLocks noChangeArrowheads="1"/>
              </p:cNvSpPr>
              <p:nvPr/>
            </p:nvSpPr>
            <p:spPr bwMode="auto">
              <a:xfrm>
                <a:off x="5935" y="3596"/>
                <a:ext cx="171" cy="174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049" name="Text Box 65"/>
              <p:cNvSpPr txBox="1">
                <a:spLocks noChangeArrowheads="1"/>
              </p:cNvSpPr>
              <p:nvPr/>
            </p:nvSpPr>
            <p:spPr bwMode="auto">
              <a:xfrm>
                <a:off x="6115" y="3415"/>
                <a:ext cx="1253" cy="35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105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Тверь (161)</a:t>
                </a:r>
                <a:endParaRPr kumimoji="0" lang="ru-RU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048" name="AutoShape 64"/>
              <p:cNvSpPr>
                <a:spLocks noChangeShapeType="1"/>
              </p:cNvSpPr>
              <p:nvPr/>
            </p:nvSpPr>
            <p:spPr bwMode="auto">
              <a:xfrm flipH="1">
                <a:off x="2066" y="332"/>
                <a:ext cx="288" cy="743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047" name="AutoShape 63"/>
              <p:cNvSpPr>
                <a:spLocks noChangeShapeType="1"/>
              </p:cNvSpPr>
              <p:nvPr/>
            </p:nvSpPr>
            <p:spPr bwMode="auto">
              <a:xfrm flipH="1">
                <a:off x="870" y="1231"/>
                <a:ext cx="1122" cy="1131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046" name="AutoShape 62"/>
              <p:cNvSpPr>
                <a:spLocks noChangeShapeType="1"/>
              </p:cNvSpPr>
              <p:nvPr/>
            </p:nvSpPr>
            <p:spPr bwMode="auto">
              <a:xfrm>
                <a:off x="2004" y="1103"/>
                <a:ext cx="2512" cy="898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045" name="AutoShape 61"/>
              <p:cNvSpPr>
                <a:spLocks noChangeShapeType="1"/>
              </p:cNvSpPr>
              <p:nvPr/>
            </p:nvSpPr>
            <p:spPr bwMode="auto">
              <a:xfrm>
                <a:off x="4524" y="2004"/>
                <a:ext cx="1589" cy="1768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044" name="AutoShape 60"/>
              <p:cNvSpPr>
                <a:spLocks noChangeShapeType="1"/>
              </p:cNvSpPr>
              <p:nvPr/>
            </p:nvSpPr>
            <p:spPr bwMode="auto">
              <a:xfrm>
                <a:off x="5960" y="3623"/>
                <a:ext cx="1589" cy="1775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043" name="AutoShape 59"/>
              <p:cNvSpPr>
                <a:spLocks noChangeShapeType="1"/>
              </p:cNvSpPr>
              <p:nvPr/>
            </p:nvSpPr>
            <p:spPr bwMode="auto">
              <a:xfrm flipH="1">
                <a:off x="896" y="2132"/>
                <a:ext cx="3618" cy="293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042" name="AutoShape 58"/>
              <p:cNvSpPr>
                <a:spLocks noChangeShapeType="1"/>
              </p:cNvSpPr>
              <p:nvPr/>
            </p:nvSpPr>
            <p:spPr bwMode="auto">
              <a:xfrm flipH="1" flipV="1">
                <a:off x="2489" y="332"/>
                <a:ext cx="2024" cy="1663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041" name="AutoShape 57"/>
              <p:cNvSpPr>
                <a:spLocks noChangeShapeType="1"/>
              </p:cNvSpPr>
              <p:nvPr/>
            </p:nvSpPr>
            <p:spPr bwMode="auto">
              <a:xfrm flipH="1">
                <a:off x="806" y="268"/>
                <a:ext cx="1520" cy="2068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040" name="Text Box 56"/>
              <p:cNvSpPr txBox="1">
                <a:spLocks noChangeArrowheads="1"/>
              </p:cNvSpPr>
              <p:nvPr/>
            </p:nvSpPr>
            <p:spPr bwMode="auto">
              <a:xfrm>
                <a:off x="3952" y="4135"/>
                <a:ext cx="538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839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039" name="Oval 55"/>
              <p:cNvSpPr>
                <a:spLocks noChangeArrowheads="1"/>
              </p:cNvSpPr>
              <p:nvPr/>
            </p:nvSpPr>
            <p:spPr bwMode="auto">
              <a:xfrm>
                <a:off x="7556" y="5398"/>
                <a:ext cx="170" cy="173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655" y="131728"/>
            <a:ext cx="7886700" cy="1325563"/>
          </a:xfrm>
        </p:spPr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Жадный поиск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8C2565E-F2A5-F730-6467-1D6B381F6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58A6-6CF3-4447-8174-7E3892A2E7E3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0" y="5903893"/>
            <a:ext cx="57150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</a:rPr>
              <a:t>Жадный поиск по первому наилучшему соответствию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42020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2072" name="Rectangle 8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1235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1285" name="Rectangle 8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51251" name="Group 51"/>
          <p:cNvGrpSpPr>
            <a:grpSpLocks/>
          </p:cNvGrpSpPr>
          <p:nvPr/>
        </p:nvGrpSpPr>
        <p:grpSpPr bwMode="auto">
          <a:xfrm>
            <a:off x="0" y="1500175"/>
            <a:ext cx="9355131" cy="5357825"/>
            <a:chOff x="0" y="0"/>
            <a:chExt cx="8994" cy="5396"/>
          </a:xfrm>
        </p:grpSpPr>
        <p:sp>
          <p:nvSpPr>
            <p:cNvPr id="51284" name="Rectangle 84"/>
            <p:cNvSpPr>
              <a:spLocks noChangeArrowheads="1"/>
            </p:cNvSpPr>
            <p:nvPr/>
          </p:nvSpPr>
          <p:spPr bwMode="auto">
            <a:xfrm>
              <a:off x="0" y="2"/>
              <a:ext cx="8994" cy="539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pSp>
          <p:nvGrpSpPr>
            <p:cNvPr id="51252" name="Group 52"/>
            <p:cNvGrpSpPr>
              <a:grpSpLocks/>
            </p:cNvGrpSpPr>
            <p:nvPr/>
          </p:nvGrpSpPr>
          <p:grpSpPr bwMode="auto">
            <a:xfrm>
              <a:off x="537" y="0"/>
              <a:ext cx="8273" cy="5395"/>
              <a:chOff x="537" y="0"/>
              <a:chExt cx="8273" cy="5395"/>
            </a:xfrm>
          </p:grpSpPr>
          <p:sp>
            <p:nvSpPr>
              <p:cNvPr id="51283" name="Text Box 83"/>
              <p:cNvSpPr txBox="1">
                <a:spLocks noChangeArrowheads="1"/>
              </p:cNvSpPr>
              <p:nvPr/>
            </p:nvSpPr>
            <p:spPr bwMode="auto">
              <a:xfrm>
                <a:off x="1797" y="719"/>
                <a:ext cx="1294" cy="53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10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Таллин</a:t>
                </a:r>
                <a:r>
                  <a:rPr kumimoji="0" lang="ru-RU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     (864) </a:t>
                </a:r>
                <a:endParaRPr kumimoji="0" lang="ru-RU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82" name="Text Box 82"/>
              <p:cNvSpPr txBox="1">
                <a:spLocks noChangeArrowheads="1"/>
              </p:cNvSpPr>
              <p:nvPr/>
            </p:nvSpPr>
            <p:spPr bwMode="auto">
              <a:xfrm>
                <a:off x="6478" y="3960"/>
                <a:ext cx="540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81" name="Text Box 81"/>
              <p:cNvSpPr txBox="1">
                <a:spLocks noChangeArrowheads="1"/>
              </p:cNvSpPr>
              <p:nvPr/>
            </p:nvSpPr>
            <p:spPr bwMode="auto">
              <a:xfrm>
                <a:off x="5035" y="2339"/>
                <a:ext cx="540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483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80" name="Text Box 80"/>
              <p:cNvSpPr txBox="1">
                <a:spLocks noChangeArrowheads="1"/>
              </p:cNvSpPr>
              <p:nvPr/>
            </p:nvSpPr>
            <p:spPr bwMode="auto">
              <a:xfrm>
                <a:off x="3056" y="2519"/>
                <a:ext cx="540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716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79" name="Text Box 79"/>
              <p:cNvSpPr txBox="1">
                <a:spLocks noChangeArrowheads="1"/>
              </p:cNvSpPr>
              <p:nvPr/>
            </p:nvSpPr>
            <p:spPr bwMode="auto">
              <a:xfrm>
                <a:off x="2516" y="1800"/>
                <a:ext cx="540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476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78" name="Text Box 78"/>
              <p:cNvSpPr txBox="1">
                <a:spLocks noChangeArrowheads="1"/>
              </p:cNvSpPr>
              <p:nvPr/>
            </p:nvSpPr>
            <p:spPr bwMode="auto">
              <a:xfrm>
                <a:off x="1258" y="1439"/>
                <a:ext cx="539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276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77" name="Text Box 77"/>
              <p:cNvSpPr txBox="1">
                <a:spLocks noChangeArrowheads="1"/>
              </p:cNvSpPr>
              <p:nvPr/>
            </p:nvSpPr>
            <p:spPr bwMode="auto">
              <a:xfrm>
                <a:off x="1976" y="360"/>
                <a:ext cx="540" cy="35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100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76" name="Text Box 76"/>
              <p:cNvSpPr txBox="1">
                <a:spLocks noChangeArrowheads="1"/>
              </p:cNvSpPr>
              <p:nvPr/>
            </p:nvSpPr>
            <p:spPr bwMode="auto">
              <a:xfrm>
                <a:off x="896" y="720"/>
                <a:ext cx="540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377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75" name="Text Box 75"/>
              <p:cNvSpPr txBox="1">
                <a:spLocks noChangeArrowheads="1"/>
              </p:cNvSpPr>
              <p:nvPr/>
            </p:nvSpPr>
            <p:spPr bwMode="auto">
              <a:xfrm>
                <a:off x="2517" y="1260"/>
                <a:ext cx="539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313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74" name="Text Box 74"/>
              <p:cNvSpPr txBox="1">
                <a:spLocks noChangeArrowheads="1"/>
              </p:cNvSpPr>
              <p:nvPr/>
            </p:nvSpPr>
            <p:spPr bwMode="auto">
              <a:xfrm>
                <a:off x="3237" y="720"/>
                <a:ext cx="538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295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73" name="Oval 73"/>
              <p:cNvSpPr>
                <a:spLocks noChangeArrowheads="1"/>
              </p:cNvSpPr>
              <p:nvPr/>
            </p:nvSpPr>
            <p:spPr bwMode="auto">
              <a:xfrm>
                <a:off x="2160" y="2"/>
                <a:ext cx="172" cy="175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72" name="Text Box 72"/>
              <p:cNvSpPr txBox="1">
                <a:spLocks noChangeArrowheads="1"/>
              </p:cNvSpPr>
              <p:nvPr/>
            </p:nvSpPr>
            <p:spPr bwMode="auto">
              <a:xfrm>
                <a:off x="2877" y="0"/>
                <a:ext cx="1435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105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Хельсинки (897)</a:t>
                </a:r>
                <a:endParaRPr kumimoji="0" lang="ru-RU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71" name="Oval 71"/>
              <p:cNvSpPr>
                <a:spLocks noChangeArrowheads="1"/>
              </p:cNvSpPr>
              <p:nvPr/>
            </p:nvSpPr>
            <p:spPr bwMode="auto">
              <a:xfrm>
                <a:off x="4319" y="1802"/>
                <a:ext cx="172" cy="174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70" name="Text Box 70"/>
              <p:cNvSpPr txBox="1">
                <a:spLocks noChangeArrowheads="1"/>
              </p:cNvSpPr>
              <p:nvPr/>
            </p:nvSpPr>
            <p:spPr bwMode="auto">
              <a:xfrm>
                <a:off x="4497" y="1619"/>
                <a:ext cx="1612" cy="35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105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С.Петербург (634)</a:t>
                </a:r>
                <a:endParaRPr kumimoji="0" lang="ru-RU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69" name="Oval 69"/>
              <p:cNvSpPr>
                <a:spLocks noChangeArrowheads="1"/>
              </p:cNvSpPr>
              <p:nvPr/>
            </p:nvSpPr>
            <p:spPr bwMode="auto">
              <a:xfrm>
                <a:off x="540" y="2162"/>
                <a:ext cx="173" cy="173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8" name="Text Box 68"/>
              <p:cNvSpPr txBox="1">
                <a:spLocks noChangeArrowheads="1"/>
              </p:cNvSpPr>
              <p:nvPr/>
            </p:nvSpPr>
            <p:spPr bwMode="auto">
              <a:xfrm>
                <a:off x="537" y="2519"/>
                <a:ext cx="1072" cy="35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105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Рига (839)</a:t>
                </a:r>
                <a:endParaRPr kumimoji="0" lang="ru-RU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67" name="Oval 67"/>
              <p:cNvSpPr>
                <a:spLocks noChangeArrowheads="1"/>
              </p:cNvSpPr>
              <p:nvPr/>
            </p:nvSpPr>
            <p:spPr bwMode="auto">
              <a:xfrm>
                <a:off x="1799" y="902"/>
                <a:ext cx="173" cy="174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6" name="Oval 66"/>
              <p:cNvSpPr>
                <a:spLocks noChangeArrowheads="1"/>
              </p:cNvSpPr>
              <p:nvPr/>
            </p:nvSpPr>
            <p:spPr bwMode="auto">
              <a:xfrm>
                <a:off x="5757" y="3419"/>
                <a:ext cx="173" cy="175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5" name="Text Box 65"/>
              <p:cNvSpPr txBox="1">
                <a:spLocks noChangeArrowheads="1"/>
              </p:cNvSpPr>
              <p:nvPr/>
            </p:nvSpPr>
            <p:spPr bwMode="auto">
              <a:xfrm>
                <a:off x="5936" y="3239"/>
                <a:ext cx="1255" cy="351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105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Тверь (161</a:t>
                </a:r>
                <a:r>
                  <a:rPr kumimoji="0" lang="ru-RU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)</a:t>
                </a:r>
                <a:endParaRPr kumimoji="0" lang="ru-RU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64" name="AutoShape 64"/>
              <p:cNvSpPr>
                <a:spLocks noChangeShapeType="1"/>
              </p:cNvSpPr>
              <p:nvPr/>
            </p:nvSpPr>
            <p:spPr bwMode="auto">
              <a:xfrm flipH="1">
                <a:off x="1888" y="155"/>
                <a:ext cx="290" cy="746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3" name="AutoShape 63"/>
              <p:cNvSpPr>
                <a:spLocks noChangeShapeType="1"/>
              </p:cNvSpPr>
              <p:nvPr/>
            </p:nvSpPr>
            <p:spPr bwMode="auto">
              <a:xfrm flipH="1">
                <a:off x="692" y="1055"/>
                <a:ext cx="1122" cy="1132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2" name="AutoShape 62"/>
              <p:cNvSpPr>
                <a:spLocks noChangeShapeType="1"/>
              </p:cNvSpPr>
              <p:nvPr/>
            </p:nvSpPr>
            <p:spPr bwMode="auto">
              <a:xfrm>
                <a:off x="1825" y="927"/>
                <a:ext cx="2520" cy="898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1" name="AutoShape 61"/>
              <p:cNvSpPr>
                <a:spLocks noChangeShapeType="1"/>
              </p:cNvSpPr>
              <p:nvPr/>
            </p:nvSpPr>
            <p:spPr bwMode="auto">
              <a:xfrm>
                <a:off x="4345" y="1827"/>
                <a:ext cx="1438" cy="1618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0" name="AutoShape 60"/>
              <p:cNvSpPr>
                <a:spLocks noChangeShapeType="1"/>
              </p:cNvSpPr>
              <p:nvPr/>
            </p:nvSpPr>
            <p:spPr bwMode="auto">
              <a:xfrm>
                <a:off x="540" y="2251"/>
                <a:ext cx="5243" cy="1194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59" name="AutoShape 59"/>
              <p:cNvSpPr>
                <a:spLocks noChangeShapeType="1"/>
              </p:cNvSpPr>
              <p:nvPr/>
            </p:nvSpPr>
            <p:spPr bwMode="auto">
              <a:xfrm flipH="1">
                <a:off x="718" y="1955"/>
                <a:ext cx="3621" cy="292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58" name="AutoShape 58"/>
              <p:cNvSpPr>
                <a:spLocks noChangeShapeType="1"/>
              </p:cNvSpPr>
              <p:nvPr/>
            </p:nvSpPr>
            <p:spPr bwMode="auto">
              <a:xfrm flipH="1" flipV="1">
                <a:off x="2310" y="155"/>
                <a:ext cx="2024" cy="1664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57" name="AutoShape 57"/>
              <p:cNvSpPr>
                <a:spLocks noChangeShapeType="1"/>
              </p:cNvSpPr>
              <p:nvPr/>
            </p:nvSpPr>
            <p:spPr bwMode="auto">
              <a:xfrm flipH="1">
                <a:off x="629" y="92"/>
                <a:ext cx="1525" cy="2065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56" name="AutoShape 56"/>
              <p:cNvSpPr>
                <a:spLocks noChangeShapeType="1"/>
              </p:cNvSpPr>
              <p:nvPr/>
            </p:nvSpPr>
            <p:spPr bwMode="auto">
              <a:xfrm>
                <a:off x="540" y="2251"/>
                <a:ext cx="6865" cy="2994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55" name="Text Box 55"/>
              <p:cNvSpPr txBox="1">
                <a:spLocks noChangeArrowheads="1"/>
              </p:cNvSpPr>
              <p:nvPr/>
            </p:nvSpPr>
            <p:spPr bwMode="auto">
              <a:xfrm>
                <a:off x="3776" y="3957"/>
                <a:ext cx="540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839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54" name="Text Box 54"/>
              <p:cNvSpPr txBox="1">
                <a:spLocks noChangeArrowheads="1"/>
              </p:cNvSpPr>
              <p:nvPr/>
            </p:nvSpPr>
            <p:spPr bwMode="auto">
              <a:xfrm>
                <a:off x="7556" y="5036"/>
                <a:ext cx="1254" cy="35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105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Москва (0</a:t>
                </a:r>
                <a:r>
                  <a:rPr kumimoji="0" lang="ru-RU" sz="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)</a:t>
                </a:r>
                <a:endParaRPr kumimoji="0" lang="ru-RU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53" name="Oval 53"/>
              <p:cNvSpPr>
                <a:spLocks noChangeArrowheads="1"/>
              </p:cNvSpPr>
              <p:nvPr/>
            </p:nvSpPr>
            <p:spPr bwMode="auto">
              <a:xfrm>
                <a:off x="7379" y="5221"/>
                <a:ext cx="172" cy="174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cxnSp>
        <p:nvCxnSpPr>
          <p:cNvPr id="112" name="Прямая со стрелкой 111"/>
          <p:cNvCxnSpPr/>
          <p:nvPr/>
        </p:nvCxnSpPr>
        <p:spPr>
          <a:xfrm>
            <a:off x="2071670" y="2500306"/>
            <a:ext cx="2428892" cy="785818"/>
          </a:xfrm>
          <a:prstGeom prst="straightConnector1">
            <a:avLst/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Прямая со стрелкой 112"/>
          <p:cNvCxnSpPr/>
          <p:nvPr/>
        </p:nvCxnSpPr>
        <p:spPr>
          <a:xfrm rot="16200000" flipH="1">
            <a:off x="4572000" y="3500438"/>
            <a:ext cx="1500198" cy="1357322"/>
          </a:xfrm>
          <a:prstGeom prst="straightConnector1">
            <a:avLst/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 стрелкой 118"/>
          <p:cNvCxnSpPr/>
          <p:nvPr/>
        </p:nvCxnSpPr>
        <p:spPr>
          <a:xfrm rot="10800000">
            <a:off x="642910" y="3786192"/>
            <a:ext cx="5357851" cy="1143009"/>
          </a:xfrm>
          <a:prstGeom prst="straightConnector1">
            <a:avLst/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 стрелкой 122"/>
          <p:cNvCxnSpPr>
            <a:endCxn id="51253" idx="1"/>
          </p:cNvCxnSpPr>
          <p:nvPr/>
        </p:nvCxnSpPr>
        <p:spPr>
          <a:xfrm>
            <a:off x="785786" y="3786190"/>
            <a:ext cx="6915699" cy="2923349"/>
          </a:xfrm>
          <a:prstGeom prst="straightConnector1">
            <a:avLst/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4282" y="211064"/>
            <a:ext cx="7886700" cy="1325563"/>
          </a:xfrm>
        </p:spPr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Метод А*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43803FB-F8A2-3C6D-72E6-F01839F24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58A6-6CF3-4447-8174-7E3892A2E7E3}" type="slidenum">
              <a:rPr lang="ru-RU" smtClean="0"/>
              <a:pPr/>
              <a:t>15</a:t>
            </a:fld>
            <a:endParaRPr lang="ru-RU"/>
          </a:p>
        </p:txBody>
      </p:sp>
      <p:sp>
        <p:nvSpPr>
          <p:cNvPr id="42020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2072" name="Rectangle 8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1235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1285" name="Rectangle 8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6" name="TextBox 45"/>
          <p:cNvSpPr txBox="1"/>
          <p:nvPr/>
        </p:nvSpPr>
        <p:spPr>
          <a:xfrm>
            <a:off x="214282" y="1571612"/>
            <a:ext cx="8001056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</a:rPr>
              <a:t>Метод минимизации суммарной оценки стоимости решения</a:t>
            </a:r>
            <a:r>
              <a:rPr lang="ru-RU" sz="2800" dirty="0">
                <a:solidFill>
                  <a:srgbClr val="002060"/>
                </a:solidFill>
              </a:rPr>
              <a:t>  </a:t>
            </a:r>
            <a:r>
              <a:rPr lang="ru-RU" sz="2800" b="1" dirty="0">
                <a:solidFill>
                  <a:srgbClr val="002060"/>
                </a:solidFill>
              </a:rPr>
              <a:t>А*</a:t>
            </a:r>
          </a:p>
          <a:p>
            <a:endParaRPr lang="ru-RU" sz="2800" b="1" dirty="0">
              <a:solidFill>
                <a:srgbClr val="002060"/>
              </a:solidFill>
            </a:endParaRPr>
          </a:p>
          <a:p>
            <a:r>
              <a:rPr lang="en-US" sz="3200" b="1" dirty="0">
                <a:solidFill>
                  <a:srgbClr val="002060"/>
                </a:solidFill>
              </a:rPr>
              <a:t>f</a:t>
            </a:r>
            <a:r>
              <a:rPr lang="ru-RU" sz="3200" b="1" dirty="0">
                <a:solidFill>
                  <a:srgbClr val="002060"/>
                </a:solidFill>
              </a:rPr>
              <a:t>(</a:t>
            </a:r>
            <a:r>
              <a:rPr lang="en-US" sz="3200" b="1" dirty="0">
                <a:solidFill>
                  <a:srgbClr val="002060"/>
                </a:solidFill>
              </a:rPr>
              <a:t>n</a:t>
            </a:r>
            <a:r>
              <a:rPr lang="ru-RU" sz="3200" b="1" dirty="0">
                <a:solidFill>
                  <a:srgbClr val="002060"/>
                </a:solidFill>
              </a:rPr>
              <a:t>) = </a:t>
            </a:r>
            <a:r>
              <a:rPr lang="en-US" sz="3200" b="1" dirty="0">
                <a:solidFill>
                  <a:srgbClr val="002060"/>
                </a:solidFill>
              </a:rPr>
              <a:t>g</a:t>
            </a:r>
            <a:r>
              <a:rPr lang="ru-RU" sz="3200" b="1" dirty="0">
                <a:solidFill>
                  <a:srgbClr val="002060"/>
                </a:solidFill>
              </a:rPr>
              <a:t>(</a:t>
            </a:r>
            <a:r>
              <a:rPr lang="en-US" sz="3200" b="1" dirty="0">
                <a:solidFill>
                  <a:srgbClr val="002060"/>
                </a:solidFill>
              </a:rPr>
              <a:t>n</a:t>
            </a:r>
            <a:r>
              <a:rPr lang="ru-RU" sz="3200" b="1" dirty="0">
                <a:solidFill>
                  <a:srgbClr val="002060"/>
                </a:solidFill>
              </a:rPr>
              <a:t>) + </a:t>
            </a:r>
            <a:r>
              <a:rPr lang="en-US" sz="3200" b="1" dirty="0">
                <a:solidFill>
                  <a:srgbClr val="002060"/>
                </a:solidFill>
              </a:rPr>
              <a:t>h</a:t>
            </a:r>
            <a:r>
              <a:rPr lang="ru-RU" sz="3200" b="1" dirty="0">
                <a:solidFill>
                  <a:srgbClr val="002060"/>
                </a:solidFill>
              </a:rPr>
              <a:t>(</a:t>
            </a:r>
            <a:r>
              <a:rPr lang="en-US" sz="3200" b="1" dirty="0">
                <a:solidFill>
                  <a:srgbClr val="002060"/>
                </a:solidFill>
              </a:rPr>
              <a:t>n</a:t>
            </a:r>
            <a:r>
              <a:rPr lang="ru-RU" sz="3200" b="1" dirty="0">
                <a:solidFill>
                  <a:srgbClr val="002060"/>
                </a:solidFill>
              </a:rPr>
              <a:t>)</a:t>
            </a:r>
          </a:p>
          <a:p>
            <a:r>
              <a:rPr lang="ru-RU" sz="3200" b="1" dirty="0">
                <a:solidFill>
                  <a:srgbClr val="002060"/>
                </a:solidFill>
              </a:rPr>
              <a:t> </a:t>
            </a:r>
          </a:p>
          <a:p>
            <a:r>
              <a:rPr lang="ru-RU" sz="2800" b="1" dirty="0">
                <a:solidFill>
                  <a:srgbClr val="002060"/>
                </a:solidFill>
              </a:rPr>
              <a:t>где </a:t>
            </a:r>
            <a:r>
              <a:rPr lang="en-US" sz="2800" b="1" dirty="0">
                <a:solidFill>
                  <a:srgbClr val="002060"/>
                </a:solidFill>
              </a:rPr>
              <a:t>g</a:t>
            </a:r>
            <a:r>
              <a:rPr lang="ru-RU" sz="2800" b="1" dirty="0">
                <a:solidFill>
                  <a:srgbClr val="002060"/>
                </a:solidFill>
              </a:rPr>
              <a:t>(</a:t>
            </a:r>
            <a:r>
              <a:rPr lang="en-US" sz="2800" b="1" dirty="0">
                <a:solidFill>
                  <a:srgbClr val="002060"/>
                </a:solidFill>
              </a:rPr>
              <a:t>n</a:t>
            </a:r>
            <a:r>
              <a:rPr lang="ru-RU" sz="2800" b="1" dirty="0">
                <a:solidFill>
                  <a:srgbClr val="002060"/>
                </a:solidFill>
              </a:rPr>
              <a:t>) – стоимость достижения </a:t>
            </a:r>
            <a:r>
              <a:rPr lang="en-US" sz="2800" b="1" dirty="0">
                <a:solidFill>
                  <a:srgbClr val="002060"/>
                </a:solidFill>
              </a:rPr>
              <a:t>n</a:t>
            </a:r>
            <a:r>
              <a:rPr lang="ru-RU" sz="2800" b="1" dirty="0">
                <a:solidFill>
                  <a:srgbClr val="002060"/>
                </a:solidFill>
              </a:rPr>
              <a:t>-го узла, </a:t>
            </a:r>
            <a:r>
              <a:rPr lang="en-US" sz="2800" b="1" dirty="0">
                <a:solidFill>
                  <a:srgbClr val="002060"/>
                </a:solidFill>
              </a:rPr>
              <a:t>h</a:t>
            </a:r>
            <a:r>
              <a:rPr lang="ru-RU" sz="2800" b="1" dirty="0">
                <a:solidFill>
                  <a:srgbClr val="002060"/>
                </a:solidFill>
              </a:rPr>
              <a:t>(</a:t>
            </a:r>
            <a:r>
              <a:rPr lang="en-US" sz="2800" b="1" dirty="0">
                <a:solidFill>
                  <a:srgbClr val="002060"/>
                </a:solidFill>
              </a:rPr>
              <a:t>n</a:t>
            </a:r>
            <a:r>
              <a:rPr lang="ru-RU" sz="2800" b="1" dirty="0">
                <a:solidFill>
                  <a:srgbClr val="002060"/>
                </a:solidFill>
              </a:rPr>
              <a:t>) – эвристическая функция стоимости достижения цели из </a:t>
            </a:r>
            <a:r>
              <a:rPr lang="en-US" sz="2800" b="1" dirty="0">
                <a:solidFill>
                  <a:srgbClr val="002060"/>
                </a:solidFill>
              </a:rPr>
              <a:t>n</a:t>
            </a:r>
            <a:r>
              <a:rPr lang="ru-RU" sz="2800" b="1" dirty="0">
                <a:solidFill>
                  <a:srgbClr val="002060"/>
                </a:solidFill>
              </a:rPr>
              <a:t>-го узла.</a:t>
            </a:r>
          </a:p>
          <a:p>
            <a:endParaRPr lang="ru-RU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655" y="-137158"/>
            <a:ext cx="7886700" cy="1325563"/>
          </a:xfrm>
        </p:spPr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Метод А*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104A6A1-E103-6161-87F0-9F893E79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58A6-6CF3-4447-8174-7E3892A2E7E3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428596" y="5903893"/>
            <a:ext cx="52864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</a:rPr>
              <a:t>Метод   А*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42020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2072" name="Rectangle 8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1235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1285" name="Rectangle 8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3" name="Group 51"/>
          <p:cNvGrpSpPr>
            <a:grpSpLocks/>
          </p:cNvGrpSpPr>
          <p:nvPr/>
        </p:nvGrpSpPr>
        <p:grpSpPr bwMode="auto">
          <a:xfrm>
            <a:off x="0" y="1500175"/>
            <a:ext cx="9355131" cy="5357825"/>
            <a:chOff x="0" y="0"/>
            <a:chExt cx="8994" cy="5396"/>
          </a:xfrm>
        </p:grpSpPr>
        <p:sp>
          <p:nvSpPr>
            <p:cNvPr id="51284" name="Rectangle 84"/>
            <p:cNvSpPr>
              <a:spLocks noChangeArrowheads="1"/>
            </p:cNvSpPr>
            <p:nvPr/>
          </p:nvSpPr>
          <p:spPr bwMode="auto">
            <a:xfrm>
              <a:off x="0" y="2"/>
              <a:ext cx="8994" cy="539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pSp>
          <p:nvGrpSpPr>
            <p:cNvPr id="4" name="Group 52"/>
            <p:cNvGrpSpPr>
              <a:grpSpLocks/>
            </p:cNvGrpSpPr>
            <p:nvPr/>
          </p:nvGrpSpPr>
          <p:grpSpPr bwMode="auto">
            <a:xfrm>
              <a:off x="537" y="0"/>
              <a:ext cx="8273" cy="5395"/>
              <a:chOff x="537" y="0"/>
              <a:chExt cx="8273" cy="5395"/>
            </a:xfrm>
          </p:grpSpPr>
          <p:sp>
            <p:nvSpPr>
              <p:cNvPr id="51283" name="Text Box 83"/>
              <p:cNvSpPr txBox="1">
                <a:spLocks noChangeArrowheads="1"/>
              </p:cNvSpPr>
              <p:nvPr/>
            </p:nvSpPr>
            <p:spPr bwMode="auto">
              <a:xfrm>
                <a:off x="1992" y="648"/>
                <a:ext cx="1305" cy="534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sz="1100" b="1" dirty="0" err="1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Таллин</a:t>
                </a:r>
                <a:r>
                  <a:rPr lang="ru-RU" sz="1100" b="1" dirty="0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  (864) </a:t>
                </a:r>
              </a:p>
            </p:txBody>
          </p:sp>
          <p:sp>
            <p:nvSpPr>
              <p:cNvPr id="51281" name="Text Box 81"/>
              <p:cNvSpPr txBox="1">
                <a:spLocks noChangeArrowheads="1"/>
              </p:cNvSpPr>
              <p:nvPr/>
            </p:nvSpPr>
            <p:spPr bwMode="auto">
              <a:xfrm>
                <a:off x="5035" y="2339"/>
                <a:ext cx="540" cy="353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ru-RU" sz="1100" b="1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483</a:t>
                </a:r>
              </a:p>
            </p:txBody>
          </p:sp>
          <p:sp>
            <p:nvSpPr>
              <p:cNvPr id="51280" name="Text Box 80"/>
              <p:cNvSpPr txBox="1">
                <a:spLocks noChangeArrowheads="1"/>
              </p:cNvSpPr>
              <p:nvPr/>
            </p:nvSpPr>
            <p:spPr bwMode="auto">
              <a:xfrm>
                <a:off x="3056" y="2519"/>
                <a:ext cx="540" cy="353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sz="1100" b="1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716</a:t>
                </a:r>
              </a:p>
            </p:txBody>
          </p:sp>
          <p:sp>
            <p:nvSpPr>
              <p:cNvPr id="51279" name="Text Box 79"/>
              <p:cNvSpPr txBox="1">
                <a:spLocks noChangeArrowheads="1"/>
              </p:cNvSpPr>
              <p:nvPr/>
            </p:nvSpPr>
            <p:spPr bwMode="auto">
              <a:xfrm>
                <a:off x="2516" y="1800"/>
                <a:ext cx="540" cy="353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ru-RU" sz="1100" b="1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476</a:t>
                </a:r>
              </a:p>
            </p:txBody>
          </p:sp>
          <p:sp>
            <p:nvSpPr>
              <p:cNvPr id="51278" name="Text Box 78"/>
              <p:cNvSpPr txBox="1">
                <a:spLocks noChangeArrowheads="1"/>
              </p:cNvSpPr>
              <p:nvPr/>
            </p:nvSpPr>
            <p:spPr bwMode="auto">
              <a:xfrm>
                <a:off x="1258" y="1439"/>
                <a:ext cx="539" cy="353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ru-RU" sz="1100" b="1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276</a:t>
                </a:r>
              </a:p>
            </p:txBody>
          </p:sp>
          <p:sp>
            <p:nvSpPr>
              <p:cNvPr id="51277" name="Text Box 77"/>
              <p:cNvSpPr txBox="1">
                <a:spLocks noChangeArrowheads="1"/>
              </p:cNvSpPr>
              <p:nvPr/>
            </p:nvSpPr>
            <p:spPr bwMode="auto">
              <a:xfrm>
                <a:off x="1976" y="360"/>
                <a:ext cx="540" cy="35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100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76" name="Text Box 76"/>
              <p:cNvSpPr txBox="1">
                <a:spLocks noChangeArrowheads="1"/>
              </p:cNvSpPr>
              <p:nvPr/>
            </p:nvSpPr>
            <p:spPr bwMode="auto">
              <a:xfrm>
                <a:off x="896" y="720"/>
                <a:ext cx="540" cy="353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sz="1100" b="1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377</a:t>
                </a:r>
              </a:p>
            </p:txBody>
          </p:sp>
          <p:sp>
            <p:nvSpPr>
              <p:cNvPr id="51275" name="Text Box 75"/>
              <p:cNvSpPr txBox="1">
                <a:spLocks noChangeArrowheads="1"/>
              </p:cNvSpPr>
              <p:nvPr/>
            </p:nvSpPr>
            <p:spPr bwMode="auto">
              <a:xfrm>
                <a:off x="2517" y="1260"/>
                <a:ext cx="539" cy="353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sz="1100" b="1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313</a:t>
                </a:r>
              </a:p>
            </p:txBody>
          </p:sp>
          <p:sp>
            <p:nvSpPr>
              <p:cNvPr id="51274" name="Text Box 74"/>
              <p:cNvSpPr txBox="1">
                <a:spLocks noChangeArrowheads="1"/>
              </p:cNvSpPr>
              <p:nvPr/>
            </p:nvSpPr>
            <p:spPr bwMode="auto">
              <a:xfrm>
                <a:off x="3237" y="720"/>
                <a:ext cx="538" cy="353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sz="1100" b="1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295</a:t>
                </a:r>
              </a:p>
            </p:txBody>
          </p:sp>
          <p:sp>
            <p:nvSpPr>
              <p:cNvPr id="51273" name="Oval 73"/>
              <p:cNvSpPr>
                <a:spLocks noChangeArrowheads="1"/>
              </p:cNvSpPr>
              <p:nvPr/>
            </p:nvSpPr>
            <p:spPr bwMode="auto">
              <a:xfrm>
                <a:off x="2160" y="2"/>
                <a:ext cx="172" cy="175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72" name="Text Box 72"/>
              <p:cNvSpPr txBox="1">
                <a:spLocks noChangeArrowheads="1"/>
              </p:cNvSpPr>
              <p:nvPr/>
            </p:nvSpPr>
            <p:spPr bwMode="auto">
              <a:xfrm>
                <a:off x="2472" y="0"/>
                <a:ext cx="1435" cy="353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ru-RU" sz="1100" b="1" dirty="0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Хельсинки (897)</a:t>
                </a:r>
              </a:p>
            </p:txBody>
          </p:sp>
          <p:sp>
            <p:nvSpPr>
              <p:cNvPr id="51271" name="Oval 71"/>
              <p:cNvSpPr>
                <a:spLocks noChangeArrowheads="1"/>
              </p:cNvSpPr>
              <p:nvPr/>
            </p:nvSpPr>
            <p:spPr bwMode="auto">
              <a:xfrm>
                <a:off x="4319" y="1802"/>
                <a:ext cx="172" cy="174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70" name="Text Box 70"/>
              <p:cNvSpPr txBox="1">
                <a:spLocks noChangeArrowheads="1"/>
              </p:cNvSpPr>
              <p:nvPr/>
            </p:nvSpPr>
            <p:spPr bwMode="auto">
              <a:xfrm>
                <a:off x="4497" y="1619"/>
                <a:ext cx="1612" cy="352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ru-RU" sz="1100" b="1" dirty="0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С.Петербург (634)</a:t>
                </a:r>
              </a:p>
            </p:txBody>
          </p:sp>
          <p:sp>
            <p:nvSpPr>
              <p:cNvPr id="51269" name="Oval 69"/>
              <p:cNvSpPr>
                <a:spLocks noChangeArrowheads="1"/>
              </p:cNvSpPr>
              <p:nvPr/>
            </p:nvSpPr>
            <p:spPr bwMode="auto">
              <a:xfrm>
                <a:off x="540" y="2162"/>
                <a:ext cx="173" cy="173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8" name="Text Box 68"/>
              <p:cNvSpPr txBox="1">
                <a:spLocks noChangeArrowheads="1"/>
              </p:cNvSpPr>
              <p:nvPr/>
            </p:nvSpPr>
            <p:spPr bwMode="auto">
              <a:xfrm>
                <a:off x="537" y="2519"/>
                <a:ext cx="1072" cy="35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ru-RU" sz="1100" b="1" dirty="0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Рига (839)</a:t>
                </a:r>
              </a:p>
            </p:txBody>
          </p:sp>
          <p:sp>
            <p:nvSpPr>
              <p:cNvPr id="51267" name="Oval 67"/>
              <p:cNvSpPr>
                <a:spLocks noChangeArrowheads="1"/>
              </p:cNvSpPr>
              <p:nvPr/>
            </p:nvSpPr>
            <p:spPr bwMode="auto">
              <a:xfrm>
                <a:off x="1799" y="902"/>
                <a:ext cx="173" cy="174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6" name="Oval 66"/>
              <p:cNvSpPr>
                <a:spLocks noChangeArrowheads="1"/>
              </p:cNvSpPr>
              <p:nvPr/>
            </p:nvSpPr>
            <p:spPr bwMode="auto">
              <a:xfrm>
                <a:off x="5757" y="3419"/>
                <a:ext cx="173" cy="175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5" name="Text Box 65"/>
              <p:cNvSpPr txBox="1">
                <a:spLocks noChangeArrowheads="1"/>
              </p:cNvSpPr>
              <p:nvPr/>
            </p:nvSpPr>
            <p:spPr bwMode="auto">
              <a:xfrm>
                <a:off x="5906" y="3238"/>
                <a:ext cx="1255" cy="351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sz="1100" b="1" dirty="0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Тверь (161)</a:t>
                </a:r>
              </a:p>
            </p:txBody>
          </p:sp>
          <p:sp>
            <p:nvSpPr>
              <p:cNvPr id="51264" name="AutoShape 64"/>
              <p:cNvSpPr>
                <a:spLocks noChangeShapeType="1"/>
              </p:cNvSpPr>
              <p:nvPr/>
            </p:nvSpPr>
            <p:spPr bwMode="auto">
              <a:xfrm flipH="1">
                <a:off x="1888" y="155"/>
                <a:ext cx="290" cy="746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3" name="AutoShape 63"/>
              <p:cNvSpPr>
                <a:spLocks noChangeShapeType="1"/>
              </p:cNvSpPr>
              <p:nvPr/>
            </p:nvSpPr>
            <p:spPr bwMode="auto">
              <a:xfrm flipH="1">
                <a:off x="692" y="1055"/>
                <a:ext cx="1122" cy="1132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2" name="AutoShape 62"/>
              <p:cNvSpPr>
                <a:spLocks noChangeShapeType="1"/>
              </p:cNvSpPr>
              <p:nvPr/>
            </p:nvSpPr>
            <p:spPr bwMode="auto">
              <a:xfrm>
                <a:off x="1825" y="927"/>
                <a:ext cx="2520" cy="898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1" name="AutoShape 61"/>
              <p:cNvSpPr>
                <a:spLocks noChangeShapeType="1"/>
              </p:cNvSpPr>
              <p:nvPr/>
            </p:nvSpPr>
            <p:spPr bwMode="auto">
              <a:xfrm>
                <a:off x="4345" y="1827"/>
                <a:ext cx="1438" cy="1618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0" name="AutoShape 60"/>
              <p:cNvSpPr>
                <a:spLocks noChangeShapeType="1"/>
              </p:cNvSpPr>
              <p:nvPr/>
            </p:nvSpPr>
            <p:spPr bwMode="auto">
              <a:xfrm>
                <a:off x="540" y="2251"/>
                <a:ext cx="5243" cy="1194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59" name="AutoShape 59"/>
              <p:cNvSpPr>
                <a:spLocks noChangeShapeType="1"/>
              </p:cNvSpPr>
              <p:nvPr/>
            </p:nvSpPr>
            <p:spPr bwMode="auto">
              <a:xfrm flipH="1">
                <a:off x="718" y="1955"/>
                <a:ext cx="3621" cy="292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58" name="AutoShape 58"/>
              <p:cNvSpPr>
                <a:spLocks noChangeShapeType="1"/>
              </p:cNvSpPr>
              <p:nvPr/>
            </p:nvSpPr>
            <p:spPr bwMode="auto">
              <a:xfrm flipH="1" flipV="1">
                <a:off x="2310" y="155"/>
                <a:ext cx="2024" cy="1664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57" name="AutoShape 57"/>
              <p:cNvSpPr>
                <a:spLocks noChangeShapeType="1"/>
              </p:cNvSpPr>
              <p:nvPr/>
            </p:nvSpPr>
            <p:spPr bwMode="auto">
              <a:xfrm flipH="1">
                <a:off x="629" y="92"/>
                <a:ext cx="1525" cy="2065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56" name="AutoShape 56"/>
              <p:cNvSpPr>
                <a:spLocks noChangeShapeType="1"/>
              </p:cNvSpPr>
              <p:nvPr/>
            </p:nvSpPr>
            <p:spPr bwMode="auto">
              <a:xfrm>
                <a:off x="540" y="2251"/>
                <a:ext cx="6865" cy="2994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55" name="Text Box 55"/>
              <p:cNvSpPr txBox="1">
                <a:spLocks noChangeArrowheads="1"/>
              </p:cNvSpPr>
              <p:nvPr/>
            </p:nvSpPr>
            <p:spPr bwMode="auto">
              <a:xfrm>
                <a:off x="3776" y="3957"/>
                <a:ext cx="540" cy="353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sz="1100" b="1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839</a:t>
                </a:r>
              </a:p>
            </p:txBody>
          </p:sp>
          <p:sp>
            <p:nvSpPr>
              <p:cNvPr id="51254" name="Text Box 54"/>
              <p:cNvSpPr txBox="1">
                <a:spLocks noChangeArrowheads="1"/>
              </p:cNvSpPr>
              <p:nvPr/>
            </p:nvSpPr>
            <p:spPr bwMode="auto">
              <a:xfrm>
                <a:off x="7556" y="5036"/>
                <a:ext cx="1254" cy="352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11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Москва (0)</a:t>
                </a:r>
                <a:endParaRPr kumimoji="0" lang="ru-RU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53" name="Oval 53"/>
              <p:cNvSpPr>
                <a:spLocks noChangeArrowheads="1"/>
              </p:cNvSpPr>
              <p:nvPr/>
            </p:nvSpPr>
            <p:spPr bwMode="auto">
              <a:xfrm>
                <a:off x="7379" y="5221"/>
                <a:ext cx="172" cy="174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cxnSp>
        <p:nvCxnSpPr>
          <p:cNvPr id="112" name="Прямая со стрелкой 111"/>
          <p:cNvCxnSpPr/>
          <p:nvPr/>
        </p:nvCxnSpPr>
        <p:spPr>
          <a:xfrm>
            <a:off x="2071670" y="2500306"/>
            <a:ext cx="2428892" cy="785818"/>
          </a:xfrm>
          <a:prstGeom prst="straightConnector1">
            <a:avLst/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23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52225" name="Group 1"/>
          <p:cNvGrpSpPr>
            <a:grpSpLocks/>
          </p:cNvGrpSpPr>
          <p:nvPr/>
        </p:nvGrpSpPr>
        <p:grpSpPr bwMode="auto">
          <a:xfrm>
            <a:off x="4071934" y="1714488"/>
            <a:ext cx="7000924" cy="2571768"/>
            <a:chOff x="0" y="0"/>
            <a:chExt cx="9174" cy="1797"/>
          </a:xfrm>
        </p:grpSpPr>
        <p:sp>
          <p:nvSpPr>
            <p:cNvPr id="52233" name="Rectangle 9"/>
            <p:cNvSpPr>
              <a:spLocks noChangeArrowheads="1"/>
            </p:cNvSpPr>
            <p:nvPr/>
          </p:nvSpPr>
          <p:spPr bwMode="auto">
            <a:xfrm>
              <a:off x="0" y="3"/>
              <a:ext cx="9174" cy="179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2232" name="Text Box 8"/>
            <p:cNvSpPr txBox="1">
              <a:spLocks noChangeArrowheads="1"/>
            </p:cNvSpPr>
            <p:nvPr/>
          </p:nvSpPr>
          <p:spPr bwMode="auto">
            <a:xfrm>
              <a:off x="3957" y="0"/>
              <a:ext cx="896" cy="354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800" b="0" i="0" u="none" strike="noStrike" cap="none" normalizeH="0" baseline="0" dirty="0" err="1">
                  <a:ln>
                    <a:noFill/>
                  </a:ln>
                  <a:solidFill>
                    <a:srgbClr val="00206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Таллин</a:t>
              </a:r>
              <a:endParaRPr kumimoji="0" lang="ru-RU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2231" name="Text Box 7"/>
            <p:cNvSpPr txBox="1">
              <a:spLocks noChangeArrowheads="1"/>
            </p:cNvSpPr>
            <p:nvPr/>
          </p:nvSpPr>
          <p:spPr bwMode="auto">
            <a:xfrm>
              <a:off x="3777" y="900"/>
              <a:ext cx="1074" cy="714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05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Рига </a:t>
              </a:r>
              <a:endParaRPr kumimoji="0" 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05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276+(839)</a:t>
              </a:r>
              <a:endParaRPr kumimoji="0" 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05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=1115</a:t>
              </a:r>
              <a:endParaRPr kumimoji="0" 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2230" name="Line 6"/>
            <p:cNvSpPr>
              <a:spLocks noChangeShapeType="1"/>
            </p:cNvSpPr>
            <p:nvPr/>
          </p:nvSpPr>
          <p:spPr bwMode="auto">
            <a:xfrm>
              <a:off x="4319" y="362"/>
              <a:ext cx="0" cy="53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2229" name="Text Box 5"/>
            <p:cNvSpPr txBox="1">
              <a:spLocks noChangeArrowheads="1"/>
            </p:cNvSpPr>
            <p:nvPr/>
          </p:nvSpPr>
          <p:spPr bwMode="auto">
            <a:xfrm>
              <a:off x="2337" y="900"/>
              <a:ext cx="1255" cy="714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05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Хельсинки </a:t>
              </a:r>
              <a:endParaRPr kumimoji="0" 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05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100+(897)</a:t>
              </a:r>
              <a:endParaRPr kumimoji="0" 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05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=997</a:t>
              </a:r>
              <a:endParaRPr kumimoji="0" 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2228" name="Line 4"/>
            <p:cNvSpPr>
              <a:spLocks noChangeShapeType="1"/>
            </p:cNvSpPr>
            <p:nvPr/>
          </p:nvSpPr>
          <p:spPr bwMode="auto">
            <a:xfrm flipH="1">
              <a:off x="3056" y="362"/>
              <a:ext cx="1254" cy="536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2227" name="Text Box 3"/>
            <p:cNvSpPr txBox="1">
              <a:spLocks noChangeArrowheads="1"/>
            </p:cNvSpPr>
            <p:nvPr/>
          </p:nvSpPr>
          <p:spPr bwMode="auto">
            <a:xfrm>
              <a:off x="5036" y="900"/>
              <a:ext cx="1254" cy="714"/>
            </a:xfrm>
            <a:prstGeom prst="rect">
              <a:avLst/>
            </a:prstGeom>
            <a:solidFill>
              <a:srgbClr val="C0C0C0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0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С.Петербург </a:t>
              </a:r>
              <a:endParaRPr kumimoji="0" lang="ru-RU" sz="10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0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313+(634)</a:t>
              </a:r>
              <a:endParaRPr kumimoji="0" lang="ru-RU" sz="10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0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=947</a:t>
              </a:r>
              <a:endParaRPr kumimoji="0" lang="ru-RU" sz="10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2226" name="Line 2"/>
            <p:cNvSpPr>
              <a:spLocks noChangeShapeType="1"/>
            </p:cNvSpPr>
            <p:nvPr/>
          </p:nvSpPr>
          <p:spPr bwMode="auto">
            <a:xfrm>
              <a:off x="4319" y="362"/>
              <a:ext cx="1435" cy="536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5107" y="-28478"/>
            <a:ext cx="7886700" cy="1325563"/>
          </a:xfrm>
        </p:spPr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Метод А*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AA6552E-788A-B8F1-F45B-C105AC8A4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58A6-6CF3-4447-8174-7E3892A2E7E3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428596" y="5903893"/>
            <a:ext cx="52864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</a:rPr>
              <a:t>Метод   А*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42020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2072" name="Rectangle 8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1235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1285" name="Rectangle 8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3" name="Group 51"/>
          <p:cNvGrpSpPr>
            <a:grpSpLocks/>
          </p:cNvGrpSpPr>
          <p:nvPr/>
        </p:nvGrpSpPr>
        <p:grpSpPr bwMode="auto">
          <a:xfrm>
            <a:off x="0" y="1428684"/>
            <a:ext cx="9355131" cy="5429316"/>
            <a:chOff x="0" y="-72"/>
            <a:chExt cx="8994" cy="5468"/>
          </a:xfrm>
        </p:grpSpPr>
        <p:sp>
          <p:nvSpPr>
            <p:cNvPr id="51284" name="Rectangle 84"/>
            <p:cNvSpPr>
              <a:spLocks noChangeArrowheads="1"/>
            </p:cNvSpPr>
            <p:nvPr/>
          </p:nvSpPr>
          <p:spPr bwMode="auto">
            <a:xfrm>
              <a:off x="0" y="2"/>
              <a:ext cx="8994" cy="539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pSp>
          <p:nvGrpSpPr>
            <p:cNvPr id="4" name="Group 52"/>
            <p:cNvGrpSpPr>
              <a:grpSpLocks/>
            </p:cNvGrpSpPr>
            <p:nvPr/>
          </p:nvGrpSpPr>
          <p:grpSpPr bwMode="auto">
            <a:xfrm>
              <a:off x="537" y="-72"/>
              <a:ext cx="8273" cy="5467"/>
              <a:chOff x="537" y="-72"/>
              <a:chExt cx="8273" cy="5467"/>
            </a:xfrm>
          </p:grpSpPr>
          <p:sp>
            <p:nvSpPr>
              <p:cNvPr id="51283" name="Text Box 83"/>
              <p:cNvSpPr txBox="1">
                <a:spLocks noChangeArrowheads="1"/>
              </p:cNvSpPr>
              <p:nvPr/>
            </p:nvSpPr>
            <p:spPr bwMode="auto">
              <a:xfrm>
                <a:off x="1923" y="648"/>
                <a:ext cx="1294" cy="534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ru-RU" sz="1050" b="1" dirty="0" err="1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Таллин</a:t>
                </a:r>
                <a:r>
                  <a:rPr lang="ru-RU" sz="1050" b="1" dirty="0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    (864) </a:t>
                </a:r>
              </a:p>
            </p:txBody>
          </p:sp>
          <p:sp>
            <p:nvSpPr>
              <p:cNvPr id="51282" name="Text Box 82"/>
              <p:cNvSpPr txBox="1">
                <a:spLocks noChangeArrowheads="1"/>
              </p:cNvSpPr>
              <p:nvPr/>
            </p:nvSpPr>
            <p:spPr bwMode="auto">
              <a:xfrm>
                <a:off x="6478" y="3960"/>
                <a:ext cx="540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81" name="Text Box 81"/>
              <p:cNvSpPr txBox="1">
                <a:spLocks noChangeArrowheads="1"/>
              </p:cNvSpPr>
              <p:nvPr/>
            </p:nvSpPr>
            <p:spPr bwMode="auto">
              <a:xfrm>
                <a:off x="5035" y="2339"/>
                <a:ext cx="540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483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80" name="Text Box 80"/>
              <p:cNvSpPr txBox="1">
                <a:spLocks noChangeArrowheads="1"/>
              </p:cNvSpPr>
              <p:nvPr/>
            </p:nvSpPr>
            <p:spPr bwMode="auto">
              <a:xfrm>
                <a:off x="3056" y="2519"/>
                <a:ext cx="540" cy="353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ru-RU" sz="1050" b="1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716</a:t>
                </a:r>
              </a:p>
            </p:txBody>
          </p:sp>
          <p:sp>
            <p:nvSpPr>
              <p:cNvPr id="51279" name="Text Box 79"/>
              <p:cNvSpPr txBox="1">
                <a:spLocks noChangeArrowheads="1"/>
              </p:cNvSpPr>
              <p:nvPr/>
            </p:nvSpPr>
            <p:spPr bwMode="auto">
              <a:xfrm>
                <a:off x="2516" y="1800"/>
                <a:ext cx="540" cy="353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sz="1050" b="1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476</a:t>
                </a:r>
              </a:p>
            </p:txBody>
          </p:sp>
          <p:sp>
            <p:nvSpPr>
              <p:cNvPr id="51278" name="Text Box 78"/>
              <p:cNvSpPr txBox="1">
                <a:spLocks noChangeArrowheads="1"/>
              </p:cNvSpPr>
              <p:nvPr/>
            </p:nvSpPr>
            <p:spPr bwMode="auto">
              <a:xfrm>
                <a:off x="1258" y="1439"/>
                <a:ext cx="539" cy="353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sz="1050" b="1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276</a:t>
                </a:r>
              </a:p>
            </p:txBody>
          </p:sp>
          <p:sp>
            <p:nvSpPr>
              <p:cNvPr id="51277" name="Text Box 77"/>
              <p:cNvSpPr txBox="1">
                <a:spLocks noChangeArrowheads="1"/>
              </p:cNvSpPr>
              <p:nvPr/>
            </p:nvSpPr>
            <p:spPr bwMode="auto">
              <a:xfrm>
                <a:off x="1976" y="360"/>
                <a:ext cx="540" cy="35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ru-RU" sz="1050" b="1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100</a:t>
                </a:r>
              </a:p>
            </p:txBody>
          </p:sp>
          <p:sp>
            <p:nvSpPr>
              <p:cNvPr id="51276" name="Text Box 76"/>
              <p:cNvSpPr txBox="1">
                <a:spLocks noChangeArrowheads="1"/>
              </p:cNvSpPr>
              <p:nvPr/>
            </p:nvSpPr>
            <p:spPr bwMode="auto">
              <a:xfrm>
                <a:off x="896" y="720"/>
                <a:ext cx="540" cy="353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ru-RU" sz="1050" b="1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377</a:t>
                </a:r>
              </a:p>
            </p:txBody>
          </p:sp>
          <p:sp>
            <p:nvSpPr>
              <p:cNvPr id="51275" name="Text Box 75"/>
              <p:cNvSpPr txBox="1">
                <a:spLocks noChangeArrowheads="1"/>
              </p:cNvSpPr>
              <p:nvPr/>
            </p:nvSpPr>
            <p:spPr bwMode="auto">
              <a:xfrm>
                <a:off x="2517" y="1260"/>
                <a:ext cx="539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313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74" name="Text Box 74"/>
              <p:cNvSpPr txBox="1">
                <a:spLocks noChangeArrowheads="1"/>
              </p:cNvSpPr>
              <p:nvPr/>
            </p:nvSpPr>
            <p:spPr bwMode="auto">
              <a:xfrm>
                <a:off x="3237" y="720"/>
                <a:ext cx="538" cy="353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sz="1050" b="1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295</a:t>
                </a:r>
              </a:p>
            </p:txBody>
          </p:sp>
          <p:sp>
            <p:nvSpPr>
              <p:cNvPr id="51273" name="Oval 73"/>
              <p:cNvSpPr>
                <a:spLocks noChangeArrowheads="1"/>
              </p:cNvSpPr>
              <p:nvPr/>
            </p:nvSpPr>
            <p:spPr bwMode="auto">
              <a:xfrm>
                <a:off x="2160" y="2"/>
                <a:ext cx="172" cy="175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72" name="Text Box 72"/>
              <p:cNvSpPr txBox="1">
                <a:spLocks noChangeArrowheads="1"/>
              </p:cNvSpPr>
              <p:nvPr/>
            </p:nvSpPr>
            <p:spPr bwMode="auto">
              <a:xfrm>
                <a:off x="2404" y="-72"/>
                <a:ext cx="1435" cy="353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sz="1050" b="1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Хельсинки (897)</a:t>
                </a:r>
              </a:p>
            </p:txBody>
          </p:sp>
          <p:sp>
            <p:nvSpPr>
              <p:cNvPr id="51271" name="Oval 71"/>
              <p:cNvSpPr>
                <a:spLocks noChangeArrowheads="1"/>
              </p:cNvSpPr>
              <p:nvPr/>
            </p:nvSpPr>
            <p:spPr bwMode="auto">
              <a:xfrm>
                <a:off x="4319" y="1802"/>
                <a:ext cx="172" cy="174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70" name="Text Box 70"/>
              <p:cNvSpPr txBox="1">
                <a:spLocks noChangeArrowheads="1"/>
              </p:cNvSpPr>
              <p:nvPr/>
            </p:nvSpPr>
            <p:spPr bwMode="auto">
              <a:xfrm>
                <a:off x="4327" y="1511"/>
                <a:ext cx="1612" cy="352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ru-RU" sz="1050" b="1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С.Петербург (634)</a:t>
                </a:r>
              </a:p>
            </p:txBody>
          </p:sp>
          <p:sp>
            <p:nvSpPr>
              <p:cNvPr id="51269" name="Oval 69"/>
              <p:cNvSpPr>
                <a:spLocks noChangeArrowheads="1"/>
              </p:cNvSpPr>
              <p:nvPr/>
            </p:nvSpPr>
            <p:spPr bwMode="auto">
              <a:xfrm>
                <a:off x="540" y="2162"/>
                <a:ext cx="173" cy="173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8" name="Text Box 68"/>
              <p:cNvSpPr txBox="1">
                <a:spLocks noChangeArrowheads="1"/>
              </p:cNvSpPr>
              <p:nvPr/>
            </p:nvSpPr>
            <p:spPr bwMode="auto">
              <a:xfrm>
                <a:off x="537" y="2519"/>
                <a:ext cx="1072" cy="35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sz="1050" b="1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Рига (839)</a:t>
                </a:r>
              </a:p>
            </p:txBody>
          </p:sp>
          <p:sp>
            <p:nvSpPr>
              <p:cNvPr id="51267" name="Oval 67"/>
              <p:cNvSpPr>
                <a:spLocks noChangeArrowheads="1"/>
              </p:cNvSpPr>
              <p:nvPr/>
            </p:nvSpPr>
            <p:spPr bwMode="auto">
              <a:xfrm>
                <a:off x="1799" y="902"/>
                <a:ext cx="173" cy="174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6" name="Oval 66"/>
              <p:cNvSpPr>
                <a:spLocks noChangeArrowheads="1"/>
              </p:cNvSpPr>
              <p:nvPr/>
            </p:nvSpPr>
            <p:spPr bwMode="auto">
              <a:xfrm>
                <a:off x="5757" y="3419"/>
                <a:ext cx="173" cy="175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5" name="Text Box 65"/>
              <p:cNvSpPr txBox="1">
                <a:spLocks noChangeArrowheads="1"/>
              </p:cNvSpPr>
              <p:nvPr/>
            </p:nvSpPr>
            <p:spPr bwMode="auto">
              <a:xfrm>
                <a:off x="5936" y="3239"/>
                <a:ext cx="1255" cy="351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sz="1050" b="1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Тверь (161)</a:t>
                </a:r>
              </a:p>
            </p:txBody>
          </p:sp>
          <p:sp>
            <p:nvSpPr>
              <p:cNvPr id="51264" name="AutoShape 64"/>
              <p:cNvSpPr>
                <a:spLocks noChangeShapeType="1"/>
              </p:cNvSpPr>
              <p:nvPr/>
            </p:nvSpPr>
            <p:spPr bwMode="auto">
              <a:xfrm flipH="1">
                <a:off x="1888" y="155"/>
                <a:ext cx="290" cy="746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3" name="AutoShape 63"/>
              <p:cNvSpPr>
                <a:spLocks noChangeShapeType="1"/>
              </p:cNvSpPr>
              <p:nvPr/>
            </p:nvSpPr>
            <p:spPr bwMode="auto">
              <a:xfrm flipH="1">
                <a:off x="692" y="1055"/>
                <a:ext cx="1122" cy="1132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2" name="AutoShape 62"/>
              <p:cNvSpPr>
                <a:spLocks noChangeShapeType="1"/>
              </p:cNvSpPr>
              <p:nvPr/>
            </p:nvSpPr>
            <p:spPr bwMode="auto">
              <a:xfrm>
                <a:off x="1825" y="927"/>
                <a:ext cx="2520" cy="898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1" name="AutoShape 61"/>
              <p:cNvSpPr>
                <a:spLocks noChangeShapeType="1"/>
              </p:cNvSpPr>
              <p:nvPr/>
            </p:nvSpPr>
            <p:spPr bwMode="auto">
              <a:xfrm>
                <a:off x="4345" y="1827"/>
                <a:ext cx="1438" cy="1618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0" name="AutoShape 60"/>
              <p:cNvSpPr>
                <a:spLocks noChangeShapeType="1"/>
              </p:cNvSpPr>
              <p:nvPr/>
            </p:nvSpPr>
            <p:spPr bwMode="auto">
              <a:xfrm>
                <a:off x="540" y="2251"/>
                <a:ext cx="5243" cy="1194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59" name="AutoShape 59"/>
              <p:cNvSpPr>
                <a:spLocks noChangeShapeType="1"/>
              </p:cNvSpPr>
              <p:nvPr/>
            </p:nvSpPr>
            <p:spPr bwMode="auto">
              <a:xfrm flipH="1">
                <a:off x="718" y="1955"/>
                <a:ext cx="3621" cy="292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58" name="AutoShape 58"/>
              <p:cNvSpPr>
                <a:spLocks noChangeShapeType="1"/>
              </p:cNvSpPr>
              <p:nvPr/>
            </p:nvSpPr>
            <p:spPr bwMode="auto">
              <a:xfrm flipH="1" flipV="1">
                <a:off x="2310" y="155"/>
                <a:ext cx="2024" cy="1664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57" name="AutoShape 57"/>
              <p:cNvSpPr>
                <a:spLocks noChangeShapeType="1"/>
              </p:cNvSpPr>
              <p:nvPr/>
            </p:nvSpPr>
            <p:spPr bwMode="auto">
              <a:xfrm flipH="1">
                <a:off x="629" y="92"/>
                <a:ext cx="1525" cy="2065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56" name="AutoShape 56"/>
              <p:cNvSpPr>
                <a:spLocks noChangeShapeType="1"/>
              </p:cNvSpPr>
              <p:nvPr/>
            </p:nvSpPr>
            <p:spPr bwMode="auto">
              <a:xfrm>
                <a:off x="540" y="2251"/>
                <a:ext cx="6865" cy="2994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55" name="Text Box 55"/>
              <p:cNvSpPr txBox="1">
                <a:spLocks noChangeArrowheads="1"/>
              </p:cNvSpPr>
              <p:nvPr/>
            </p:nvSpPr>
            <p:spPr bwMode="auto">
              <a:xfrm>
                <a:off x="3776" y="3957"/>
                <a:ext cx="540" cy="353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ru-RU" sz="1050" b="1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839</a:t>
                </a:r>
              </a:p>
            </p:txBody>
          </p:sp>
          <p:sp>
            <p:nvSpPr>
              <p:cNvPr id="51254" name="Text Box 54"/>
              <p:cNvSpPr txBox="1">
                <a:spLocks noChangeArrowheads="1"/>
              </p:cNvSpPr>
              <p:nvPr/>
            </p:nvSpPr>
            <p:spPr bwMode="auto">
              <a:xfrm>
                <a:off x="7556" y="5036"/>
                <a:ext cx="1254" cy="352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105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Москва (0</a:t>
                </a:r>
                <a:r>
                  <a:rPr kumimoji="0" lang="ru-RU" sz="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)</a:t>
                </a:r>
                <a:endParaRPr kumimoji="0" lang="ru-RU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53" name="Oval 53"/>
              <p:cNvSpPr>
                <a:spLocks noChangeArrowheads="1"/>
              </p:cNvSpPr>
              <p:nvPr/>
            </p:nvSpPr>
            <p:spPr bwMode="auto">
              <a:xfrm>
                <a:off x="7379" y="5221"/>
                <a:ext cx="172" cy="174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cxnSp>
        <p:nvCxnSpPr>
          <p:cNvPr id="112" name="Прямая со стрелкой 111"/>
          <p:cNvCxnSpPr/>
          <p:nvPr/>
        </p:nvCxnSpPr>
        <p:spPr>
          <a:xfrm>
            <a:off x="2071670" y="2500306"/>
            <a:ext cx="2428892" cy="785818"/>
          </a:xfrm>
          <a:prstGeom prst="straightConnector1">
            <a:avLst/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Прямая со стрелкой 112"/>
          <p:cNvCxnSpPr/>
          <p:nvPr/>
        </p:nvCxnSpPr>
        <p:spPr>
          <a:xfrm rot="16200000" flipH="1">
            <a:off x="4572000" y="3500438"/>
            <a:ext cx="1500198" cy="1357322"/>
          </a:xfrm>
          <a:prstGeom prst="straightConnector1">
            <a:avLst/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23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42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54287" name="Group 15"/>
          <p:cNvGrpSpPr>
            <a:grpSpLocks/>
          </p:cNvGrpSpPr>
          <p:nvPr/>
        </p:nvGrpSpPr>
        <p:grpSpPr bwMode="auto">
          <a:xfrm>
            <a:off x="4714876" y="1500174"/>
            <a:ext cx="5786477" cy="2500330"/>
            <a:chOff x="0" y="175"/>
            <a:chExt cx="9174" cy="3054"/>
          </a:xfrm>
        </p:grpSpPr>
        <p:sp>
          <p:nvSpPr>
            <p:cNvPr id="54288" name="Rectangle 16"/>
            <p:cNvSpPr>
              <a:spLocks noChangeArrowheads="1"/>
            </p:cNvSpPr>
            <p:nvPr/>
          </p:nvSpPr>
          <p:spPr bwMode="auto">
            <a:xfrm>
              <a:off x="0" y="175"/>
              <a:ext cx="9174" cy="305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289" name="Text Box 17"/>
            <p:cNvSpPr txBox="1">
              <a:spLocks noChangeArrowheads="1"/>
            </p:cNvSpPr>
            <p:nvPr/>
          </p:nvSpPr>
          <p:spPr bwMode="auto">
            <a:xfrm>
              <a:off x="3171" y="2157"/>
              <a:ext cx="1681" cy="897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</a:pPr>
              <a:r>
                <a:rPr kumimoji="0" lang="ru-RU" sz="105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Рига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</a:pPr>
              <a:r>
                <a:rPr kumimoji="0" lang="ru-RU" sz="105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313+476+(839)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</a:pPr>
              <a:r>
                <a:rPr kumimoji="0" lang="ru-RU" sz="105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=1628</a:t>
              </a:r>
              <a:endParaRPr kumimoji="0" 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</a:pPr>
              <a:endParaRPr kumimoji="0" lang="ru-RU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4290" name="Line 18"/>
            <p:cNvSpPr>
              <a:spLocks noChangeShapeType="1"/>
            </p:cNvSpPr>
            <p:nvPr/>
          </p:nvSpPr>
          <p:spPr bwMode="auto">
            <a:xfrm>
              <a:off x="4319" y="1618"/>
              <a:ext cx="0" cy="53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291" name="Text Box 19"/>
            <p:cNvSpPr txBox="1">
              <a:spLocks noChangeArrowheads="1"/>
            </p:cNvSpPr>
            <p:nvPr/>
          </p:nvSpPr>
          <p:spPr bwMode="auto">
            <a:xfrm>
              <a:off x="1618" y="2157"/>
              <a:ext cx="1435" cy="897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</a:pPr>
              <a:r>
                <a:rPr kumimoji="0" lang="ru-RU" sz="105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Хельсинки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</a:pPr>
              <a:r>
                <a:rPr kumimoji="0" lang="ru-RU" sz="105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313+295+ (897)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</a:pPr>
              <a:r>
                <a:rPr kumimoji="0" lang="ru-RU" sz="105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=1505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4292" name="Line 20"/>
            <p:cNvSpPr>
              <a:spLocks noChangeShapeType="1"/>
            </p:cNvSpPr>
            <p:nvPr/>
          </p:nvSpPr>
          <p:spPr bwMode="auto">
            <a:xfrm flipH="1">
              <a:off x="2337" y="1618"/>
              <a:ext cx="1975" cy="535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293" name="Text Box 21"/>
            <p:cNvSpPr txBox="1">
              <a:spLocks noChangeArrowheads="1"/>
            </p:cNvSpPr>
            <p:nvPr/>
          </p:nvSpPr>
          <p:spPr bwMode="auto">
            <a:xfrm>
              <a:off x="5036" y="2157"/>
              <a:ext cx="1434" cy="897"/>
            </a:xfrm>
            <a:prstGeom prst="rect">
              <a:avLst/>
            </a:prstGeom>
            <a:solidFill>
              <a:srgbClr val="C0C0C0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</a:pPr>
              <a:r>
                <a:rPr kumimoji="0" lang="ru-RU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Тверь</a:t>
              </a:r>
              <a:r>
                <a:rPr kumimoji="0" lang="ru-RU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</a:pPr>
              <a:r>
                <a:rPr kumimoji="0" lang="ru-RU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313+483+ (161)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</a:pPr>
              <a:r>
                <a:rPr kumimoji="0" lang="ru-RU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= 957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4294" name="Line 22"/>
            <p:cNvSpPr>
              <a:spLocks noChangeShapeType="1"/>
            </p:cNvSpPr>
            <p:nvPr/>
          </p:nvSpPr>
          <p:spPr bwMode="auto">
            <a:xfrm>
              <a:off x="4319" y="1618"/>
              <a:ext cx="1435" cy="535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295" name="Text Box 23"/>
            <p:cNvSpPr txBox="1">
              <a:spLocks noChangeArrowheads="1"/>
            </p:cNvSpPr>
            <p:nvPr/>
          </p:nvSpPr>
          <p:spPr bwMode="auto">
            <a:xfrm>
              <a:off x="2492" y="873"/>
              <a:ext cx="1133" cy="712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</a:pPr>
              <a:r>
                <a:rPr lang="ru-RU" sz="1050" dirty="0">
                  <a:latin typeface="Times New Roman" pitchFamily="18" charset="0"/>
                  <a:cs typeface="Arial" pitchFamily="34" charset="0"/>
                </a:rPr>
                <a:t>Рига </a:t>
              </a:r>
            </a:p>
            <a:p>
              <a:pPr fontAlgn="base">
                <a:spcBef>
                  <a:spcPct val="0"/>
                </a:spcBef>
                <a:spcAft>
                  <a:spcPts val="1000"/>
                </a:spcAft>
              </a:pPr>
              <a:r>
                <a:rPr lang="ru-RU" sz="1050" dirty="0">
                  <a:latin typeface="Times New Roman" pitchFamily="18" charset="0"/>
                  <a:cs typeface="Arial" pitchFamily="34" charset="0"/>
                </a:rPr>
                <a:t>276+(839)</a:t>
              </a:r>
              <a:r>
                <a:rPr lang="en-US" sz="1050" dirty="0">
                  <a:latin typeface="Times New Roman" pitchFamily="18" charset="0"/>
                  <a:cs typeface="Arial" pitchFamily="34" charset="0"/>
                </a:rPr>
                <a:t> </a:t>
              </a:r>
              <a:r>
                <a:rPr lang="ru-RU" sz="1050" dirty="0">
                  <a:latin typeface="Times New Roman" pitchFamily="18" charset="0"/>
                  <a:cs typeface="Arial" pitchFamily="34" charset="0"/>
                </a:rPr>
                <a:t>=1115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ru-RU" sz="800" dirty="0">
                <a:latin typeface="Times New Roman" pitchFamily="18" charset="0"/>
                <a:cs typeface="Arial" pitchFamily="34" charset="0"/>
              </a:endParaRPr>
            </a:p>
          </p:txBody>
        </p:sp>
        <p:sp>
          <p:nvSpPr>
            <p:cNvPr id="54296" name="Line 24"/>
            <p:cNvSpPr>
              <a:spLocks noChangeShapeType="1"/>
            </p:cNvSpPr>
            <p:nvPr/>
          </p:nvSpPr>
          <p:spPr bwMode="auto">
            <a:xfrm>
              <a:off x="3059" y="360"/>
              <a:ext cx="0" cy="53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297" name="Text Box 25"/>
            <p:cNvSpPr txBox="1">
              <a:spLocks noChangeArrowheads="1"/>
            </p:cNvSpPr>
            <p:nvPr/>
          </p:nvSpPr>
          <p:spPr bwMode="auto">
            <a:xfrm>
              <a:off x="1077" y="899"/>
              <a:ext cx="1255" cy="712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</a:pPr>
              <a:r>
                <a:rPr kumimoji="0" lang="ru-RU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Хельсинки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</a:pPr>
              <a:r>
                <a:rPr kumimoji="0" lang="ru-RU" sz="105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100+(897)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</a:pPr>
              <a:r>
                <a:rPr kumimoji="0" lang="ru-RU" sz="105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=997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4298" name="Line 26"/>
            <p:cNvSpPr>
              <a:spLocks noChangeShapeType="1"/>
            </p:cNvSpPr>
            <p:nvPr/>
          </p:nvSpPr>
          <p:spPr bwMode="auto">
            <a:xfrm flipH="1">
              <a:off x="1797" y="360"/>
              <a:ext cx="1254" cy="537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299" name="Text Box 27"/>
            <p:cNvSpPr txBox="1">
              <a:spLocks noChangeArrowheads="1"/>
            </p:cNvSpPr>
            <p:nvPr/>
          </p:nvSpPr>
          <p:spPr bwMode="auto">
            <a:xfrm>
              <a:off x="3777" y="899"/>
              <a:ext cx="1433" cy="712"/>
            </a:xfrm>
            <a:prstGeom prst="rect">
              <a:avLst/>
            </a:prstGeom>
            <a:solidFill>
              <a:srgbClr val="C0C0C0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</a:pPr>
              <a:r>
                <a:rPr kumimoji="0" lang="ru-RU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С.Петербург</a:t>
              </a:r>
              <a:r>
                <a:rPr kumimoji="0" lang="ru-RU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</a:pPr>
              <a:r>
                <a:rPr kumimoji="0" lang="ru-RU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313+(634)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</a:pPr>
              <a:r>
                <a:rPr kumimoji="0" lang="ru-RU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=947</a:t>
              </a:r>
              <a:endParaRPr kumimoji="0" 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4300" name="Line 28"/>
            <p:cNvSpPr>
              <a:spLocks noChangeShapeType="1"/>
            </p:cNvSpPr>
            <p:nvPr/>
          </p:nvSpPr>
          <p:spPr bwMode="auto">
            <a:xfrm>
              <a:off x="3059" y="360"/>
              <a:ext cx="1434" cy="537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655" y="48342"/>
            <a:ext cx="7886700" cy="1325563"/>
          </a:xfrm>
        </p:spPr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Метод А*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E7E1E15-FA2D-3FC3-79A0-CC832BFA7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58A6-6CF3-4447-8174-7E3892A2E7E3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285720" y="5903893"/>
            <a:ext cx="5429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</a:rPr>
              <a:t>Метод  А*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42020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2072" name="Rectangle 8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1235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1285" name="Rectangle 8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3" name="Group 51"/>
          <p:cNvGrpSpPr>
            <a:grpSpLocks/>
          </p:cNvGrpSpPr>
          <p:nvPr/>
        </p:nvGrpSpPr>
        <p:grpSpPr bwMode="auto">
          <a:xfrm>
            <a:off x="0" y="1500175"/>
            <a:ext cx="9355131" cy="5357825"/>
            <a:chOff x="0" y="0"/>
            <a:chExt cx="8994" cy="5396"/>
          </a:xfrm>
        </p:grpSpPr>
        <p:sp>
          <p:nvSpPr>
            <p:cNvPr id="51284" name="Rectangle 84"/>
            <p:cNvSpPr>
              <a:spLocks noChangeArrowheads="1"/>
            </p:cNvSpPr>
            <p:nvPr/>
          </p:nvSpPr>
          <p:spPr bwMode="auto">
            <a:xfrm>
              <a:off x="0" y="2"/>
              <a:ext cx="8994" cy="539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pSp>
          <p:nvGrpSpPr>
            <p:cNvPr id="4" name="Group 52"/>
            <p:cNvGrpSpPr>
              <a:grpSpLocks/>
            </p:cNvGrpSpPr>
            <p:nvPr/>
          </p:nvGrpSpPr>
          <p:grpSpPr bwMode="auto">
            <a:xfrm>
              <a:off x="537" y="0"/>
              <a:ext cx="8273" cy="5395"/>
              <a:chOff x="537" y="0"/>
              <a:chExt cx="8273" cy="5395"/>
            </a:xfrm>
          </p:grpSpPr>
          <p:sp>
            <p:nvSpPr>
              <p:cNvPr id="51283" name="Text Box 83"/>
              <p:cNvSpPr txBox="1">
                <a:spLocks noChangeArrowheads="1"/>
              </p:cNvSpPr>
              <p:nvPr/>
            </p:nvSpPr>
            <p:spPr bwMode="auto">
              <a:xfrm>
                <a:off x="1797" y="719"/>
                <a:ext cx="1077" cy="53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Таллин     (864) 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82" name="Text Box 82"/>
              <p:cNvSpPr txBox="1">
                <a:spLocks noChangeArrowheads="1"/>
              </p:cNvSpPr>
              <p:nvPr/>
            </p:nvSpPr>
            <p:spPr bwMode="auto">
              <a:xfrm>
                <a:off x="6478" y="3960"/>
                <a:ext cx="540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81" name="Text Box 81"/>
              <p:cNvSpPr txBox="1">
                <a:spLocks noChangeArrowheads="1"/>
              </p:cNvSpPr>
              <p:nvPr/>
            </p:nvSpPr>
            <p:spPr bwMode="auto">
              <a:xfrm>
                <a:off x="5035" y="2339"/>
                <a:ext cx="540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483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80" name="Text Box 80"/>
              <p:cNvSpPr txBox="1">
                <a:spLocks noChangeArrowheads="1"/>
              </p:cNvSpPr>
              <p:nvPr/>
            </p:nvSpPr>
            <p:spPr bwMode="auto">
              <a:xfrm>
                <a:off x="3056" y="2519"/>
                <a:ext cx="540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716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79" name="Text Box 79"/>
              <p:cNvSpPr txBox="1">
                <a:spLocks noChangeArrowheads="1"/>
              </p:cNvSpPr>
              <p:nvPr/>
            </p:nvSpPr>
            <p:spPr bwMode="auto">
              <a:xfrm>
                <a:off x="2516" y="1800"/>
                <a:ext cx="540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476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78" name="Text Box 78"/>
              <p:cNvSpPr txBox="1">
                <a:spLocks noChangeArrowheads="1"/>
              </p:cNvSpPr>
              <p:nvPr/>
            </p:nvSpPr>
            <p:spPr bwMode="auto">
              <a:xfrm>
                <a:off x="1258" y="1439"/>
                <a:ext cx="539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276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77" name="Text Box 77"/>
              <p:cNvSpPr txBox="1">
                <a:spLocks noChangeArrowheads="1"/>
              </p:cNvSpPr>
              <p:nvPr/>
            </p:nvSpPr>
            <p:spPr bwMode="auto">
              <a:xfrm>
                <a:off x="1976" y="360"/>
                <a:ext cx="540" cy="35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100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76" name="Text Box 76"/>
              <p:cNvSpPr txBox="1">
                <a:spLocks noChangeArrowheads="1"/>
              </p:cNvSpPr>
              <p:nvPr/>
            </p:nvSpPr>
            <p:spPr bwMode="auto">
              <a:xfrm>
                <a:off x="896" y="720"/>
                <a:ext cx="540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377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75" name="Text Box 75"/>
              <p:cNvSpPr txBox="1">
                <a:spLocks noChangeArrowheads="1"/>
              </p:cNvSpPr>
              <p:nvPr/>
            </p:nvSpPr>
            <p:spPr bwMode="auto">
              <a:xfrm>
                <a:off x="2517" y="1260"/>
                <a:ext cx="539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313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74" name="Text Box 74"/>
              <p:cNvSpPr txBox="1">
                <a:spLocks noChangeArrowheads="1"/>
              </p:cNvSpPr>
              <p:nvPr/>
            </p:nvSpPr>
            <p:spPr bwMode="auto">
              <a:xfrm>
                <a:off x="3237" y="720"/>
                <a:ext cx="538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295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73" name="Oval 73"/>
              <p:cNvSpPr>
                <a:spLocks noChangeArrowheads="1"/>
              </p:cNvSpPr>
              <p:nvPr/>
            </p:nvSpPr>
            <p:spPr bwMode="auto">
              <a:xfrm>
                <a:off x="2160" y="2"/>
                <a:ext cx="172" cy="175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72" name="Text Box 72"/>
              <p:cNvSpPr txBox="1">
                <a:spLocks noChangeArrowheads="1"/>
              </p:cNvSpPr>
              <p:nvPr/>
            </p:nvSpPr>
            <p:spPr bwMode="auto">
              <a:xfrm>
                <a:off x="2877" y="0"/>
                <a:ext cx="1435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Хельсинки (897)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71" name="Oval 71"/>
              <p:cNvSpPr>
                <a:spLocks noChangeArrowheads="1"/>
              </p:cNvSpPr>
              <p:nvPr/>
            </p:nvSpPr>
            <p:spPr bwMode="auto">
              <a:xfrm>
                <a:off x="4319" y="1802"/>
                <a:ext cx="172" cy="174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70" name="Text Box 70"/>
              <p:cNvSpPr txBox="1">
                <a:spLocks noChangeArrowheads="1"/>
              </p:cNvSpPr>
              <p:nvPr/>
            </p:nvSpPr>
            <p:spPr bwMode="auto">
              <a:xfrm>
                <a:off x="4497" y="1619"/>
                <a:ext cx="1612" cy="35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С.Петербург (634)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69" name="Oval 69"/>
              <p:cNvSpPr>
                <a:spLocks noChangeArrowheads="1"/>
              </p:cNvSpPr>
              <p:nvPr/>
            </p:nvSpPr>
            <p:spPr bwMode="auto">
              <a:xfrm>
                <a:off x="540" y="2162"/>
                <a:ext cx="173" cy="173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8" name="Text Box 68"/>
              <p:cNvSpPr txBox="1">
                <a:spLocks noChangeArrowheads="1"/>
              </p:cNvSpPr>
              <p:nvPr/>
            </p:nvSpPr>
            <p:spPr bwMode="auto">
              <a:xfrm>
                <a:off x="537" y="2519"/>
                <a:ext cx="1072" cy="35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Рига (839)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67" name="Oval 67"/>
              <p:cNvSpPr>
                <a:spLocks noChangeArrowheads="1"/>
              </p:cNvSpPr>
              <p:nvPr/>
            </p:nvSpPr>
            <p:spPr bwMode="auto">
              <a:xfrm>
                <a:off x="1799" y="902"/>
                <a:ext cx="173" cy="174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6" name="Oval 66"/>
              <p:cNvSpPr>
                <a:spLocks noChangeArrowheads="1"/>
              </p:cNvSpPr>
              <p:nvPr/>
            </p:nvSpPr>
            <p:spPr bwMode="auto">
              <a:xfrm>
                <a:off x="5757" y="3419"/>
                <a:ext cx="173" cy="175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5" name="Text Box 65"/>
              <p:cNvSpPr txBox="1">
                <a:spLocks noChangeArrowheads="1"/>
              </p:cNvSpPr>
              <p:nvPr/>
            </p:nvSpPr>
            <p:spPr bwMode="auto">
              <a:xfrm>
                <a:off x="5936" y="3239"/>
                <a:ext cx="1255" cy="351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Тверь (161)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64" name="AutoShape 64"/>
              <p:cNvSpPr>
                <a:spLocks noChangeShapeType="1"/>
              </p:cNvSpPr>
              <p:nvPr/>
            </p:nvSpPr>
            <p:spPr bwMode="auto">
              <a:xfrm flipH="1">
                <a:off x="1888" y="155"/>
                <a:ext cx="290" cy="746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3" name="AutoShape 63"/>
              <p:cNvSpPr>
                <a:spLocks noChangeShapeType="1"/>
              </p:cNvSpPr>
              <p:nvPr/>
            </p:nvSpPr>
            <p:spPr bwMode="auto">
              <a:xfrm flipH="1">
                <a:off x="692" y="1055"/>
                <a:ext cx="1122" cy="1132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2" name="AutoShape 62"/>
              <p:cNvSpPr>
                <a:spLocks noChangeShapeType="1"/>
              </p:cNvSpPr>
              <p:nvPr/>
            </p:nvSpPr>
            <p:spPr bwMode="auto">
              <a:xfrm>
                <a:off x="1825" y="927"/>
                <a:ext cx="2520" cy="898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1" name="AutoShape 61"/>
              <p:cNvSpPr>
                <a:spLocks noChangeShapeType="1"/>
              </p:cNvSpPr>
              <p:nvPr/>
            </p:nvSpPr>
            <p:spPr bwMode="auto">
              <a:xfrm>
                <a:off x="4345" y="1827"/>
                <a:ext cx="1438" cy="1618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0" name="AutoShape 60"/>
              <p:cNvSpPr>
                <a:spLocks noChangeShapeType="1"/>
              </p:cNvSpPr>
              <p:nvPr/>
            </p:nvSpPr>
            <p:spPr bwMode="auto">
              <a:xfrm>
                <a:off x="540" y="2251"/>
                <a:ext cx="5243" cy="1194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59" name="AutoShape 59"/>
              <p:cNvSpPr>
                <a:spLocks noChangeShapeType="1"/>
              </p:cNvSpPr>
              <p:nvPr/>
            </p:nvSpPr>
            <p:spPr bwMode="auto">
              <a:xfrm flipH="1">
                <a:off x="718" y="1955"/>
                <a:ext cx="3621" cy="292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58" name="AutoShape 58"/>
              <p:cNvSpPr>
                <a:spLocks noChangeShapeType="1"/>
              </p:cNvSpPr>
              <p:nvPr/>
            </p:nvSpPr>
            <p:spPr bwMode="auto">
              <a:xfrm flipH="1" flipV="1">
                <a:off x="2310" y="155"/>
                <a:ext cx="2024" cy="1664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57" name="AutoShape 57"/>
              <p:cNvSpPr>
                <a:spLocks noChangeShapeType="1"/>
              </p:cNvSpPr>
              <p:nvPr/>
            </p:nvSpPr>
            <p:spPr bwMode="auto">
              <a:xfrm flipH="1">
                <a:off x="629" y="92"/>
                <a:ext cx="1525" cy="2065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56" name="AutoShape 56"/>
              <p:cNvSpPr>
                <a:spLocks noChangeShapeType="1"/>
              </p:cNvSpPr>
              <p:nvPr/>
            </p:nvSpPr>
            <p:spPr bwMode="auto">
              <a:xfrm>
                <a:off x="540" y="2251"/>
                <a:ext cx="6865" cy="2994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55" name="Text Box 55"/>
              <p:cNvSpPr txBox="1">
                <a:spLocks noChangeArrowheads="1"/>
              </p:cNvSpPr>
              <p:nvPr/>
            </p:nvSpPr>
            <p:spPr bwMode="auto">
              <a:xfrm>
                <a:off x="3776" y="3957"/>
                <a:ext cx="540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839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54" name="Text Box 54"/>
              <p:cNvSpPr txBox="1">
                <a:spLocks noChangeArrowheads="1"/>
              </p:cNvSpPr>
              <p:nvPr/>
            </p:nvSpPr>
            <p:spPr bwMode="auto">
              <a:xfrm>
                <a:off x="7556" y="5036"/>
                <a:ext cx="1254" cy="35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Москва (0)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53" name="Oval 53"/>
              <p:cNvSpPr>
                <a:spLocks noChangeArrowheads="1"/>
              </p:cNvSpPr>
              <p:nvPr/>
            </p:nvSpPr>
            <p:spPr bwMode="auto">
              <a:xfrm>
                <a:off x="7379" y="5221"/>
                <a:ext cx="172" cy="174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cxnSp>
        <p:nvCxnSpPr>
          <p:cNvPr id="112" name="Прямая со стрелкой 111"/>
          <p:cNvCxnSpPr/>
          <p:nvPr/>
        </p:nvCxnSpPr>
        <p:spPr>
          <a:xfrm>
            <a:off x="2071670" y="2500306"/>
            <a:ext cx="2428892" cy="785818"/>
          </a:xfrm>
          <a:prstGeom prst="straightConnector1">
            <a:avLst/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Прямая со стрелкой 112"/>
          <p:cNvCxnSpPr/>
          <p:nvPr/>
        </p:nvCxnSpPr>
        <p:spPr>
          <a:xfrm rot="16200000" flipH="1">
            <a:off x="4572000" y="3500438"/>
            <a:ext cx="1500198" cy="1357322"/>
          </a:xfrm>
          <a:prstGeom prst="straightConnector1">
            <a:avLst/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 стрелкой 118"/>
          <p:cNvCxnSpPr/>
          <p:nvPr/>
        </p:nvCxnSpPr>
        <p:spPr>
          <a:xfrm rot="10800000">
            <a:off x="642910" y="3786192"/>
            <a:ext cx="5357851" cy="1143009"/>
          </a:xfrm>
          <a:prstGeom prst="straightConnector1">
            <a:avLst/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298" name="Group 2"/>
          <p:cNvGrpSpPr>
            <a:grpSpLocks/>
          </p:cNvGrpSpPr>
          <p:nvPr/>
        </p:nvGrpSpPr>
        <p:grpSpPr bwMode="auto">
          <a:xfrm>
            <a:off x="3571868" y="1000108"/>
            <a:ext cx="6929486" cy="4143404"/>
            <a:chOff x="0" y="0"/>
            <a:chExt cx="9174" cy="4314"/>
          </a:xfrm>
        </p:grpSpPr>
        <p:sp>
          <p:nvSpPr>
            <p:cNvPr id="55299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9174" cy="431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5300" name="Text Box 4"/>
            <p:cNvSpPr txBox="1">
              <a:spLocks noChangeArrowheads="1"/>
            </p:cNvSpPr>
            <p:nvPr/>
          </p:nvSpPr>
          <p:spPr bwMode="auto">
            <a:xfrm>
              <a:off x="3417" y="2158"/>
              <a:ext cx="1435" cy="715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R="0" lvl="0" indent="0" fontAlgn="base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lang="ru-RU" sz="1000" b="1" dirty="0">
                  <a:latin typeface="Times New Roman" pitchFamily="18" charset="0"/>
                  <a:cs typeface="Arial" pitchFamily="34" charset="0"/>
                </a:rPr>
                <a:t>Рига </a:t>
              </a:r>
            </a:p>
            <a:p>
              <a:pPr marR="0" lvl="0" indent="0" fontAlgn="base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lang="ru-RU" sz="1000" b="1" dirty="0">
                  <a:latin typeface="Times New Roman" pitchFamily="18" charset="0"/>
                  <a:cs typeface="Arial" pitchFamily="34" charset="0"/>
                </a:rPr>
                <a:t>313+476+(839)</a:t>
              </a:r>
            </a:p>
            <a:p>
              <a:pPr marR="0" lvl="0" indent="0" fontAlgn="base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lang="ru-RU" sz="1000" b="1" dirty="0">
                  <a:latin typeface="Times New Roman" pitchFamily="18" charset="0"/>
                  <a:cs typeface="Arial" pitchFamily="34" charset="0"/>
                </a:rPr>
                <a:t>=1628</a:t>
              </a:r>
            </a:p>
            <a:p>
              <a:pPr marR="0" lvl="0" indent="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ru-RU" sz="1000" b="1" dirty="0">
                <a:latin typeface="Times New Roman" pitchFamily="18" charset="0"/>
                <a:cs typeface="Arial" pitchFamily="34" charset="0"/>
              </a:endParaRPr>
            </a:p>
          </p:txBody>
        </p:sp>
        <p:sp>
          <p:nvSpPr>
            <p:cNvPr id="55301" name="Line 5"/>
            <p:cNvSpPr>
              <a:spLocks noChangeShapeType="1"/>
            </p:cNvSpPr>
            <p:nvPr/>
          </p:nvSpPr>
          <p:spPr bwMode="auto">
            <a:xfrm>
              <a:off x="4319" y="1619"/>
              <a:ext cx="0" cy="53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5302" name="Text Box 6"/>
            <p:cNvSpPr txBox="1">
              <a:spLocks noChangeArrowheads="1"/>
            </p:cNvSpPr>
            <p:nvPr/>
          </p:nvSpPr>
          <p:spPr bwMode="auto">
            <a:xfrm>
              <a:off x="1618" y="2158"/>
              <a:ext cx="1435" cy="715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ts val="1000"/>
                </a:spcAft>
              </a:pPr>
              <a:r>
                <a:rPr lang="ru-RU" sz="1000" b="1">
                  <a:latin typeface="Times New Roman" pitchFamily="18" charset="0"/>
                  <a:cs typeface="Arial" pitchFamily="34" charset="0"/>
                </a:rPr>
                <a:t>Хельсинки</a:t>
              </a:r>
            </a:p>
            <a:p>
              <a:pPr fontAlgn="base">
                <a:spcBef>
                  <a:spcPct val="0"/>
                </a:spcBef>
                <a:spcAft>
                  <a:spcPts val="1000"/>
                </a:spcAft>
              </a:pPr>
              <a:r>
                <a:rPr lang="ru-RU" sz="1000" b="1">
                  <a:latin typeface="Times New Roman" pitchFamily="18" charset="0"/>
                  <a:cs typeface="Arial" pitchFamily="34" charset="0"/>
                </a:rPr>
                <a:t>313+295+ (897) </a:t>
              </a:r>
            </a:p>
            <a:p>
              <a:pPr fontAlgn="base">
                <a:spcBef>
                  <a:spcPct val="0"/>
                </a:spcBef>
                <a:spcAft>
                  <a:spcPts val="1000"/>
                </a:spcAft>
              </a:pPr>
              <a:r>
                <a:rPr lang="ru-RU" sz="1000" b="1">
                  <a:latin typeface="Times New Roman" pitchFamily="18" charset="0"/>
                  <a:cs typeface="Arial" pitchFamily="34" charset="0"/>
                </a:rPr>
                <a:t>=1505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ru-RU" sz="1000" b="1">
                <a:latin typeface="Times New Roman" pitchFamily="18" charset="0"/>
                <a:cs typeface="Arial" pitchFamily="34" charset="0"/>
              </a:endParaRPr>
            </a:p>
          </p:txBody>
        </p:sp>
        <p:sp>
          <p:nvSpPr>
            <p:cNvPr id="55303" name="Line 7"/>
            <p:cNvSpPr>
              <a:spLocks noChangeShapeType="1"/>
            </p:cNvSpPr>
            <p:nvPr/>
          </p:nvSpPr>
          <p:spPr bwMode="auto">
            <a:xfrm flipH="1">
              <a:off x="2337" y="1619"/>
              <a:ext cx="1975" cy="536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5304" name="Text Box 8"/>
            <p:cNvSpPr txBox="1">
              <a:spLocks noChangeArrowheads="1"/>
            </p:cNvSpPr>
            <p:nvPr/>
          </p:nvSpPr>
          <p:spPr bwMode="auto">
            <a:xfrm>
              <a:off x="5036" y="2158"/>
              <a:ext cx="1434" cy="7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ts val="1000"/>
                </a:spcAft>
              </a:pPr>
              <a:r>
                <a:rPr lang="ru-RU" sz="1000" b="1" dirty="0">
                  <a:latin typeface="Times New Roman" pitchFamily="18" charset="0"/>
                  <a:cs typeface="Arial" pitchFamily="34" charset="0"/>
                </a:rPr>
                <a:t>Тверь </a:t>
              </a:r>
            </a:p>
            <a:p>
              <a:pPr fontAlgn="base">
                <a:spcBef>
                  <a:spcPct val="0"/>
                </a:spcBef>
                <a:spcAft>
                  <a:spcPts val="1000"/>
                </a:spcAft>
              </a:pPr>
              <a:r>
                <a:rPr lang="ru-RU" sz="1000" b="1" dirty="0">
                  <a:latin typeface="Times New Roman" pitchFamily="18" charset="0"/>
                  <a:cs typeface="Arial" pitchFamily="34" charset="0"/>
                </a:rPr>
                <a:t>313+483+ (161)</a:t>
              </a:r>
            </a:p>
            <a:p>
              <a:pPr fontAlgn="base">
                <a:spcBef>
                  <a:spcPct val="0"/>
                </a:spcBef>
                <a:spcAft>
                  <a:spcPts val="1000"/>
                </a:spcAft>
              </a:pPr>
              <a:r>
                <a:rPr lang="ru-RU" sz="1000" b="1" dirty="0">
                  <a:latin typeface="Times New Roman" pitchFamily="18" charset="0"/>
                  <a:cs typeface="Arial" pitchFamily="34" charset="0"/>
                </a:rPr>
                <a:t>= 957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ru-RU" sz="1000" b="1" dirty="0">
                <a:latin typeface="Times New Roman" pitchFamily="18" charset="0"/>
                <a:cs typeface="Arial" pitchFamily="34" charset="0"/>
              </a:endParaRPr>
            </a:p>
          </p:txBody>
        </p:sp>
        <p:sp>
          <p:nvSpPr>
            <p:cNvPr id="55305" name="Line 9"/>
            <p:cNvSpPr>
              <a:spLocks noChangeShapeType="1"/>
            </p:cNvSpPr>
            <p:nvPr/>
          </p:nvSpPr>
          <p:spPr bwMode="auto">
            <a:xfrm>
              <a:off x="4319" y="1619"/>
              <a:ext cx="1435" cy="536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5306" name="Text Box 10"/>
            <p:cNvSpPr txBox="1">
              <a:spLocks noChangeArrowheads="1"/>
            </p:cNvSpPr>
            <p:nvPr/>
          </p:nvSpPr>
          <p:spPr bwMode="auto">
            <a:xfrm>
              <a:off x="2516" y="900"/>
              <a:ext cx="1076" cy="713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ts val="1000"/>
                </a:spcAft>
              </a:pPr>
              <a:r>
                <a:rPr lang="ru-RU" sz="1000" b="1">
                  <a:latin typeface="Times New Roman" pitchFamily="18" charset="0"/>
                  <a:cs typeface="Arial" pitchFamily="34" charset="0"/>
                </a:rPr>
                <a:t>Рига </a:t>
              </a:r>
            </a:p>
            <a:p>
              <a:pPr fontAlgn="base">
                <a:spcBef>
                  <a:spcPct val="0"/>
                </a:spcBef>
                <a:spcAft>
                  <a:spcPts val="1000"/>
                </a:spcAft>
              </a:pPr>
              <a:r>
                <a:rPr lang="ru-RU" sz="1000" b="1">
                  <a:latin typeface="Times New Roman" pitchFamily="18" charset="0"/>
                  <a:cs typeface="Arial" pitchFamily="34" charset="0"/>
                </a:rPr>
                <a:t>276+(839)</a:t>
              </a:r>
            </a:p>
            <a:p>
              <a:pPr fontAlgn="base">
                <a:spcBef>
                  <a:spcPct val="0"/>
                </a:spcBef>
                <a:spcAft>
                  <a:spcPts val="1000"/>
                </a:spcAft>
              </a:pPr>
              <a:r>
                <a:rPr lang="ru-RU" sz="1000" b="1">
                  <a:latin typeface="Times New Roman" pitchFamily="18" charset="0"/>
                  <a:cs typeface="Arial" pitchFamily="34" charset="0"/>
                </a:rPr>
                <a:t>=1115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ru-RU" sz="1000" b="1">
                <a:latin typeface="Times New Roman" pitchFamily="18" charset="0"/>
                <a:cs typeface="Arial" pitchFamily="34" charset="0"/>
              </a:endParaRPr>
            </a:p>
          </p:txBody>
        </p:sp>
        <p:sp>
          <p:nvSpPr>
            <p:cNvPr id="55307" name="Line 11"/>
            <p:cNvSpPr>
              <a:spLocks noChangeShapeType="1"/>
            </p:cNvSpPr>
            <p:nvPr/>
          </p:nvSpPr>
          <p:spPr bwMode="auto">
            <a:xfrm>
              <a:off x="3059" y="360"/>
              <a:ext cx="0" cy="53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5308" name="Text Box 12"/>
            <p:cNvSpPr txBox="1">
              <a:spLocks noChangeArrowheads="1"/>
            </p:cNvSpPr>
            <p:nvPr/>
          </p:nvSpPr>
          <p:spPr bwMode="auto">
            <a:xfrm>
              <a:off x="1077" y="900"/>
              <a:ext cx="1255" cy="713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R="0" lvl="0" indent="0" fontAlgn="base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lang="ru-RU" sz="1000" b="1">
                  <a:latin typeface="Times New Roman" pitchFamily="18" charset="0"/>
                  <a:cs typeface="Arial" pitchFamily="34" charset="0"/>
                </a:rPr>
                <a:t>Хельсинки </a:t>
              </a:r>
            </a:p>
            <a:p>
              <a:pPr marR="0" lvl="0" indent="0" fontAlgn="base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lang="ru-RU" sz="1000" b="1">
                  <a:latin typeface="Times New Roman" pitchFamily="18" charset="0"/>
                  <a:cs typeface="Arial" pitchFamily="34" charset="0"/>
                </a:rPr>
                <a:t>100+(897)</a:t>
              </a:r>
            </a:p>
            <a:p>
              <a:pPr marR="0" lvl="0" indent="0" fontAlgn="base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lang="ru-RU" sz="1000" b="1">
                  <a:latin typeface="Times New Roman" pitchFamily="18" charset="0"/>
                  <a:cs typeface="Arial" pitchFamily="34" charset="0"/>
                </a:rPr>
                <a:t>=997</a:t>
              </a:r>
            </a:p>
            <a:p>
              <a:pPr marR="0" lvl="0" indent="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ru-RU" sz="1000" b="1">
                <a:latin typeface="Times New Roman" pitchFamily="18" charset="0"/>
                <a:cs typeface="Arial" pitchFamily="34" charset="0"/>
              </a:endParaRPr>
            </a:p>
          </p:txBody>
        </p:sp>
        <p:sp>
          <p:nvSpPr>
            <p:cNvPr id="55309" name="Line 13"/>
            <p:cNvSpPr>
              <a:spLocks noChangeShapeType="1"/>
            </p:cNvSpPr>
            <p:nvPr/>
          </p:nvSpPr>
          <p:spPr bwMode="auto">
            <a:xfrm flipH="1">
              <a:off x="1797" y="360"/>
              <a:ext cx="1254" cy="537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5310" name="Text Box 14"/>
            <p:cNvSpPr txBox="1">
              <a:spLocks noChangeArrowheads="1"/>
            </p:cNvSpPr>
            <p:nvPr/>
          </p:nvSpPr>
          <p:spPr bwMode="auto">
            <a:xfrm>
              <a:off x="3777" y="900"/>
              <a:ext cx="1254" cy="71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R="0" lvl="0" indent="0" fontAlgn="base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lang="ru-RU" sz="1000" b="1" dirty="0">
                  <a:latin typeface="Times New Roman" pitchFamily="18" charset="0"/>
                  <a:cs typeface="Arial" pitchFamily="34" charset="0"/>
                </a:rPr>
                <a:t>С.Петербург </a:t>
              </a:r>
            </a:p>
            <a:p>
              <a:pPr marR="0" lvl="0" indent="0" fontAlgn="base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lang="ru-RU" sz="1000" b="1" dirty="0">
                  <a:latin typeface="Times New Roman" pitchFamily="18" charset="0"/>
                  <a:cs typeface="Arial" pitchFamily="34" charset="0"/>
                </a:rPr>
                <a:t>313+(634)</a:t>
              </a:r>
            </a:p>
            <a:p>
              <a:pPr marR="0" lvl="0" indent="0" fontAlgn="base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lang="ru-RU" sz="1000" b="1" dirty="0">
                  <a:latin typeface="Times New Roman" pitchFamily="18" charset="0"/>
                  <a:cs typeface="Arial" pitchFamily="34" charset="0"/>
                </a:rPr>
                <a:t>=947</a:t>
              </a:r>
            </a:p>
            <a:p>
              <a:pPr marR="0" lvl="0" indent="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ru-RU" sz="1000" b="1" dirty="0">
                <a:latin typeface="Times New Roman" pitchFamily="18" charset="0"/>
                <a:cs typeface="Arial" pitchFamily="34" charset="0"/>
              </a:endParaRPr>
            </a:p>
          </p:txBody>
        </p:sp>
        <p:sp>
          <p:nvSpPr>
            <p:cNvPr id="55311" name="Line 15"/>
            <p:cNvSpPr>
              <a:spLocks noChangeShapeType="1"/>
            </p:cNvSpPr>
            <p:nvPr/>
          </p:nvSpPr>
          <p:spPr bwMode="auto">
            <a:xfrm>
              <a:off x="3059" y="360"/>
              <a:ext cx="1434" cy="537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5312" name="Line 16"/>
            <p:cNvSpPr>
              <a:spLocks noChangeShapeType="1"/>
            </p:cNvSpPr>
            <p:nvPr/>
          </p:nvSpPr>
          <p:spPr bwMode="auto">
            <a:xfrm>
              <a:off x="5759" y="2879"/>
              <a:ext cx="0" cy="536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5313" name="Text Box 17"/>
            <p:cNvSpPr txBox="1">
              <a:spLocks noChangeArrowheads="1"/>
            </p:cNvSpPr>
            <p:nvPr/>
          </p:nvSpPr>
          <p:spPr bwMode="auto">
            <a:xfrm>
              <a:off x="5036" y="3416"/>
              <a:ext cx="1434" cy="7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R="0" lvl="0" indent="0" fontAlgn="base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</a:pPr>
              <a:r>
                <a:rPr lang="ru-RU" sz="1000" b="1" dirty="0">
                  <a:latin typeface="Times New Roman" pitchFamily="18" charset="0"/>
                  <a:cs typeface="Arial" pitchFamily="34" charset="0"/>
                </a:rPr>
                <a:t>Рига </a:t>
              </a:r>
            </a:p>
            <a:p>
              <a:pPr marR="0" lvl="0" indent="0" fontAlgn="base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</a:pPr>
              <a:r>
                <a:rPr lang="ru-RU" sz="1000" b="1" dirty="0">
                  <a:latin typeface="Times New Roman" pitchFamily="18" charset="0"/>
                  <a:cs typeface="Arial" pitchFamily="34" charset="0"/>
                </a:rPr>
                <a:t>313+483+(839)</a:t>
              </a:r>
            </a:p>
            <a:p>
              <a:pPr marR="0" lvl="0" indent="0" fontAlgn="base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</a:pPr>
              <a:r>
                <a:rPr lang="ru-RU" sz="1000" b="1" dirty="0">
                  <a:latin typeface="Times New Roman" pitchFamily="18" charset="0"/>
                  <a:cs typeface="Arial" pitchFamily="34" charset="0"/>
                </a:rPr>
                <a:t>=1635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8432" y="0"/>
            <a:ext cx="7886700" cy="1325563"/>
          </a:xfrm>
        </p:spPr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Метод А*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04EAE90-99DC-2A0E-1D3D-F6A3CD77E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58A6-6CF3-4447-8174-7E3892A2E7E3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285720" y="5903893"/>
            <a:ext cx="5429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</a:rPr>
              <a:t>Метод  А*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42020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2072" name="Rectangle 8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1235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1285" name="Rectangle 8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3" name="Group 51"/>
          <p:cNvGrpSpPr>
            <a:grpSpLocks/>
          </p:cNvGrpSpPr>
          <p:nvPr/>
        </p:nvGrpSpPr>
        <p:grpSpPr bwMode="auto">
          <a:xfrm>
            <a:off x="0" y="1500175"/>
            <a:ext cx="9355131" cy="5357825"/>
            <a:chOff x="0" y="0"/>
            <a:chExt cx="8994" cy="5396"/>
          </a:xfrm>
        </p:grpSpPr>
        <p:sp>
          <p:nvSpPr>
            <p:cNvPr id="51284" name="Rectangle 84"/>
            <p:cNvSpPr>
              <a:spLocks noChangeArrowheads="1"/>
            </p:cNvSpPr>
            <p:nvPr/>
          </p:nvSpPr>
          <p:spPr bwMode="auto">
            <a:xfrm>
              <a:off x="0" y="2"/>
              <a:ext cx="8994" cy="539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pSp>
          <p:nvGrpSpPr>
            <p:cNvPr id="4" name="Group 52"/>
            <p:cNvGrpSpPr>
              <a:grpSpLocks/>
            </p:cNvGrpSpPr>
            <p:nvPr/>
          </p:nvGrpSpPr>
          <p:grpSpPr bwMode="auto">
            <a:xfrm>
              <a:off x="537" y="0"/>
              <a:ext cx="8273" cy="5395"/>
              <a:chOff x="537" y="0"/>
              <a:chExt cx="8273" cy="5395"/>
            </a:xfrm>
          </p:grpSpPr>
          <p:sp>
            <p:nvSpPr>
              <p:cNvPr id="51283" name="Text Box 83"/>
              <p:cNvSpPr txBox="1">
                <a:spLocks noChangeArrowheads="1"/>
              </p:cNvSpPr>
              <p:nvPr/>
            </p:nvSpPr>
            <p:spPr bwMode="auto">
              <a:xfrm>
                <a:off x="1797" y="719"/>
                <a:ext cx="1077" cy="53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Таллин     (864) 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82" name="Text Box 82"/>
              <p:cNvSpPr txBox="1">
                <a:spLocks noChangeArrowheads="1"/>
              </p:cNvSpPr>
              <p:nvPr/>
            </p:nvSpPr>
            <p:spPr bwMode="auto">
              <a:xfrm>
                <a:off x="6478" y="3960"/>
                <a:ext cx="540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81" name="Text Box 81"/>
              <p:cNvSpPr txBox="1">
                <a:spLocks noChangeArrowheads="1"/>
              </p:cNvSpPr>
              <p:nvPr/>
            </p:nvSpPr>
            <p:spPr bwMode="auto">
              <a:xfrm>
                <a:off x="5035" y="2339"/>
                <a:ext cx="540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483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80" name="Text Box 80"/>
              <p:cNvSpPr txBox="1">
                <a:spLocks noChangeArrowheads="1"/>
              </p:cNvSpPr>
              <p:nvPr/>
            </p:nvSpPr>
            <p:spPr bwMode="auto">
              <a:xfrm>
                <a:off x="3056" y="2519"/>
                <a:ext cx="540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716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79" name="Text Box 79"/>
              <p:cNvSpPr txBox="1">
                <a:spLocks noChangeArrowheads="1"/>
              </p:cNvSpPr>
              <p:nvPr/>
            </p:nvSpPr>
            <p:spPr bwMode="auto">
              <a:xfrm>
                <a:off x="2516" y="1800"/>
                <a:ext cx="540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476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78" name="Text Box 78"/>
              <p:cNvSpPr txBox="1">
                <a:spLocks noChangeArrowheads="1"/>
              </p:cNvSpPr>
              <p:nvPr/>
            </p:nvSpPr>
            <p:spPr bwMode="auto">
              <a:xfrm>
                <a:off x="1258" y="1439"/>
                <a:ext cx="539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276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77" name="Text Box 77"/>
              <p:cNvSpPr txBox="1">
                <a:spLocks noChangeArrowheads="1"/>
              </p:cNvSpPr>
              <p:nvPr/>
            </p:nvSpPr>
            <p:spPr bwMode="auto">
              <a:xfrm>
                <a:off x="1976" y="360"/>
                <a:ext cx="540" cy="35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100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76" name="Text Box 76"/>
              <p:cNvSpPr txBox="1">
                <a:spLocks noChangeArrowheads="1"/>
              </p:cNvSpPr>
              <p:nvPr/>
            </p:nvSpPr>
            <p:spPr bwMode="auto">
              <a:xfrm>
                <a:off x="896" y="720"/>
                <a:ext cx="540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377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75" name="Text Box 75"/>
              <p:cNvSpPr txBox="1">
                <a:spLocks noChangeArrowheads="1"/>
              </p:cNvSpPr>
              <p:nvPr/>
            </p:nvSpPr>
            <p:spPr bwMode="auto">
              <a:xfrm>
                <a:off x="2517" y="1260"/>
                <a:ext cx="539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313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74" name="Text Box 74"/>
              <p:cNvSpPr txBox="1">
                <a:spLocks noChangeArrowheads="1"/>
              </p:cNvSpPr>
              <p:nvPr/>
            </p:nvSpPr>
            <p:spPr bwMode="auto">
              <a:xfrm>
                <a:off x="3237" y="720"/>
                <a:ext cx="538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295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73" name="Oval 73"/>
              <p:cNvSpPr>
                <a:spLocks noChangeArrowheads="1"/>
              </p:cNvSpPr>
              <p:nvPr/>
            </p:nvSpPr>
            <p:spPr bwMode="auto">
              <a:xfrm>
                <a:off x="2160" y="2"/>
                <a:ext cx="172" cy="175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72" name="Text Box 72"/>
              <p:cNvSpPr txBox="1">
                <a:spLocks noChangeArrowheads="1"/>
              </p:cNvSpPr>
              <p:nvPr/>
            </p:nvSpPr>
            <p:spPr bwMode="auto">
              <a:xfrm>
                <a:off x="2877" y="0"/>
                <a:ext cx="1435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Хельсинки (897)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71" name="Oval 71"/>
              <p:cNvSpPr>
                <a:spLocks noChangeArrowheads="1"/>
              </p:cNvSpPr>
              <p:nvPr/>
            </p:nvSpPr>
            <p:spPr bwMode="auto">
              <a:xfrm>
                <a:off x="4319" y="1802"/>
                <a:ext cx="172" cy="174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70" name="Text Box 70"/>
              <p:cNvSpPr txBox="1">
                <a:spLocks noChangeArrowheads="1"/>
              </p:cNvSpPr>
              <p:nvPr/>
            </p:nvSpPr>
            <p:spPr bwMode="auto">
              <a:xfrm>
                <a:off x="4497" y="1619"/>
                <a:ext cx="1612" cy="35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С.Петербург (634)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69" name="Oval 69"/>
              <p:cNvSpPr>
                <a:spLocks noChangeArrowheads="1"/>
              </p:cNvSpPr>
              <p:nvPr/>
            </p:nvSpPr>
            <p:spPr bwMode="auto">
              <a:xfrm>
                <a:off x="540" y="2162"/>
                <a:ext cx="173" cy="173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8" name="Text Box 68"/>
              <p:cNvSpPr txBox="1">
                <a:spLocks noChangeArrowheads="1"/>
              </p:cNvSpPr>
              <p:nvPr/>
            </p:nvSpPr>
            <p:spPr bwMode="auto">
              <a:xfrm>
                <a:off x="537" y="2519"/>
                <a:ext cx="1072" cy="35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Рига (839)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67" name="Oval 67"/>
              <p:cNvSpPr>
                <a:spLocks noChangeArrowheads="1"/>
              </p:cNvSpPr>
              <p:nvPr/>
            </p:nvSpPr>
            <p:spPr bwMode="auto">
              <a:xfrm>
                <a:off x="1799" y="902"/>
                <a:ext cx="173" cy="174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6" name="Oval 66"/>
              <p:cNvSpPr>
                <a:spLocks noChangeArrowheads="1"/>
              </p:cNvSpPr>
              <p:nvPr/>
            </p:nvSpPr>
            <p:spPr bwMode="auto">
              <a:xfrm>
                <a:off x="5757" y="3419"/>
                <a:ext cx="173" cy="175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5" name="Text Box 65"/>
              <p:cNvSpPr txBox="1">
                <a:spLocks noChangeArrowheads="1"/>
              </p:cNvSpPr>
              <p:nvPr/>
            </p:nvSpPr>
            <p:spPr bwMode="auto">
              <a:xfrm>
                <a:off x="5936" y="3239"/>
                <a:ext cx="1255" cy="351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Тверь (161)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64" name="AutoShape 64"/>
              <p:cNvSpPr>
                <a:spLocks noChangeShapeType="1"/>
              </p:cNvSpPr>
              <p:nvPr/>
            </p:nvSpPr>
            <p:spPr bwMode="auto">
              <a:xfrm flipH="1">
                <a:off x="1888" y="155"/>
                <a:ext cx="290" cy="746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3" name="AutoShape 63"/>
              <p:cNvSpPr>
                <a:spLocks noChangeShapeType="1"/>
              </p:cNvSpPr>
              <p:nvPr/>
            </p:nvSpPr>
            <p:spPr bwMode="auto">
              <a:xfrm flipH="1">
                <a:off x="692" y="1055"/>
                <a:ext cx="1122" cy="1132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2" name="AutoShape 62"/>
              <p:cNvSpPr>
                <a:spLocks noChangeShapeType="1"/>
              </p:cNvSpPr>
              <p:nvPr/>
            </p:nvSpPr>
            <p:spPr bwMode="auto">
              <a:xfrm>
                <a:off x="1825" y="927"/>
                <a:ext cx="2520" cy="898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1" name="AutoShape 61"/>
              <p:cNvSpPr>
                <a:spLocks noChangeShapeType="1"/>
              </p:cNvSpPr>
              <p:nvPr/>
            </p:nvSpPr>
            <p:spPr bwMode="auto">
              <a:xfrm>
                <a:off x="4345" y="1827"/>
                <a:ext cx="1438" cy="1618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0" name="AutoShape 60"/>
              <p:cNvSpPr>
                <a:spLocks noChangeShapeType="1"/>
              </p:cNvSpPr>
              <p:nvPr/>
            </p:nvSpPr>
            <p:spPr bwMode="auto">
              <a:xfrm>
                <a:off x="540" y="2251"/>
                <a:ext cx="5243" cy="1194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59" name="AutoShape 59"/>
              <p:cNvSpPr>
                <a:spLocks noChangeShapeType="1"/>
              </p:cNvSpPr>
              <p:nvPr/>
            </p:nvSpPr>
            <p:spPr bwMode="auto">
              <a:xfrm flipH="1">
                <a:off x="718" y="1955"/>
                <a:ext cx="3621" cy="292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58" name="AutoShape 58"/>
              <p:cNvSpPr>
                <a:spLocks noChangeShapeType="1"/>
              </p:cNvSpPr>
              <p:nvPr/>
            </p:nvSpPr>
            <p:spPr bwMode="auto">
              <a:xfrm flipH="1" flipV="1">
                <a:off x="2310" y="155"/>
                <a:ext cx="2024" cy="1664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57" name="AutoShape 57"/>
              <p:cNvSpPr>
                <a:spLocks noChangeShapeType="1"/>
              </p:cNvSpPr>
              <p:nvPr/>
            </p:nvSpPr>
            <p:spPr bwMode="auto">
              <a:xfrm flipH="1">
                <a:off x="629" y="92"/>
                <a:ext cx="1525" cy="2065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56" name="AutoShape 56"/>
              <p:cNvSpPr>
                <a:spLocks noChangeShapeType="1"/>
              </p:cNvSpPr>
              <p:nvPr/>
            </p:nvSpPr>
            <p:spPr bwMode="auto">
              <a:xfrm>
                <a:off x="540" y="2251"/>
                <a:ext cx="6865" cy="2994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55" name="Text Box 55"/>
              <p:cNvSpPr txBox="1">
                <a:spLocks noChangeArrowheads="1"/>
              </p:cNvSpPr>
              <p:nvPr/>
            </p:nvSpPr>
            <p:spPr bwMode="auto">
              <a:xfrm>
                <a:off x="3776" y="3957"/>
                <a:ext cx="540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839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54" name="Text Box 54"/>
              <p:cNvSpPr txBox="1">
                <a:spLocks noChangeArrowheads="1"/>
              </p:cNvSpPr>
              <p:nvPr/>
            </p:nvSpPr>
            <p:spPr bwMode="auto">
              <a:xfrm>
                <a:off x="7556" y="5036"/>
                <a:ext cx="1254" cy="35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Москва (0)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53" name="Oval 53"/>
              <p:cNvSpPr>
                <a:spLocks noChangeArrowheads="1"/>
              </p:cNvSpPr>
              <p:nvPr/>
            </p:nvSpPr>
            <p:spPr bwMode="auto">
              <a:xfrm>
                <a:off x="7379" y="5221"/>
                <a:ext cx="172" cy="174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cxnSp>
        <p:nvCxnSpPr>
          <p:cNvPr id="112" name="Прямая со стрелкой 111"/>
          <p:cNvCxnSpPr/>
          <p:nvPr/>
        </p:nvCxnSpPr>
        <p:spPr>
          <a:xfrm rot="5400000" flipH="1" flipV="1">
            <a:off x="1785917" y="1857367"/>
            <a:ext cx="714383" cy="285751"/>
          </a:xfrm>
          <a:prstGeom prst="straightConnector1">
            <a:avLst/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50" name="Rectangle 3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56338" name="Group 18"/>
          <p:cNvGrpSpPr>
            <a:grpSpLocks/>
          </p:cNvGrpSpPr>
          <p:nvPr/>
        </p:nvGrpSpPr>
        <p:grpSpPr bwMode="auto">
          <a:xfrm>
            <a:off x="4572000" y="1357298"/>
            <a:ext cx="7112009" cy="3071834"/>
            <a:chOff x="0" y="0"/>
            <a:chExt cx="9174" cy="3234"/>
          </a:xfrm>
        </p:grpSpPr>
        <p:sp>
          <p:nvSpPr>
            <p:cNvPr id="56349" name="Rectangle 29"/>
            <p:cNvSpPr>
              <a:spLocks noChangeArrowheads="1"/>
            </p:cNvSpPr>
            <p:nvPr/>
          </p:nvSpPr>
          <p:spPr bwMode="auto">
            <a:xfrm>
              <a:off x="0" y="0"/>
              <a:ext cx="9174" cy="323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6348" name="Text Box 28"/>
            <p:cNvSpPr txBox="1">
              <a:spLocks noChangeArrowheads="1"/>
            </p:cNvSpPr>
            <p:nvPr/>
          </p:nvSpPr>
          <p:spPr bwMode="auto">
            <a:xfrm>
              <a:off x="177" y="2157"/>
              <a:ext cx="1435" cy="715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Рига </a:t>
              </a:r>
              <a:endParaRPr kumimoji="0" lang="ru-RU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100+377+(839)</a:t>
              </a:r>
              <a:endParaRPr kumimoji="0" lang="ru-RU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=1316</a:t>
              </a:r>
              <a:endParaRPr kumimoji="0" lang="ru-RU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6347" name="Line 27"/>
            <p:cNvSpPr>
              <a:spLocks noChangeShapeType="1"/>
            </p:cNvSpPr>
            <p:nvPr/>
          </p:nvSpPr>
          <p:spPr bwMode="auto">
            <a:xfrm flipH="1">
              <a:off x="718" y="1619"/>
              <a:ext cx="895" cy="535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6346" name="Text Box 26"/>
            <p:cNvSpPr txBox="1">
              <a:spLocks noChangeArrowheads="1"/>
            </p:cNvSpPr>
            <p:nvPr/>
          </p:nvSpPr>
          <p:spPr bwMode="auto">
            <a:xfrm>
              <a:off x="1797" y="2157"/>
              <a:ext cx="1434" cy="715"/>
            </a:xfrm>
            <a:prstGeom prst="rect">
              <a:avLst/>
            </a:prstGeom>
            <a:solidFill>
              <a:srgbClr val="C0C0C0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С.Петербург </a:t>
              </a:r>
              <a:endParaRPr kumimoji="0" 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100+295+ (634)</a:t>
              </a:r>
              <a:endParaRPr kumimoji="0" 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= 1029</a:t>
              </a:r>
              <a:endParaRPr kumimoji="0" 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6345" name="Line 25"/>
            <p:cNvSpPr>
              <a:spLocks noChangeShapeType="1"/>
            </p:cNvSpPr>
            <p:nvPr/>
          </p:nvSpPr>
          <p:spPr bwMode="auto">
            <a:xfrm>
              <a:off x="1620" y="1619"/>
              <a:ext cx="893" cy="53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6344" name="Text Box 24"/>
            <p:cNvSpPr txBox="1">
              <a:spLocks noChangeArrowheads="1"/>
            </p:cNvSpPr>
            <p:nvPr/>
          </p:nvSpPr>
          <p:spPr bwMode="auto">
            <a:xfrm>
              <a:off x="2516" y="899"/>
              <a:ext cx="1076" cy="712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Рига </a:t>
              </a:r>
              <a:endParaRPr kumimoji="0" lang="ru-RU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276+(839)</a:t>
              </a:r>
              <a:endParaRPr kumimoji="0" lang="ru-RU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=1115</a:t>
              </a:r>
              <a:endParaRPr kumimoji="0" lang="ru-RU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6343" name="Line 23"/>
            <p:cNvSpPr>
              <a:spLocks noChangeShapeType="1"/>
            </p:cNvSpPr>
            <p:nvPr/>
          </p:nvSpPr>
          <p:spPr bwMode="auto">
            <a:xfrm>
              <a:off x="3059" y="360"/>
              <a:ext cx="0" cy="53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6342" name="Text Box 22"/>
            <p:cNvSpPr txBox="1">
              <a:spLocks noChangeArrowheads="1"/>
            </p:cNvSpPr>
            <p:nvPr/>
          </p:nvSpPr>
          <p:spPr bwMode="auto">
            <a:xfrm>
              <a:off x="1077" y="899"/>
              <a:ext cx="1255" cy="712"/>
            </a:xfrm>
            <a:prstGeom prst="rect">
              <a:avLst/>
            </a:prstGeom>
            <a:solidFill>
              <a:srgbClr val="C0C0C0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Хельсинки </a:t>
              </a:r>
              <a:endParaRPr kumimoji="0" lang="ru-RU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100+(897)</a:t>
              </a:r>
              <a:endParaRPr kumimoji="0" lang="ru-RU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=997</a:t>
              </a:r>
              <a:endParaRPr kumimoji="0" lang="ru-RU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6341" name="Line 21"/>
            <p:cNvSpPr>
              <a:spLocks noChangeShapeType="1"/>
            </p:cNvSpPr>
            <p:nvPr/>
          </p:nvSpPr>
          <p:spPr bwMode="auto">
            <a:xfrm flipH="1">
              <a:off x="1797" y="360"/>
              <a:ext cx="1254" cy="537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6340" name="Text Box 20"/>
            <p:cNvSpPr txBox="1">
              <a:spLocks noChangeArrowheads="1"/>
            </p:cNvSpPr>
            <p:nvPr/>
          </p:nvSpPr>
          <p:spPr bwMode="auto">
            <a:xfrm>
              <a:off x="3777" y="899"/>
              <a:ext cx="1254" cy="712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С.Петербург </a:t>
              </a:r>
              <a:endParaRPr kumimoji="0" lang="ru-RU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313+(634)</a:t>
              </a:r>
              <a:endParaRPr kumimoji="0" lang="ru-RU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=947</a:t>
              </a:r>
              <a:endParaRPr kumimoji="0" lang="ru-RU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6339" name="Line 19"/>
            <p:cNvSpPr>
              <a:spLocks noChangeShapeType="1"/>
            </p:cNvSpPr>
            <p:nvPr/>
          </p:nvSpPr>
          <p:spPr bwMode="auto">
            <a:xfrm>
              <a:off x="3059" y="360"/>
              <a:ext cx="1434" cy="537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cxnSp>
        <p:nvCxnSpPr>
          <p:cNvPr id="95" name="Прямая со стрелкой 94"/>
          <p:cNvCxnSpPr/>
          <p:nvPr/>
        </p:nvCxnSpPr>
        <p:spPr>
          <a:xfrm>
            <a:off x="2428860" y="1714488"/>
            <a:ext cx="2071702" cy="1571636"/>
          </a:xfrm>
          <a:prstGeom prst="straightConnector1">
            <a:avLst/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146" y="-13624"/>
            <a:ext cx="7886700" cy="1325563"/>
          </a:xfrm>
        </p:spPr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Метод А*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0B646E6-E6D8-1964-A93C-F0B719184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58A6-6CF3-4447-8174-7E3892A2E7E3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285720" y="5903893"/>
            <a:ext cx="5429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</a:rPr>
              <a:t>Метод  А*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42020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2072" name="Rectangle 8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1235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1285" name="Rectangle 8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3" name="Group 51"/>
          <p:cNvGrpSpPr>
            <a:grpSpLocks/>
          </p:cNvGrpSpPr>
          <p:nvPr/>
        </p:nvGrpSpPr>
        <p:grpSpPr bwMode="auto">
          <a:xfrm>
            <a:off x="0" y="1428684"/>
            <a:ext cx="9355131" cy="5429316"/>
            <a:chOff x="0" y="-72"/>
            <a:chExt cx="8994" cy="5468"/>
          </a:xfrm>
        </p:grpSpPr>
        <p:sp>
          <p:nvSpPr>
            <p:cNvPr id="51284" name="Rectangle 84"/>
            <p:cNvSpPr>
              <a:spLocks noChangeArrowheads="1"/>
            </p:cNvSpPr>
            <p:nvPr/>
          </p:nvSpPr>
          <p:spPr bwMode="auto">
            <a:xfrm>
              <a:off x="0" y="2"/>
              <a:ext cx="8994" cy="539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pSp>
          <p:nvGrpSpPr>
            <p:cNvPr id="4" name="Group 52"/>
            <p:cNvGrpSpPr>
              <a:grpSpLocks/>
            </p:cNvGrpSpPr>
            <p:nvPr/>
          </p:nvGrpSpPr>
          <p:grpSpPr bwMode="auto">
            <a:xfrm>
              <a:off x="537" y="-72"/>
              <a:ext cx="8273" cy="5467"/>
              <a:chOff x="537" y="-72"/>
              <a:chExt cx="8273" cy="5467"/>
            </a:xfrm>
          </p:grpSpPr>
          <p:sp>
            <p:nvSpPr>
              <p:cNvPr id="51283" name="Text Box 83"/>
              <p:cNvSpPr txBox="1">
                <a:spLocks noChangeArrowheads="1"/>
              </p:cNvSpPr>
              <p:nvPr/>
            </p:nvSpPr>
            <p:spPr bwMode="auto">
              <a:xfrm>
                <a:off x="1923" y="648"/>
                <a:ext cx="1362" cy="534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ru-RU" sz="1050" b="1" dirty="0" err="1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Таллин</a:t>
                </a:r>
                <a:r>
                  <a:rPr lang="ru-RU" sz="1050" b="1" dirty="0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  (864) </a:t>
                </a:r>
              </a:p>
            </p:txBody>
          </p:sp>
          <p:sp>
            <p:nvSpPr>
              <p:cNvPr id="51281" name="Text Box 81"/>
              <p:cNvSpPr txBox="1">
                <a:spLocks noChangeArrowheads="1"/>
              </p:cNvSpPr>
              <p:nvPr/>
            </p:nvSpPr>
            <p:spPr bwMode="auto">
              <a:xfrm>
                <a:off x="5035" y="2339"/>
                <a:ext cx="540" cy="35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483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80" name="Text Box 80"/>
              <p:cNvSpPr txBox="1">
                <a:spLocks noChangeArrowheads="1"/>
              </p:cNvSpPr>
              <p:nvPr/>
            </p:nvSpPr>
            <p:spPr bwMode="auto">
              <a:xfrm>
                <a:off x="3056" y="2519"/>
                <a:ext cx="540" cy="353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sz="1050" b="1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716</a:t>
                </a:r>
              </a:p>
            </p:txBody>
          </p:sp>
          <p:sp>
            <p:nvSpPr>
              <p:cNvPr id="51279" name="Text Box 79"/>
              <p:cNvSpPr txBox="1">
                <a:spLocks noChangeArrowheads="1"/>
              </p:cNvSpPr>
              <p:nvPr/>
            </p:nvSpPr>
            <p:spPr bwMode="auto">
              <a:xfrm>
                <a:off x="2516" y="1800"/>
                <a:ext cx="540" cy="353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sz="1050" b="1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476</a:t>
                </a:r>
              </a:p>
            </p:txBody>
          </p:sp>
          <p:sp>
            <p:nvSpPr>
              <p:cNvPr id="51278" name="Text Box 78"/>
              <p:cNvSpPr txBox="1">
                <a:spLocks noChangeArrowheads="1"/>
              </p:cNvSpPr>
              <p:nvPr/>
            </p:nvSpPr>
            <p:spPr bwMode="auto">
              <a:xfrm>
                <a:off x="1374" y="1439"/>
                <a:ext cx="539" cy="353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sz="1050" b="1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276</a:t>
                </a:r>
              </a:p>
            </p:txBody>
          </p:sp>
          <p:sp>
            <p:nvSpPr>
              <p:cNvPr id="51277" name="Text Box 77"/>
              <p:cNvSpPr txBox="1">
                <a:spLocks noChangeArrowheads="1"/>
              </p:cNvSpPr>
              <p:nvPr/>
            </p:nvSpPr>
            <p:spPr bwMode="auto">
              <a:xfrm>
                <a:off x="1976" y="360"/>
                <a:ext cx="540" cy="35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ru-RU" sz="1050" b="1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100</a:t>
                </a:r>
              </a:p>
            </p:txBody>
          </p:sp>
          <p:sp>
            <p:nvSpPr>
              <p:cNvPr id="51276" name="Text Box 76"/>
              <p:cNvSpPr txBox="1">
                <a:spLocks noChangeArrowheads="1"/>
              </p:cNvSpPr>
              <p:nvPr/>
            </p:nvSpPr>
            <p:spPr bwMode="auto">
              <a:xfrm>
                <a:off x="896" y="720"/>
                <a:ext cx="540" cy="353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ru-RU" sz="1050" b="1" dirty="0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377</a:t>
                </a:r>
              </a:p>
            </p:txBody>
          </p:sp>
          <p:sp>
            <p:nvSpPr>
              <p:cNvPr id="51275" name="Text Box 75"/>
              <p:cNvSpPr txBox="1">
                <a:spLocks noChangeArrowheads="1"/>
              </p:cNvSpPr>
              <p:nvPr/>
            </p:nvSpPr>
            <p:spPr bwMode="auto">
              <a:xfrm>
                <a:off x="2517" y="1260"/>
                <a:ext cx="539" cy="353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sz="1050" b="1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313</a:t>
                </a:r>
              </a:p>
            </p:txBody>
          </p:sp>
          <p:sp>
            <p:nvSpPr>
              <p:cNvPr id="51274" name="Text Box 74"/>
              <p:cNvSpPr txBox="1">
                <a:spLocks noChangeArrowheads="1"/>
              </p:cNvSpPr>
              <p:nvPr/>
            </p:nvSpPr>
            <p:spPr bwMode="auto">
              <a:xfrm>
                <a:off x="3237" y="720"/>
                <a:ext cx="538" cy="353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ru-RU" sz="1050" b="1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295</a:t>
                </a:r>
              </a:p>
            </p:txBody>
          </p:sp>
          <p:sp>
            <p:nvSpPr>
              <p:cNvPr id="51273" name="Oval 73"/>
              <p:cNvSpPr>
                <a:spLocks noChangeArrowheads="1"/>
              </p:cNvSpPr>
              <p:nvPr/>
            </p:nvSpPr>
            <p:spPr bwMode="auto">
              <a:xfrm>
                <a:off x="2160" y="2"/>
                <a:ext cx="172" cy="175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72" name="Text Box 72"/>
              <p:cNvSpPr txBox="1">
                <a:spLocks noChangeArrowheads="1"/>
              </p:cNvSpPr>
              <p:nvPr/>
            </p:nvSpPr>
            <p:spPr bwMode="auto">
              <a:xfrm>
                <a:off x="2472" y="-72"/>
                <a:ext cx="1435" cy="353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sz="1050" b="1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Хельсинки (897)</a:t>
                </a:r>
              </a:p>
            </p:txBody>
          </p:sp>
          <p:sp>
            <p:nvSpPr>
              <p:cNvPr id="51271" name="Oval 71"/>
              <p:cNvSpPr>
                <a:spLocks noChangeArrowheads="1"/>
              </p:cNvSpPr>
              <p:nvPr/>
            </p:nvSpPr>
            <p:spPr bwMode="auto">
              <a:xfrm>
                <a:off x="4319" y="1802"/>
                <a:ext cx="172" cy="174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70" name="Text Box 70"/>
              <p:cNvSpPr txBox="1">
                <a:spLocks noChangeArrowheads="1"/>
              </p:cNvSpPr>
              <p:nvPr/>
            </p:nvSpPr>
            <p:spPr bwMode="auto">
              <a:xfrm>
                <a:off x="4258" y="1511"/>
                <a:ext cx="1612" cy="352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sz="1050" b="1" dirty="0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С.Петербург (634)</a:t>
                </a:r>
              </a:p>
            </p:txBody>
          </p:sp>
          <p:sp>
            <p:nvSpPr>
              <p:cNvPr id="51269" name="Oval 69"/>
              <p:cNvSpPr>
                <a:spLocks noChangeArrowheads="1"/>
              </p:cNvSpPr>
              <p:nvPr/>
            </p:nvSpPr>
            <p:spPr bwMode="auto">
              <a:xfrm>
                <a:off x="540" y="2162"/>
                <a:ext cx="173" cy="173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8" name="Text Box 68"/>
              <p:cNvSpPr txBox="1">
                <a:spLocks noChangeArrowheads="1"/>
              </p:cNvSpPr>
              <p:nvPr/>
            </p:nvSpPr>
            <p:spPr bwMode="auto">
              <a:xfrm>
                <a:off x="537" y="2519"/>
                <a:ext cx="1072" cy="35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ru-RU" sz="1050" b="1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Рига (839)</a:t>
                </a:r>
              </a:p>
            </p:txBody>
          </p:sp>
          <p:sp>
            <p:nvSpPr>
              <p:cNvPr id="51267" name="Oval 67"/>
              <p:cNvSpPr>
                <a:spLocks noChangeArrowheads="1"/>
              </p:cNvSpPr>
              <p:nvPr/>
            </p:nvSpPr>
            <p:spPr bwMode="auto">
              <a:xfrm>
                <a:off x="1799" y="902"/>
                <a:ext cx="173" cy="174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6" name="Oval 66"/>
              <p:cNvSpPr>
                <a:spLocks noChangeArrowheads="1"/>
              </p:cNvSpPr>
              <p:nvPr/>
            </p:nvSpPr>
            <p:spPr bwMode="auto">
              <a:xfrm>
                <a:off x="5757" y="3419"/>
                <a:ext cx="173" cy="175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5" name="Text Box 65"/>
              <p:cNvSpPr txBox="1">
                <a:spLocks noChangeArrowheads="1"/>
              </p:cNvSpPr>
              <p:nvPr/>
            </p:nvSpPr>
            <p:spPr bwMode="auto">
              <a:xfrm>
                <a:off x="5936" y="3239"/>
                <a:ext cx="1255" cy="351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sz="1050" b="1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Тверь (161)</a:t>
                </a:r>
              </a:p>
            </p:txBody>
          </p:sp>
          <p:sp>
            <p:nvSpPr>
              <p:cNvPr id="51264" name="AutoShape 64"/>
              <p:cNvSpPr>
                <a:spLocks noChangeShapeType="1"/>
              </p:cNvSpPr>
              <p:nvPr/>
            </p:nvSpPr>
            <p:spPr bwMode="auto">
              <a:xfrm flipH="1">
                <a:off x="1888" y="155"/>
                <a:ext cx="290" cy="746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3" name="AutoShape 63"/>
              <p:cNvSpPr>
                <a:spLocks noChangeShapeType="1"/>
              </p:cNvSpPr>
              <p:nvPr/>
            </p:nvSpPr>
            <p:spPr bwMode="auto">
              <a:xfrm flipH="1">
                <a:off x="692" y="1055"/>
                <a:ext cx="1122" cy="1132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2" name="AutoShape 62"/>
              <p:cNvSpPr>
                <a:spLocks noChangeShapeType="1"/>
              </p:cNvSpPr>
              <p:nvPr/>
            </p:nvSpPr>
            <p:spPr bwMode="auto">
              <a:xfrm>
                <a:off x="1825" y="927"/>
                <a:ext cx="2520" cy="898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1" name="AutoShape 61"/>
              <p:cNvSpPr>
                <a:spLocks noChangeShapeType="1"/>
              </p:cNvSpPr>
              <p:nvPr/>
            </p:nvSpPr>
            <p:spPr bwMode="auto">
              <a:xfrm>
                <a:off x="4345" y="1827"/>
                <a:ext cx="1438" cy="1618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60" name="AutoShape 60"/>
              <p:cNvSpPr>
                <a:spLocks noChangeShapeType="1"/>
              </p:cNvSpPr>
              <p:nvPr/>
            </p:nvSpPr>
            <p:spPr bwMode="auto">
              <a:xfrm>
                <a:off x="540" y="2251"/>
                <a:ext cx="5243" cy="1194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59" name="AutoShape 59"/>
              <p:cNvSpPr>
                <a:spLocks noChangeShapeType="1"/>
              </p:cNvSpPr>
              <p:nvPr/>
            </p:nvSpPr>
            <p:spPr bwMode="auto">
              <a:xfrm flipH="1">
                <a:off x="718" y="1955"/>
                <a:ext cx="3621" cy="292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58" name="AutoShape 58"/>
              <p:cNvSpPr>
                <a:spLocks noChangeShapeType="1"/>
              </p:cNvSpPr>
              <p:nvPr/>
            </p:nvSpPr>
            <p:spPr bwMode="auto">
              <a:xfrm flipH="1" flipV="1">
                <a:off x="2310" y="155"/>
                <a:ext cx="2024" cy="1664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57" name="AutoShape 57"/>
              <p:cNvSpPr>
                <a:spLocks noChangeShapeType="1"/>
              </p:cNvSpPr>
              <p:nvPr/>
            </p:nvSpPr>
            <p:spPr bwMode="auto">
              <a:xfrm flipH="1">
                <a:off x="629" y="92"/>
                <a:ext cx="1525" cy="2065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56" name="AutoShape 56"/>
              <p:cNvSpPr>
                <a:spLocks noChangeShapeType="1"/>
              </p:cNvSpPr>
              <p:nvPr/>
            </p:nvSpPr>
            <p:spPr bwMode="auto">
              <a:xfrm>
                <a:off x="540" y="2251"/>
                <a:ext cx="6865" cy="2994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55" name="Text Box 55"/>
              <p:cNvSpPr txBox="1">
                <a:spLocks noChangeArrowheads="1"/>
              </p:cNvSpPr>
              <p:nvPr/>
            </p:nvSpPr>
            <p:spPr bwMode="auto">
              <a:xfrm>
                <a:off x="3776" y="3957"/>
                <a:ext cx="540" cy="353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ru-RU" sz="1050" b="1"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839</a:t>
                </a:r>
              </a:p>
            </p:txBody>
          </p:sp>
          <p:sp>
            <p:nvSpPr>
              <p:cNvPr id="51254" name="Text Box 54"/>
              <p:cNvSpPr txBox="1">
                <a:spLocks noChangeArrowheads="1"/>
              </p:cNvSpPr>
              <p:nvPr/>
            </p:nvSpPr>
            <p:spPr bwMode="auto">
              <a:xfrm>
                <a:off x="7556" y="5036"/>
                <a:ext cx="1254" cy="352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105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Москва (0)</a:t>
                </a:r>
                <a:endParaRPr kumimoji="0" lang="ru-RU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53" name="Oval 53"/>
              <p:cNvSpPr>
                <a:spLocks noChangeArrowheads="1"/>
              </p:cNvSpPr>
              <p:nvPr/>
            </p:nvSpPr>
            <p:spPr bwMode="auto">
              <a:xfrm>
                <a:off x="7379" y="5221"/>
                <a:ext cx="172" cy="174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cxnSp>
        <p:nvCxnSpPr>
          <p:cNvPr id="112" name="Прямая со стрелкой 111"/>
          <p:cNvCxnSpPr/>
          <p:nvPr/>
        </p:nvCxnSpPr>
        <p:spPr>
          <a:xfrm rot="10800000" flipV="1">
            <a:off x="714348" y="2571744"/>
            <a:ext cx="1214448" cy="1071570"/>
          </a:xfrm>
          <a:prstGeom prst="straightConnector1">
            <a:avLst/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50" name="Rectangle 3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cxnSp>
        <p:nvCxnSpPr>
          <p:cNvPr id="95" name="Прямая со стрелкой 94"/>
          <p:cNvCxnSpPr>
            <a:endCxn id="51253" idx="1"/>
          </p:cNvCxnSpPr>
          <p:nvPr/>
        </p:nvCxnSpPr>
        <p:spPr>
          <a:xfrm>
            <a:off x="714348" y="3786190"/>
            <a:ext cx="6987137" cy="2923349"/>
          </a:xfrm>
          <a:prstGeom prst="straightConnector1">
            <a:avLst/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362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57345" name="Group 1"/>
          <p:cNvGrpSpPr>
            <a:grpSpLocks/>
          </p:cNvGrpSpPr>
          <p:nvPr/>
        </p:nvGrpSpPr>
        <p:grpSpPr bwMode="auto">
          <a:xfrm>
            <a:off x="4000496" y="1428736"/>
            <a:ext cx="6572296" cy="3143272"/>
            <a:chOff x="0" y="0"/>
            <a:chExt cx="9174" cy="3057"/>
          </a:xfrm>
        </p:grpSpPr>
        <p:sp>
          <p:nvSpPr>
            <p:cNvPr id="57361" name="Rectangle 17"/>
            <p:cNvSpPr>
              <a:spLocks noChangeArrowheads="1"/>
            </p:cNvSpPr>
            <p:nvPr/>
          </p:nvSpPr>
          <p:spPr bwMode="auto">
            <a:xfrm>
              <a:off x="0" y="3"/>
              <a:ext cx="9174" cy="305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7360" name="Text Box 16"/>
            <p:cNvSpPr txBox="1">
              <a:spLocks noChangeArrowheads="1"/>
            </p:cNvSpPr>
            <p:nvPr/>
          </p:nvSpPr>
          <p:spPr bwMode="auto">
            <a:xfrm>
              <a:off x="356" y="2159"/>
              <a:ext cx="1436" cy="715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Тверь</a:t>
              </a:r>
              <a:endParaRPr kumimoji="0" 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276+716+(161)</a:t>
              </a:r>
              <a:endParaRPr kumimoji="0" 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=1153</a:t>
              </a:r>
              <a:endParaRPr kumimoji="0" 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7359" name="Line 15"/>
            <p:cNvSpPr>
              <a:spLocks noChangeShapeType="1"/>
            </p:cNvSpPr>
            <p:nvPr/>
          </p:nvSpPr>
          <p:spPr bwMode="auto">
            <a:xfrm flipH="1">
              <a:off x="2156" y="1622"/>
              <a:ext cx="896" cy="535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7358" name="Text Box 14"/>
            <p:cNvSpPr txBox="1">
              <a:spLocks noChangeArrowheads="1"/>
            </p:cNvSpPr>
            <p:nvPr/>
          </p:nvSpPr>
          <p:spPr bwMode="auto">
            <a:xfrm>
              <a:off x="3597" y="2159"/>
              <a:ext cx="1434" cy="715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С.Петербург </a:t>
              </a:r>
              <a:endParaRPr kumimoji="0" 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276+476+ (634)</a:t>
              </a:r>
              <a:endParaRPr kumimoji="0" 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= 1386</a:t>
              </a:r>
              <a:endParaRPr kumimoji="0" 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7357" name="Line 13"/>
            <p:cNvSpPr>
              <a:spLocks noChangeShapeType="1"/>
            </p:cNvSpPr>
            <p:nvPr/>
          </p:nvSpPr>
          <p:spPr bwMode="auto">
            <a:xfrm>
              <a:off x="3059" y="1622"/>
              <a:ext cx="892" cy="53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7356" name="Text Box 12"/>
            <p:cNvSpPr txBox="1">
              <a:spLocks noChangeArrowheads="1"/>
            </p:cNvSpPr>
            <p:nvPr/>
          </p:nvSpPr>
          <p:spPr bwMode="auto">
            <a:xfrm>
              <a:off x="2516" y="902"/>
              <a:ext cx="1076" cy="712"/>
            </a:xfrm>
            <a:prstGeom prst="rect">
              <a:avLst/>
            </a:prstGeom>
            <a:solidFill>
              <a:srgbClr val="C0C0C0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9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Рига </a:t>
              </a:r>
              <a:endParaRPr kumimoji="0" lang="ru-RU" sz="1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9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276+(839)</a:t>
              </a:r>
              <a:endParaRPr kumimoji="0" lang="ru-RU" sz="1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9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=1115</a:t>
              </a:r>
              <a:endParaRPr kumimoji="0" lang="ru-RU" sz="1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7355" name="Line 11"/>
            <p:cNvSpPr>
              <a:spLocks noChangeShapeType="1"/>
            </p:cNvSpPr>
            <p:nvPr/>
          </p:nvSpPr>
          <p:spPr bwMode="auto">
            <a:xfrm>
              <a:off x="3059" y="363"/>
              <a:ext cx="0" cy="53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7354" name="Text Box 10"/>
            <p:cNvSpPr txBox="1">
              <a:spLocks noChangeArrowheads="1"/>
            </p:cNvSpPr>
            <p:nvPr/>
          </p:nvSpPr>
          <p:spPr bwMode="auto">
            <a:xfrm>
              <a:off x="1077" y="902"/>
              <a:ext cx="1255" cy="712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Хельсинки </a:t>
              </a:r>
              <a:endParaRPr kumimoji="0" lang="ru-RU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100+(897)</a:t>
              </a:r>
              <a:endParaRPr kumimoji="0" lang="ru-RU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=997</a:t>
              </a:r>
              <a:endParaRPr kumimoji="0" lang="ru-RU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7353" name="Line 9"/>
            <p:cNvSpPr>
              <a:spLocks noChangeShapeType="1"/>
            </p:cNvSpPr>
            <p:nvPr/>
          </p:nvSpPr>
          <p:spPr bwMode="auto">
            <a:xfrm flipH="1">
              <a:off x="1797" y="363"/>
              <a:ext cx="1254" cy="536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7352" name="Text Box 8"/>
            <p:cNvSpPr txBox="1">
              <a:spLocks noChangeArrowheads="1"/>
            </p:cNvSpPr>
            <p:nvPr/>
          </p:nvSpPr>
          <p:spPr bwMode="auto">
            <a:xfrm>
              <a:off x="3777" y="902"/>
              <a:ext cx="1254" cy="712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С.Петербург </a:t>
              </a:r>
              <a:endParaRPr kumimoji="0" 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313+(634)</a:t>
              </a:r>
              <a:endParaRPr kumimoji="0" 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=947</a:t>
              </a:r>
              <a:endParaRPr kumimoji="0" 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7351" name="Line 7"/>
            <p:cNvSpPr>
              <a:spLocks noChangeShapeType="1"/>
            </p:cNvSpPr>
            <p:nvPr/>
          </p:nvSpPr>
          <p:spPr bwMode="auto">
            <a:xfrm>
              <a:off x="3059" y="363"/>
              <a:ext cx="1434" cy="536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7350" name="Text Box 6"/>
            <p:cNvSpPr txBox="1">
              <a:spLocks noChangeArrowheads="1"/>
            </p:cNvSpPr>
            <p:nvPr/>
          </p:nvSpPr>
          <p:spPr bwMode="auto">
            <a:xfrm>
              <a:off x="2697" y="0"/>
              <a:ext cx="896" cy="352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0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Таллин</a:t>
              </a:r>
              <a:endPara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7349" name="Text Box 5"/>
            <p:cNvSpPr txBox="1">
              <a:spLocks noChangeArrowheads="1"/>
            </p:cNvSpPr>
            <p:nvPr/>
          </p:nvSpPr>
          <p:spPr bwMode="auto">
            <a:xfrm>
              <a:off x="1977" y="2159"/>
              <a:ext cx="1434" cy="713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Хельсинки </a:t>
              </a:r>
              <a:endParaRPr kumimoji="0" 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276+377+(897)</a:t>
              </a:r>
              <a:endParaRPr kumimoji="0" 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=1550</a:t>
              </a:r>
              <a:endParaRPr kumimoji="0" 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7348" name="Text Box 4"/>
            <p:cNvSpPr txBox="1">
              <a:spLocks noChangeArrowheads="1"/>
            </p:cNvSpPr>
            <p:nvPr/>
          </p:nvSpPr>
          <p:spPr bwMode="auto">
            <a:xfrm>
              <a:off x="5397" y="2159"/>
              <a:ext cx="1255" cy="713"/>
            </a:xfrm>
            <a:prstGeom prst="rect">
              <a:avLst/>
            </a:prstGeom>
            <a:solidFill>
              <a:srgbClr val="C0C0C0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Москва </a:t>
              </a:r>
              <a:endParaRPr kumimoji="0" lang="ru-RU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276+(839)</a:t>
              </a:r>
              <a:endParaRPr kumimoji="0" lang="ru-RU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=1115</a:t>
              </a:r>
              <a:endParaRPr kumimoji="0" lang="ru-RU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7347" name="Line 3"/>
            <p:cNvSpPr>
              <a:spLocks noChangeShapeType="1"/>
            </p:cNvSpPr>
            <p:nvPr/>
          </p:nvSpPr>
          <p:spPr bwMode="auto">
            <a:xfrm flipH="1">
              <a:off x="1077" y="1622"/>
              <a:ext cx="1975" cy="535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7346" name="Line 2"/>
            <p:cNvSpPr>
              <a:spLocks noChangeShapeType="1"/>
            </p:cNvSpPr>
            <p:nvPr/>
          </p:nvSpPr>
          <p:spPr bwMode="auto">
            <a:xfrm>
              <a:off x="3059" y="1622"/>
              <a:ext cx="3052" cy="53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6326" y="49126"/>
            <a:ext cx="7886700" cy="1325563"/>
          </a:xfrm>
        </p:spPr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Выбор эвристики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C44ABE1-CB1C-B1D8-2673-E0175528F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58A6-6CF3-4447-8174-7E3892A2E7E3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214282" y="1357298"/>
            <a:ext cx="8929718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</a:rPr>
              <a:t>Выбор эвристики – искусство</a:t>
            </a:r>
          </a:p>
          <a:p>
            <a:endParaRPr lang="ru-RU" sz="2800" b="1" dirty="0">
              <a:solidFill>
                <a:srgbClr val="002060"/>
              </a:solidFill>
            </a:endParaRPr>
          </a:p>
          <a:p>
            <a:r>
              <a:rPr lang="ru-RU" sz="2800" b="1" dirty="0" err="1">
                <a:solidFill>
                  <a:srgbClr val="002060"/>
                </a:solidFill>
              </a:rPr>
              <a:t>Коэфф.ветвления</a:t>
            </a:r>
            <a:r>
              <a:rPr lang="ru-RU" sz="2800" b="1" dirty="0">
                <a:solidFill>
                  <a:srgbClr val="002060"/>
                </a:solidFill>
              </a:rPr>
              <a:t> </a:t>
            </a:r>
            <a:r>
              <a:rPr lang="en-US" sz="2800" b="1" dirty="0">
                <a:solidFill>
                  <a:srgbClr val="002060"/>
                </a:solidFill>
              </a:rPr>
              <a:t>~  3</a:t>
            </a:r>
          </a:p>
          <a:p>
            <a:r>
              <a:rPr lang="ru-RU" sz="2800" b="1" dirty="0">
                <a:solidFill>
                  <a:srgbClr val="002060"/>
                </a:solidFill>
              </a:rPr>
              <a:t>Глубина  </a:t>
            </a:r>
            <a:r>
              <a:rPr lang="en-US" sz="2800" b="1" dirty="0">
                <a:solidFill>
                  <a:srgbClr val="002060"/>
                </a:solidFill>
              </a:rPr>
              <a:t>~ 22</a:t>
            </a:r>
          </a:p>
          <a:p>
            <a:endParaRPr lang="en-US" sz="2800" b="1" dirty="0">
              <a:solidFill>
                <a:srgbClr val="002060"/>
              </a:solidFill>
            </a:endParaRPr>
          </a:p>
          <a:p>
            <a:r>
              <a:rPr lang="ru-RU" sz="2800" b="1" dirty="0">
                <a:solidFill>
                  <a:srgbClr val="002060"/>
                </a:solidFill>
              </a:rPr>
              <a:t>Число состояний </a:t>
            </a:r>
            <a:r>
              <a:rPr lang="en-US" sz="2800" b="1" dirty="0">
                <a:solidFill>
                  <a:srgbClr val="002060"/>
                </a:solidFill>
              </a:rPr>
              <a:t>~ 3</a:t>
            </a:r>
            <a:r>
              <a:rPr lang="en-US" sz="2800" b="1" baseline="30000" dirty="0">
                <a:solidFill>
                  <a:srgbClr val="002060"/>
                </a:solidFill>
              </a:rPr>
              <a:t>22</a:t>
            </a:r>
            <a:r>
              <a:rPr lang="en-US" sz="2800" b="1" dirty="0">
                <a:solidFill>
                  <a:srgbClr val="002060"/>
                </a:solidFill>
              </a:rPr>
              <a:t> ~ 3.1*10</a:t>
            </a:r>
            <a:r>
              <a:rPr lang="en-US" sz="2800" b="1" baseline="30000" dirty="0">
                <a:solidFill>
                  <a:srgbClr val="002060"/>
                </a:solidFill>
              </a:rPr>
              <a:t>10</a:t>
            </a:r>
            <a:endParaRPr lang="ru-RU" sz="2800" b="1" baseline="30000" dirty="0">
              <a:solidFill>
                <a:srgbClr val="002060"/>
              </a:solidFill>
            </a:endParaRPr>
          </a:p>
          <a:p>
            <a:endParaRPr lang="en-US" b="1" dirty="0">
              <a:solidFill>
                <a:srgbClr val="002060"/>
              </a:solidFill>
            </a:endParaRPr>
          </a:p>
          <a:p>
            <a:r>
              <a:rPr lang="ru-RU" sz="2800" b="1" dirty="0">
                <a:solidFill>
                  <a:srgbClr val="002060"/>
                </a:solidFill>
              </a:rPr>
              <a:t>Эвристика  - суммарное манхэттенское расстояние каждой фишки от цели</a:t>
            </a:r>
            <a:endParaRPr lang="en-US" sz="2800" b="1" dirty="0">
              <a:solidFill>
                <a:srgbClr val="002060"/>
              </a:solidFill>
            </a:endParaRPr>
          </a:p>
          <a:p>
            <a:endParaRPr lang="ru-RU" sz="2800" b="1" dirty="0">
              <a:solidFill>
                <a:srgbClr val="002060"/>
              </a:solidFill>
            </a:endParaRPr>
          </a:p>
          <a:p>
            <a:r>
              <a:rPr lang="en-US" sz="2800" b="1" dirty="0">
                <a:solidFill>
                  <a:srgbClr val="002060"/>
                </a:solidFill>
              </a:rPr>
              <a:t>H = 3+1+2+2+2+3+3+2=18</a:t>
            </a:r>
            <a:endParaRPr lang="ru-RU" sz="2800" b="1" dirty="0">
              <a:solidFill>
                <a:srgbClr val="002060"/>
              </a:solidFill>
            </a:endParaRPr>
          </a:p>
        </p:txBody>
      </p:sp>
      <p:sp>
        <p:nvSpPr>
          <p:cNvPr id="42020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2072" name="Rectangle 8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1235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1285" name="Rectangle 8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6350" name="Rectangle 3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7362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026" name="Picture 2" descr="http://rriai.org.ru/illustr/ai1-12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64325" y="1357298"/>
            <a:ext cx="4079675" cy="19288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7200" y="85055"/>
            <a:ext cx="7886700" cy="1325563"/>
          </a:xfrm>
        </p:spPr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Шахматный суперкомпьютер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9F64B5F-0987-A7DA-5EF8-5BFF7B322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58A6-6CF3-4447-8174-7E3892A2E7E3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3714712" y="1357298"/>
            <a:ext cx="5429288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Deep Blue (IBM) </a:t>
            </a:r>
          </a:p>
          <a:p>
            <a:r>
              <a:rPr lang="en-US" sz="2800" b="1" dirty="0">
                <a:solidFill>
                  <a:srgbClr val="002060"/>
                </a:solidFill>
              </a:rPr>
              <a:t>30 </a:t>
            </a:r>
            <a:r>
              <a:rPr lang="ru-RU" sz="2800" b="1" dirty="0">
                <a:solidFill>
                  <a:srgbClr val="002060"/>
                </a:solidFill>
              </a:rPr>
              <a:t>узлов </a:t>
            </a:r>
            <a:endParaRPr lang="en-US" sz="2800" b="1" dirty="0">
              <a:solidFill>
                <a:srgbClr val="002060"/>
              </a:solidFill>
            </a:endParaRPr>
          </a:p>
          <a:p>
            <a:r>
              <a:rPr lang="ru-RU" sz="2400" b="1" dirty="0">
                <a:solidFill>
                  <a:srgbClr val="002060"/>
                </a:solidFill>
              </a:rPr>
              <a:t>(12</a:t>
            </a:r>
            <a:r>
              <a:rPr lang="en-US" sz="2400" b="1" dirty="0">
                <a:solidFill>
                  <a:srgbClr val="002060"/>
                </a:solidFill>
              </a:rPr>
              <a:t>0MHz P2SC </a:t>
            </a:r>
            <a:r>
              <a:rPr lang="ru-RU" sz="2400" b="1" dirty="0">
                <a:solidFill>
                  <a:srgbClr val="002060"/>
                </a:solidFill>
              </a:rPr>
              <a:t>микропроцессоров)</a:t>
            </a:r>
          </a:p>
          <a:p>
            <a:r>
              <a:rPr lang="ru-RU" sz="2400" b="1" dirty="0">
                <a:solidFill>
                  <a:srgbClr val="002060"/>
                </a:solidFill>
              </a:rPr>
              <a:t>480 спец. шахматных СБИС</a:t>
            </a:r>
          </a:p>
          <a:p>
            <a:r>
              <a:rPr lang="ru-RU" sz="2400" b="1" dirty="0">
                <a:solidFill>
                  <a:srgbClr val="002060"/>
                </a:solidFill>
              </a:rPr>
              <a:t>Операционная система – </a:t>
            </a:r>
            <a:r>
              <a:rPr lang="en-US" sz="2400" b="1" dirty="0">
                <a:solidFill>
                  <a:srgbClr val="002060"/>
                </a:solidFill>
              </a:rPr>
              <a:t>AIX</a:t>
            </a:r>
            <a:endParaRPr lang="ru-RU" sz="2400" b="1" dirty="0">
              <a:solidFill>
                <a:srgbClr val="002060"/>
              </a:solidFill>
            </a:endParaRPr>
          </a:p>
          <a:p>
            <a:r>
              <a:rPr lang="ru-RU" sz="2400" b="1" dirty="0">
                <a:solidFill>
                  <a:srgbClr val="002060"/>
                </a:solidFill>
              </a:rPr>
              <a:t>Производительность 11.38 </a:t>
            </a:r>
            <a:r>
              <a:rPr lang="en-US" sz="2400" b="1" dirty="0">
                <a:solidFill>
                  <a:srgbClr val="002060"/>
                </a:solidFill>
              </a:rPr>
              <a:t>GFLOFS</a:t>
            </a:r>
          </a:p>
          <a:p>
            <a:r>
              <a:rPr lang="ru-RU" sz="2400" b="1" dirty="0">
                <a:solidFill>
                  <a:srgbClr val="002060"/>
                </a:solidFill>
              </a:rPr>
              <a:t>Скорость поиска – 200 млн.позиций/с</a:t>
            </a:r>
            <a:endParaRPr lang="en-US" sz="2400" b="1" dirty="0">
              <a:solidFill>
                <a:srgbClr val="002060"/>
              </a:solidFill>
            </a:endParaRPr>
          </a:p>
          <a:p>
            <a:endParaRPr lang="en-US" sz="2400" b="1" dirty="0">
              <a:solidFill>
                <a:srgbClr val="002060"/>
              </a:solidFill>
            </a:endParaRPr>
          </a:p>
          <a:p>
            <a:r>
              <a:rPr lang="ru-RU" sz="2400" b="1" dirty="0">
                <a:solidFill>
                  <a:srgbClr val="002060"/>
                </a:solidFill>
              </a:rPr>
              <a:t>В 1997 г.  - обыграла </a:t>
            </a:r>
            <a:r>
              <a:rPr lang="ru-RU" sz="2400" b="1" dirty="0" err="1">
                <a:solidFill>
                  <a:srgbClr val="002060"/>
                </a:solidFill>
              </a:rPr>
              <a:t>Г.Каспрова</a:t>
            </a:r>
            <a:endParaRPr lang="ru-RU" sz="2400" b="1" dirty="0">
              <a:solidFill>
                <a:srgbClr val="002060"/>
              </a:solidFill>
            </a:endParaRPr>
          </a:p>
          <a:p>
            <a:r>
              <a:rPr lang="ru-RU" sz="2400" b="1" dirty="0">
                <a:solidFill>
                  <a:srgbClr val="002060"/>
                </a:solidFill>
              </a:rPr>
              <a:t>	2 победы</a:t>
            </a:r>
          </a:p>
          <a:p>
            <a:r>
              <a:rPr lang="ru-RU" sz="2400" b="1" dirty="0">
                <a:solidFill>
                  <a:srgbClr val="002060"/>
                </a:solidFill>
              </a:rPr>
              <a:t>	1 поражение</a:t>
            </a:r>
          </a:p>
          <a:p>
            <a:r>
              <a:rPr lang="ru-RU" sz="2400" b="1" dirty="0">
                <a:solidFill>
                  <a:srgbClr val="002060"/>
                </a:solidFill>
              </a:rPr>
              <a:t>	3 ничьих</a:t>
            </a:r>
          </a:p>
          <a:p>
            <a:endParaRPr lang="en-US" sz="2400" b="1" dirty="0">
              <a:solidFill>
                <a:srgbClr val="002060"/>
              </a:solidFill>
            </a:endParaRPr>
          </a:p>
          <a:p>
            <a:endParaRPr lang="ru-RU" sz="2400" b="1" dirty="0">
              <a:solidFill>
                <a:srgbClr val="002060"/>
              </a:solidFill>
            </a:endParaRPr>
          </a:p>
          <a:p>
            <a:endParaRPr lang="ru-RU" sz="2800" b="1" dirty="0">
              <a:solidFill>
                <a:srgbClr val="002060"/>
              </a:solidFill>
            </a:endParaRPr>
          </a:p>
        </p:txBody>
      </p:sp>
      <p:sp>
        <p:nvSpPr>
          <p:cNvPr id="42020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2072" name="Rectangle 8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1235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1285" name="Rectangle 8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6350" name="Rectangle 3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7362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4818" name="Picture 2" descr="Файл:Deep Blue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2845" y="1495672"/>
            <a:ext cx="3571900" cy="536232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5868"/>
            <a:ext cx="7886700" cy="1325563"/>
          </a:xfrm>
        </p:spPr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Шахматная программа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FFF55D5-1352-BD8F-C2D3-1ED6738E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58A6-6CF3-4447-8174-7E3892A2E7E3}" type="slidenum">
              <a:rPr lang="ru-RU" smtClean="0"/>
              <a:pPr/>
              <a:t>23</a:t>
            </a:fld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3571868" y="1357298"/>
            <a:ext cx="542928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Deep Fritz</a:t>
            </a:r>
            <a:endParaRPr lang="ru-RU" sz="3600" b="1" dirty="0">
              <a:solidFill>
                <a:srgbClr val="002060"/>
              </a:solidFill>
            </a:endParaRPr>
          </a:p>
          <a:p>
            <a:endParaRPr lang="en-US" sz="3200" b="1" dirty="0">
              <a:solidFill>
                <a:srgbClr val="002060"/>
              </a:solidFill>
            </a:endParaRPr>
          </a:p>
          <a:p>
            <a:r>
              <a:rPr lang="ru-RU" sz="2800" b="1" dirty="0">
                <a:solidFill>
                  <a:srgbClr val="002060"/>
                </a:solidFill>
              </a:rPr>
              <a:t>Платформа – обычный ПК</a:t>
            </a:r>
          </a:p>
          <a:p>
            <a:endParaRPr lang="ru-RU" sz="2800" b="1" dirty="0">
              <a:solidFill>
                <a:srgbClr val="002060"/>
              </a:solidFill>
            </a:endParaRPr>
          </a:p>
          <a:p>
            <a:r>
              <a:rPr lang="ru-RU" sz="2800" b="1" dirty="0">
                <a:solidFill>
                  <a:srgbClr val="002060"/>
                </a:solidFill>
              </a:rPr>
              <a:t>При анализе ходов делается допущение, что противник делает 2 хода подряд.</a:t>
            </a:r>
            <a:endParaRPr lang="en-US" sz="2400" b="1" dirty="0">
              <a:solidFill>
                <a:srgbClr val="002060"/>
              </a:solidFill>
            </a:endParaRPr>
          </a:p>
          <a:p>
            <a:endParaRPr lang="en-US" sz="2400" b="1" dirty="0">
              <a:solidFill>
                <a:srgbClr val="002060"/>
              </a:solidFill>
            </a:endParaRPr>
          </a:p>
          <a:p>
            <a:r>
              <a:rPr lang="ru-RU" sz="2800" b="1" dirty="0">
                <a:solidFill>
                  <a:srgbClr val="002060"/>
                </a:solidFill>
              </a:rPr>
              <a:t>В </a:t>
            </a:r>
            <a:r>
              <a:rPr lang="en-US" sz="2800" b="1" dirty="0">
                <a:solidFill>
                  <a:srgbClr val="002060"/>
                </a:solidFill>
              </a:rPr>
              <a:t>2006</a:t>
            </a:r>
            <a:r>
              <a:rPr lang="ru-RU" sz="2800" b="1" dirty="0">
                <a:solidFill>
                  <a:srgbClr val="002060"/>
                </a:solidFill>
              </a:rPr>
              <a:t> г.  - обыграла В.Крамника</a:t>
            </a:r>
          </a:p>
          <a:p>
            <a:r>
              <a:rPr lang="ru-RU" sz="2800" b="1" dirty="0">
                <a:solidFill>
                  <a:srgbClr val="002060"/>
                </a:solidFill>
              </a:rPr>
              <a:t>	со счетом 4:2</a:t>
            </a:r>
            <a:endParaRPr lang="ru-RU" sz="3200" b="1" dirty="0">
              <a:solidFill>
                <a:srgbClr val="002060"/>
              </a:solidFill>
            </a:endParaRPr>
          </a:p>
        </p:txBody>
      </p:sp>
      <p:sp>
        <p:nvSpPr>
          <p:cNvPr id="42020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2072" name="Rectangle 8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1235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1285" name="Rectangle 8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6350" name="Rectangle 3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7362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6866" name="Picture 2" descr="File:Fritz 11 Start 2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514474"/>
            <a:ext cx="3409956" cy="2557468"/>
          </a:xfrm>
          <a:prstGeom prst="rect">
            <a:avLst/>
          </a:prstGeom>
          <a:noFill/>
        </p:spPr>
      </p:pic>
      <p:pic>
        <p:nvPicPr>
          <p:cNvPr id="36868" name="Picture 4" descr="Крамник - Фриц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42976" y="3571876"/>
            <a:ext cx="2024070" cy="29551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802" y="41486"/>
            <a:ext cx="7886700" cy="132556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Case based reasoning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B8F5C13-2A0A-FF24-5531-0F043F735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58A6-6CF3-4447-8174-7E3892A2E7E3}" type="slidenum">
              <a:rPr lang="ru-RU" smtClean="0"/>
              <a:pPr/>
              <a:t>24</a:t>
            </a:fld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214282" y="1357298"/>
            <a:ext cx="89297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= </a:t>
            </a:r>
            <a:r>
              <a:rPr lang="ru-RU" sz="2800" b="1" dirty="0">
                <a:solidFill>
                  <a:srgbClr val="002060"/>
                </a:solidFill>
              </a:rPr>
              <a:t>Вывод на основе прецедентов</a:t>
            </a:r>
          </a:p>
          <a:p>
            <a:endParaRPr lang="ru-RU" sz="2800" b="1" dirty="0">
              <a:solidFill>
                <a:srgbClr val="002060"/>
              </a:solidFill>
            </a:endParaRPr>
          </a:p>
        </p:txBody>
      </p:sp>
      <p:sp>
        <p:nvSpPr>
          <p:cNvPr id="42020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2072" name="Rectangle 8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1235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1285" name="Rectangle 8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6350" name="Rectangle 3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7362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3863" name="Rectangle 7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33793" name="Group 1"/>
          <p:cNvGrpSpPr>
            <a:grpSpLocks noChangeAspect="1"/>
          </p:cNvGrpSpPr>
          <p:nvPr/>
        </p:nvGrpSpPr>
        <p:grpSpPr bwMode="auto">
          <a:xfrm>
            <a:off x="1806575" y="1371600"/>
            <a:ext cx="7337425" cy="5486400"/>
            <a:chOff x="2044" y="1211"/>
            <a:chExt cx="8667" cy="6480"/>
          </a:xfrm>
        </p:grpSpPr>
        <p:sp>
          <p:nvSpPr>
            <p:cNvPr id="33862" name="AutoShape 70"/>
            <p:cNvSpPr>
              <a:spLocks noChangeAspect="1" noChangeArrowheads="1" noTextEdit="1"/>
            </p:cNvSpPr>
            <p:nvPr/>
          </p:nvSpPr>
          <p:spPr bwMode="auto">
            <a:xfrm>
              <a:off x="2044" y="1211"/>
              <a:ext cx="8667" cy="648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61" name="Freeform 69"/>
            <p:cNvSpPr>
              <a:spLocks/>
            </p:cNvSpPr>
            <p:nvPr/>
          </p:nvSpPr>
          <p:spPr bwMode="auto">
            <a:xfrm>
              <a:off x="4557" y="3538"/>
              <a:ext cx="1374" cy="2586"/>
            </a:xfrm>
            <a:custGeom>
              <a:avLst/>
              <a:gdLst/>
              <a:ahLst/>
              <a:cxnLst>
                <a:cxn ang="0">
                  <a:pos x="1041" y="3"/>
                </a:cxn>
                <a:cxn ang="0">
                  <a:pos x="1356" y="287"/>
                </a:cxn>
                <a:cxn ang="0">
                  <a:pos x="1431" y="437"/>
                </a:cxn>
                <a:cxn ang="0">
                  <a:pos x="1800" y="1494"/>
                </a:cxn>
                <a:cxn ang="0">
                  <a:pos x="1626" y="2882"/>
                </a:cxn>
                <a:cxn ang="0">
                  <a:pos x="1206" y="3362"/>
                </a:cxn>
                <a:cxn ang="0">
                  <a:pos x="590" y="3137"/>
                </a:cxn>
                <a:cxn ang="0">
                  <a:pos x="5" y="1502"/>
                </a:cxn>
                <a:cxn ang="0">
                  <a:pos x="561" y="273"/>
                </a:cxn>
                <a:cxn ang="0">
                  <a:pos x="1041" y="3"/>
                </a:cxn>
              </a:cxnLst>
              <a:rect l="0" t="0" r="r" b="b"/>
              <a:pathLst>
                <a:path w="1833" h="3447">
                  <a:moveTo>
                    <a:pt x="1041" y="3"/>
                  </a:moveTo>
                  <a:cubicBezTo>
                    <a:pt x="1173" y="5"/>
                    <a:pt x="1291" y="215"/>
                    <a:pt x="1356" y="287"/>
                  </a:cubicBezTo>
                  <a:cubicBezTo>
                    <a:pt x="1421" y="359"/>
                    <a:pt x="1357" y="236"/>
                    <a:pt x="1431" y="437"/>
                  </a:cubicBezTo>
                  <a:cubicBezTo>
                    <a:pt x="1505" y="638"/>
                    <a:pt x="1767" y="1086"/>
                    <a:pt x="1800" y="1494"/>
                  </a:cubicBezTo>
                  <a:cubicBezTo>
                    <a:pt x="1833" y="1902"/>
                    <a:pt x="1725" y="2571"/>
                    <a:pt x="1626" y="2882"/>
                  </a:cubicBezTo>
                  <a:cubicBezTo>
                    <a:pt x="1527" y="3193"/>
                    <a:pt x="1378" y="3320"/>
                    <a:pt x="1206" y="3362"/>
                  </a:cubicBezTo>
                  <a:cubicBezTo>
                    <a:pt x="1034" y="3404"/>
                    <a:pt x="790" y="3447"/>
                    <a:pt x="590" y="3137"/>
                  </a:cubicBezTo>
                  <a:cubicBezTo>
                    <a:pt x="390" y="2827"/>
                    <a:pt x="10" y="1979"/>
                    <a:pt x="5" y="1502"/>
                  </a:cubicBezTo>
                  <a:cubicBezTo>
                    <a:pt x="0" y="1025"/>
                    <a:pt x="388" y="523"/>
                    <a:pt x="561" y="273"/>
                  </a:cubicBezTo>
                  <a:cubicBezTo>
                    <a:pt x="734" y="23"/>
                    <a:pt x="859" y="0"/>
                    <a:pt x="1041" y="3"/>
                  </a:cubicBez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60" name="Oval 68"/>
            <p:cNvSpPr>
              <a:spLocks noChangeArrowheads="1"/>
            </p:cNvSpPr>
            <p:nvPr/>
          </p:nvSpPr>
          <p:spPr bwMode="auto">
            <a:xfrm>
              <a:off x="7471" y="1391"/>
              <a:ext cx="450" cy="45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6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59" name="Oval 67"/>
            <p:cNvSpPr>
              <a:spLocks noChangeArrowheads="1"/>
            </p:cNvSpPr>
            <p:nvPr/>
          </p:nvSpPr>
          <p:spPr bwMode="auto">
            <a:xfrm>
              <a:off x="7741" y="2561"/>
              <a:ext cx="450" cy="45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4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58" name="Oval 66"/>
            <p:cNvSpPr>
              <a:spLocks noChangeArrowheads="1"/>
            </p:cNvSpPr>
            <p:nvPr/>
          </p:nvSpPr>
          <p:spPr bwMode="auto">
            <a:xfrm>
              <a:off x="5311" y="2561"/>
              <a:ext cx="450" cy="45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5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57" name="Oval 65"/>
            <p:cNvSpPr>
              <a:spLocks noChangeArrowheads="1"/>
            </p:cNvSpPr>
            <p:nvPr/>
          </p:nvSpPr>
          <p:spPr bwMode="auto">
            <a:xfrm>
              <a:off x="9541" y="2561"/>
              <a:ext cx="450" cy="45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3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56" name="Oval 64"/>
            <p:cNvSpPr>
              <a:spLocks noChangeArrowheads="1"/>
            </p:cNvSpPr>
            <p:nvPr/>
          </p:nvSpPr>
          <p:spPr bwMode="auto">
            <a:xfrm>
              <a:off x="3421" y="3618"/>
              <a:ext cx="450" cy="45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4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55" name="Oval 63"/>
            <p:cNvSpPr>
              <a:spLocks noChangeArrowheads="1"/>
            </p:cNvSpPr>
            <p:nvPr/>
          </p:nvSpPr>
          <p:spPr bwMode="auto">
            <a:xfrm>
              <a:off x="5041" y="3619"/>
              <a:ext cx="450" cy="45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3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54" name="Oval 62"/>
            <p:cNvSpPr>
              <a:spLocks noChangeArrowheads="1"/>
            </p:cNvSpPr>
            <p:nvPr/>
          </p:nvSpPr>
          <p:spPr bwMode="auto">
            <a:xfrm>
              <a:off x="6031" y="3619"/>
              <a:ext cx="450" cy="45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2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53" name="Oval 61"/>
            <p:cNvSpPr>
              <a:spLocks noChangeArrowheads="1"/>
            </p:cNvSpPr>
            <p:nvPr/>
          </p:nvSpPr>
          <p:spPr bwMode="auto">
            <a:xfrm>
              <a:off x="7021" y="3619"/>
              <a:ext cx="450" cy="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3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52" name="Oval 60"/>
            <p:cNvSpPr>
              <a:spLocks noChangeArrowheads="1"/>
            </p:cNvSpPr>
            <p:nvPr/>
          </p:nvSpPr>
          <p:spPr bwMode="auto">
            <a:xfrm>
              <a:off x="7763" y="3619"/>
              <a:ext cx="450" cy="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2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51" name="Oval 59"/>
            <p:cNvSpPr>
              <a:spLocks noChangeArrowheads="1"/>
            </p:cNvSpPr>
            <p:nvPr/>
          </p:nvSpPr>
          <p:spPr bwMode="auto">
            <a:xfrm>
              <a:off x="8506" y="3619"/>
              <a:ext cx="450" cy="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1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50" name="Oval 58"/>
            <p:cNvSpPr>
              <a:spLocks noChangeArrowheads="1"/>
            </p:cNvSpPr>
            <p:nvPr/>
          </p:nvSpPr>
          <p:spPr bwMode="auto">
            <a:xfrm>
              <a:off x="9248" y="3619"/>
              <a:ext cx="450" cy="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2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49" name="Oval 57"/>
            <p:cNvSpPr>
              <a:spLocks noChangeArrowheads="1"/>
            </p:cNvSpPr>
            <p:nvPr/>
          </p:nvSpPr>
          <p:spPr bwMode="auto">
            <a:xfrm>
              <a:off x="9991" y="3619"/>
              <a:ext cx="450" cy="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1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48" name="AutoShape 56"/>
            <p:cNvSpPr>
              <a:spLocks noChangeShapeType="1"/>
            </p:cNvSpPr>
            <p:nvPr/>
          </p:nvSpPr>
          <p:spPr bwMode="auto">
            <a:xfrm flipH="1">
              <a:off x="5695" y="1841"/>
              <a:ext cx="2001" cy="78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47" name="AutoShape 55"/>
            <p:cNvSpPr>
              <a:spLocks noChangeShapeType="1"/>
            </p:cNvSpPr>
            <p:nvPr/>
          </p:nvSpPr>
          <p:spPr bwMode="auto">
            <a:xfrm>
              <a:off x="7696" y="1841"/>
              <a:ext cx="270" cy="7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46" name="AutoShape 54"/>
            <p:cNvSpPr>
              <a:spLocks noChangeShapeType="1"/>
            </p:cNvSpPr>
            <p:nvPr/>
          </p:nvSpPr>
          <p:spPr bwMode="auto">
            <a:xfrm>
              <a:off x="7696" y="1841"/>
              <a:ext cx="1911" cy="78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45" name="AutoShape 53"/>
            <p:cNvSpPr>
              <a:spLocks noChangeShapeType="1"/>
            </p:cNvSpPr>
            <p:nvPr/>
          </p:nvSpPr>
          <p:spPr bwMode="auto">
            <a:xfrm flipH="1">
              <a:off x="3805" y="3011"/>
              <a:ext cx="1731" cy="67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44" name="AutoShape 52"/>
            <p:cNvSpPr>
              <a:spLocks noChangeShapeType="1"/>
            </p:cNvSpPr>
            <p:nvPr/>
          </p:nvSpPr>
          <p:spPr bwMode="auto">
            <a:xfrm flipH="1">
              <a:off x="5266" y="3011"/>
              <a:ext cx="270" cy="60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43" name="AutoShape 51"/>
            <p:cNvSpPr>
              <a:spLocks noChangeShapeType="1"/>
            </p:cNvSpPr>
            <p:nvPr/>
          </p:nvSpPr>
          <p:spPr bwMode="auto">
            <a:xfrm>
              <a:off x="5536" y="3011"/>
              <a:ext cx="720" cy="60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42" name="AutoShape 50"/>
            <p:cNvSpPr>
              <a:spLocks noChangeShapeType="1"/>
            </p:cNvSpPr>
            <p:nvPr/>
          </p:nvSpPr>
          <p:spPr bwMode="auto">
            <a:xfrm flipH="1">
              <a:off x="7246" y="3011"/>
              <a:ext cx="720" cy="60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41" name="AutoShape 49"/>
            <p:cNvSpPr>
              <a:spLocks noChangeShapeType="1"/>
            </p:cNvSpPr>
            <p:nvPr/>
          </p:nvSpPr>
          <p:spPr bwMode="auto">
            <a:xfrm>
              <a:off x="7966" y="3011"/>
              <a:ext cx="22" cy="60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40" name="AutoShape 48"/>
            <p:cNvSpPr>
              <a:spLocks noChangeShapeType="1"/>
            </p:cNvSpPr>
            <p:nvPr/>
          </p:nvSpPr>
          <p:spPr bwMode="auto">
            <a:xfrm>
              <a:off x="7966" y="3011"/>
              <a:ext cx="765" cy="60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39" name="AutoShape 47"/>
            <p:cNvSpPr>
              <a:spLocks noChangeShapeType="1"/>
            </p:cNvSpPr>
            <p:nvPr/>
          </p:nvSpPr>
          <p:spPr bwMode="auto">
            <a:xfrm flipH="1">
              <a:off x="9473" y="3011"/>
              <a:ext cx="293" cy="60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38" name="AutoShape 46"/>
            <p:cNvSpPr>
              <a:spLocks noChangeShapeType="1"/>
            </p:cNvSpPr>
            <p:nvPr/>
          </p:nvSpPr>
          <p:spPr bwMode="auto">
            <a:xfrm>
              <a:off x="9766" y="3011"/>
              <a:ext cx="450" cy="60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37" name="Oval 45"/>
            <p:cNvSpPr>
              <a:spLocks noChangeArrowheads="1"/>
            </p:cNvSpPr>
            <p:nvPr/>
          </p:nvSpPr>
          <p:spPr bwMode="auto">
            <a:xfrm>
              <a:off x="2521" y="4518"/>
              <a:ext cx="450" cy="45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3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36" name="Oval 44"/>
            <p:cNvSpPr>
              <a:spLocks noChangeArrowheads="1"/>
            </p:cNvSpPr>
            <p:nvPr/>
          </p:nvSpPr>
          <p:spPr bwMode="auto">
            <a:xfrm>
              <a:off x="3241" y="4518"/>
              <a:ext cx="450" cy="45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2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35" name="Oval 43"/>
            <p:cNvSpPr>
              <a:spLocks noChangeArrowheads="1"/>
            </p:cNvSpPr>
            <p:nvPr/>
          </p:nvSpPr>
          <p:spPr bwMode="auto">
            <a:xfrm>
              <a:off x="3961" y="4518"/>
              <a:ext cx="450" cy="45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1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34" name="Oval 42"/>
            <p:cNvSpPr>
              <a:spLocks noChangeArrowheads="1"/>
            </p:cNvSpPr>
            <p:nvPr/>
          </p:nvSpPr>
          <p:spPr bwMode="auto">
            <a:xfrm>
              <a:off x="4681" y="4518"/>
              <a:ext cx="450" cy="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2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33" name="Oval 41"/>
            <p:cNvSpPr>
              <a:spLocks noChangeArrowheads="1"/>
            </p:cNvSpPr>
            <p:nvPr/>
          </p:nvSpPr>
          <p:spPr bwMode="auto">
            <a:xfrm>
              <a:off x="5401" y="4518"/>
              <a:ext cx="450" cy="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1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32" name="Oval 40"/>
            <p:cNvSpPr>
              <a:spLocks noChangeArrowheads="1"/>
            </p:cNvSpPr>
            <p:nvPr/>
          </p:nvSpPr>
          <p:spPr bwMode="auto">
            <a:xfrm>
              <a:off x="6121" y="4518"/>
              <a:ext cx="450" cy="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1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31" name="AutoShape 39"/>
            <p:cNvSpPr>
              <a:spLocks noChangeShapeType="1"/>
            </p:cNvSpPr>
            <p:nvPr/>
          </p:nvSpPr>
          <p:spPr bwMode="auto">
            <a:xfrm flipH="1">
              <a:off x="2746" y="4002"/>
              <a:ext cx="741" cy="51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30" name="AutoShape 38"/>
            <p:cNvSpPr>
              <a:spLocks noChangeShapeType="1"/>
            </p:cNvSpPr>
            <p:nvPr/>
          </p:nvSpPr>
          <p:spPr bwMode="auto">
            <a:xfrm flipH="1">
              <a:off x="3466" y="4068"/>
              <a:ext cx="180" cy="4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29" name="AutoShape 37"/>
            <p:cNvSpPr>
              <a:spLocks noChangeShapeType="1"/>
            </p:cNvSpPr>
            <p:nvPr/>
          </p:nvSpPr>
          <p:spPr bwMode="auto">
            <a:xfrm>
              <a:off x="3646" y="4068"/>
              <a:ext cx="540" cy="4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28" name="AutoShape 36"/>
            <p:cNvSpPr>
              <a:spLocks noChangeShapeType="1"/>
            </p:cNvSpPr>
            <p:nvPr/>
          </p:nvSpPr>
          <p:spPr bwMode="auto">
            <a:xfrm flipH="1">
              <a:off x="4906" y="4069"/>
              <a:ext cx="360" cy="44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27" name="AutoShape 35"/>
            <p:cNvSpPr>
              <a:spLocks noChangeShapeType="1"/>
            </p:cNvSpPr>
            <p:nvPr/>
          </p:nvSpPr>
          <p:spPr bwMode="auto">
            <a:xfrm>
              <a:off x="5266" y="4069"/>
              <a:ext cx="360" cy="44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26" name="AutoShape 34"/>
            <p:cNvSpPr>
              <a:spLocks noChangeShapeType="1"/>
            </p:cNvSpPr>
            <p:nvPr/>
          </p:nvSpPr>
          <p:spPr bwMode="auto">
            <a:xfrm>
              <a:off x="6256" y="4069"/>
              <a:ext cx="90" cy="44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25" name="Oval 33"/>
            <p:cNvSpPr>
              <a:spLocks noChangeArrowheads="1"/>
            </p:cNvSpPr>
            <p:nvPr/>
          </p:nvSpPr>
          <p:spPr bwMode="auto">
            <a:xfrm>
              <a:off x="6841" y="4519"/>
              <a:ext cx="450" cy="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2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24" name="Oval 32"/>
            <p:cNvSpPr>
              <a:spLocks noChangeArrowheads="1"/>
            </p:cNvSpPr>
            <p:nvPr/>
          </p:nvSpPr>
          <p:spPr bwMode="auto">
            <a:xfrm>
              <a:off x="7561" y="4519"/>
              <a:ext cx="450" cy="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1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23" name="AutoShape 31"/>
            <p:cNvSpPr>
              <a:spLocks noChangeShapeType="1"/>
            </p:cNvSpPr>
            <p:nvPr/>
          </p:nvSpPr>
          <p:spPr bwMode="auto">
            <a:xfrm flipH="1">
              <a:off x="7066" y="4069"/>
              <a:ext cx="180" cy="4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22" name="AutoShape 30"/>
            <p:cNvSpPr>
              <a:spLocks noChangeShapeType="1"/>
            </p:cNvSpPr>
            <p:nvPr/>
          </p:nvSpPr>
          <p:spPr bwMode="auto">
            <a:xfrm>
              <a:off x="7246" y="4069"/>
              <a:ext cx="381" cy="51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21" name="Oval 29"/>
            <p:cNvSpPr>
              <a:spLocks noChangeArrowheads="1"/>
            </p:cNvSpPr>
            <p:nvPr/>
          </p:nvSpPr>
          <p:spPr bwMode="auto">
            <a:xfrm>
              <a:off x="8281" y="4519"/>
              <a:ext cx="450" cy="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1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20" name="AutoShape 28"/>
            <p:cNvSpPr>
              <a:spLocks noChangeShapeType="1"/>
            </p:cNvSpPr>
            <p:nvPr/>
          </p:nvSpPr>
          <p:spPr bwMode="auto">
            <a:xfrm>
              <a:off x="7988" y="4069"/>
              <a:ext cx="518" cy="4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19" name="Oval 27"/>
            <p:cNvSpPr>
              <a:spLocks noChangeArrowheads="1"/>
            </p:cNvSpPr>
            <p:nvPr/>
          </p:nvSpPr>
          <p:spPr bwMode="auto">
            <a:xfrm>
              <a:off x="9541" y="4519"/>
              <a:ext cx="450" cy="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1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18" name="AutoShape 26"/>
            <p:cNvSpPr>
              <a:spLocks noChangeShapeType="1"/>
            </p:cNvSpPr>
            <p:nvPr/>
          </p:nvSpPr>
          <p:spPr bwMode="auto">
            <a:xfrm>
              <a:off x="9473" y="4069"/>
              <a:ext cx="293" cy="4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17" name="Oval 25"/>
            <p:cNvSpPr>
              <a:spLocks noChangeArrowheads="1"/>
            </p:cNvSpPr>
            <p:nvPr/>
          </p:nvSpPr>
          <p:spPr bwMode="auto">
            <a:xfrm>
              <a:off x="2341" y="5531"/>
              <a:ext cx="450" cy="45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2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16" name="Oval 24"/>
            <p:cNvSpPr>
              <a:spLocks noChangeArrowheads="1"/>
            </p:cNvSpPr>
            <p:nvPr/>
          </p:nvSpPr>
          <p:spPr bwMode="auto">
            <a:xfrm>
              <a:off x="3091" y="5509"/>
              <a:ext cx="450" cy="45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1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15" name="Oval 23"/>
            <p:cNvSpPr>
              <a:spLocks noChangeArrowheads="1"/>
            </p:cNvSpPr>
            <p:nvPr/>
          </p:nvSpPr>
          <p:spPr bwMode="auto">
            <a:xfrm>
              <a:off x="3841" y="5508"/>
              <a:ext cx="450" cy="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1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14" name="AutoShape 22"/>
            <p:cNvSpPr>
              <a:spLocks noChangeShapeType="1"/>
            </p:cNvSpPr>
            <p:nvPr/>
          </p:nvSpPr>
          <p:spPr bwMode="auto">
            <a:xfrm flipH="1">
              <a:off x="2566" y="4968"/>
              <a:ext cx="180" cy="56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13" name="AutoShape 21"/>
            <p:cNvSpPr>
              <a:spLocks noChangeShapeType="1"/>
            </p:cNvSpPr>
            <p:nvPr/>
          </p:nvSpPr>
          <p:spPr bwMode="auto">
            <a:xfrm>
              <a:off x="2746" y="4968"/>
              <a:ext cx="570" cy="54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12" name="AutoShape 20"/>
            <p:cNvSpPr>
              <a:spLocks noChangeShapeType="1"/>
            </p:cNvSpPr>
            <p:nvPr/>
          </p:nvSpPr>
          <p:spPr bwMode="auto">
            <a:xfrm>
              <a:off x="3466" y="4968"/>
              <a:ext cx="600" cy="54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11" name="Oval 19"/>
            <p:cNvSpPr>
              <a:spLocks noChangeArrowheads="1"/>
            </p:cNvSpPr>
            <p:nvPr/>
          </p:nvSpPr>
          <p:spPr bwMode="auto">
            <a:xfrm>
              <a:off x="6931" y="5509"/>
              <a:ext cx="450" cy="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1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10" name="AutoShape 18"/>
            <p:cNvSpPr>
              <a:spLocks noChangeShapeType="1"/>
            </p:cNvSpPr>
            <p:nvPr/>
          </p:nvSpPr>
          <p:spPr bwMode="auto">
            <a:xfrm>
              <a:off x="7066" y="4969"/>
              <a:ext cx="90" cy="54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09" name="Oval 17"/>
            <p:cNvSpPr>
              <a:spLocks noChangeArrowheads="1"/>
            </p:cNvSpPr>
            <p:nvPr/>
          </p:nvSpPr>
          <p:spPr bwMode="auto">
            <a:xfrm>
              <a:off x="2431" y="6431"/>
              <a:ext cx="450" cy="45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1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08" name="AutoShape 16"/>
            <p:cNvSpPr>
              <a:spLocks noChangeShapeType="1"/>
            </p:cNvSpPr>
            <p:nvPr/>
          </p:nvSpPr>
          <p:spPr bwMode="auto">
            <a:xfrm>
              <a:off x="2566" y="5981"/>
              <a:ext cx="90" cy="4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07" name="Freeform 15"/>
            <p:cNvSpPr>
              <a:spLocks/>
            </p:cNvSpPr>
            <p:nvPr/>
          </p:nvSpPr>
          <p:spPr bwMode="auto">
            <a:xfrm>
              <a:off x="2205" y="5415"/>
              <a:ext cx="784" cy="1610"/>
            </a:xfrm>
            <a:custGeom>
              <a:avLst/>
              <a:gdLst/>
              <a:ahLst/>
              <a:cxnLst>
                <a:cxn ang="0">
                  <a:pos x="501" y="20"/>
                </a:cxn>
                <a:cxn ang="0">
                  <a:pos x="876" y="275"/>
                </a:cxn>
                <a:cxn ang="0">
                  <a:pos x="1022" y="876"/>
                </a:cxn>
                <a:cxn ang="0">
                  <a:pos x="1022" y="1475"/>
                </a:cxn>
                <a:cxn ang="0">
                  <a:pos x="902" y="1955"/>
                </a:cxn>
                <a:cxn ang="0">
                  <a:pos x="336" y="2030"/>
                </a:cxn>
                <a:cxn ang="0">
                  <a:pos x="126" y="1250"/>
                </a:cxn>
                <a:cxn ang="0">
                  <a:pos x="62" y="396"/>
                </a:cxn>
                <a:cxn ang="0">
                  <a:pos x="501" y="20"/>
                </a:cxn>
              </a:cxnLst>
              <a:rect l="0" t="0" r="r" b="b"/>
              <a:pathLst>
                <a:path w="1046" h="2147">
                  <a:moveTo>
                    <a:pt x="501" y="20"/>
                  </a:moveTo>
                  <a:cubicBezTo>
                    <a:pt x="637" y="0"/>
                    <a:pt x="789" y="132"/>
                    <a:pt x="876" y="275"/>
                  </a:cubicBezTo>
                  <a:cubicBezTo>
                    <a:pt x="963" y="418"/>
                    <a:pt x="998" y="676"/>
                    <a:pt x="1022" y="876"/>
                  </a:cubicBezTo>
                  <a:cubicBezTo>
                    <a:pt x="1046" y="1076"/>
                    <a:pt x="1042" y="1295"/>
                    <a:pt x="1022" y="1475"/>
                  </a:cubicBezTo>
                  <a:cubicBezTo>
                    <a:pt x="1002" y="1655"/>
                    <a:pt x="1016" y="1863"/>
                    <a:pt x="902" y="1955"/>
                  </a:cubicBezTo>
                  <a:cubicBezTo>
                    <a:pt x="788" y="2047"/>
                    <a:pt x="465" y="2147"/>
                    <a:pt x="336" y="2030"/>
                  </a:cubicBezTo>
                  <a:cubicBezTo>
                    <a:pt x="207" y="1913"/>
                    <a:pt x="172" y="1522"/>
                    <a:pt x="126" y="1250"/>
                  </a:cubicBezTo>
                  <a:cubicBezTo>
                    <a:pt x="80" y="978"/>
                    <a:pt x="0" y="601"/>
                    <a:pt x="62" y="396"/>
                  </a:cubicBezTo>
                  <a:cubicBezTo>
                    <a:pt x="124" y="191"/>
                    <a:pt x="368" y="30"/>
                    <a:pt x="501" y="20"/>
                  </a:cubicBez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06" name="Freeform 14"/>
            <p:cNvSpPr>
              <a:spLocks/>
            </p:cNvSpPr>
            <p:nvPr/>
          </p:nvSpPr>
          <p:spPr bwMode="auto">
            <a:xfrm>
              <a:off x="3132" y="4406"/>
              <a:ext cx="1247" cy="1666"/>
            </a:xfrm>
            <a:custGeom>
              <a:avLst/>
              <a:gdLst/>
              <a:ahLst/>
              <a:cxnLst>
                <a:cxn ang="0">
                  <a:pos x="270" y="60"/>
                </a:cxn>
                <a:cxn ang="0">
                  <a:pos x="780" y="181"/>
                </a:cxn>
                <a:cxn ang="0">
                  <a:pos x="1110" y="825"/>
                </a:cxn>
                <a:cxn ang="0">
                  <a:pos x="1590" y="1530"/>
                </a:cxn>
                <a:cxn ang="0">
                  <a:pos x="1546" y="2070"/>
                </a:cxn>
                <a:cxn ang="0">
                  <a:pos x="974" y="2091"/>
                </a:cxn>
                <a:cxn ang="0">
                  <a:pos x="630" y="1290"/>
                </a:cxn>
                <a:cxn ang="0">
                  <a:pos x="60" y="540"/>
                </a:cxn>
                <a:cxn ang="0">
                  <a:pos x="270" y="60"/>
                </a:cxn>
              </a:cxnLst>
              <a:rect l="0" t="0" r="r" b="b"/>
              <a:pathLst>
                <a:path w="1663" h="2221">
                  <a:moveTo>
                    <a:pt x="270" y="60"/>
                  </a:moveTo>
                  <a:cubicBezTo>
                    <a:pt x="390" y="0"/>
                    <a:pt x="640" y="53"/>
                    <a:pt x="780" y="181"/>
                  </a:cubicBezTo>
                  <a:cubicBezTo>
                    <a:pt x="920" y="309"/>
                    <a:pt x="975" y="600"/>
                    <a:pt x="1110" y="825"/>
                  </a:cubicBezTo>
                  <a:cubicBezTo>
                    <a:pt x="1245" y="1050"/>
                    <a:pt x="1517" y="1323"/>
                    <a:pt x="1590" y="1530"/>
                  </a:cubicBezTo>
                  <a:cubicBezTo>
                    <a:pt x="1663" y="1737"/>
                    <a:pt x="1649" y="1977"/>
                    <a:pt x="1546" y="2070"/>
                  </a:cubicBezTo>
                  <a:cubicBezTo>
                    <a:pt x="1443" y="2163"/>
                    <a:pt x="1127" y="2221"/>
                    <a:pt x="974" y="2091"/>
                  </a:cubicBezTo>
                  <a:cubicBezTo>
                    <a:pt x="821" y="1961"/>
                    <a:pt x="782" y="1548"/>
                    <a:pt x="630" y="1290"/>
                  </a:cubicBezTo>
                  <a:cubicBezTo>
                    <a:pt x="478" y="1032"/>
                    <a:pt x="120" y="745"/>
                    <a:pt x="60" y="540"/>
                  </a:cubicBezTo>
                  <a:cubicBezTo>
                    <a:pt x="0" y="335"/>
                    <a:pt x="150" y="120"/>
                    <a:pt x="270" y="60"/>
                  </a:cubicBez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05" name="Freeform 13"/>
            <p:cNvSpPr>
              <a:spLocks/>
            </p:cNvSpPr>
            <p:nvPr/>
          </p:nvSpPr>
          <p:spPr bwMode="auto">
            <a:xfrm>
              <a:off x="5920" y="3517"/>
              <a:ext cx="737" cy="1557"/>
            </a:xfrm>
            <a:custGeom>
              <a:avLst/>
              <a:gdLst/>
              <a:ahLst/>
              <a:cxnLst>
                <a:cxn ang="0">
                  <a:pos x="422" y="15"/>
                </a:cxn>
                <a:cxn ang="0">
                  <a:pos x="798" y="240"/>
                </a:cxn>
                <a:cxn ang="0">
                  <a:pos x="943" y="921"/>
                </a:cxn>
                <a:cxn ang="0">
                  <a:pos x="956" y="1442"/>
                </a:cxn>
                <a:cxn ang="0">
                  <a:pos x="782" y="1935"/>
                </a:cxn>
                <a:cxn ang="0">
                  <a:pos x="317" y="1951"/>
                </a:cxn>
                <a:cxn ang="0">
                  <a:pos x="47" y="1188"/>
                </a:cxn>
                <a:cxn ang="0">
                  <a:pos x="62" y="330"/>
                </a:cxn>
                <a:cxn ang="0">
                  <a:pos x="422" y="15"/>
                </a:cxn>
              </a:cxnLst>
              <a:rect l="0" t="0" r="r" b="b"/>
              <a:pathLst>
                <a:path w="983" h="2076">
                  <a:moveTo>
                    <a:pt x="422" y="15"/>
                  </a:moveTo>
                  <a:cubicBezTo>
                    <a:pt x="545" y="0"/>
                    <a:pt x="711" y="89"/>
                    <a:pt x="798" y="240"/>
                  </a:cubicBezTo>
                  <a:cubicBezTo>
                    <a:pt x="885" y="391"/>
                    <a:pt x="917" y="721"/>
                    <a:pt x="943" y="921"/>
                  </a:cubicBezTo>
                  <a:cubicBezTo>
                    <a:pt x="969" y="1123"/>
                    <a:pt x="983" y="1273"/>
                    <a:pt x="956" y="1442"/>
                  </a:cubicBezTo>
                  <a:cubicBezTo>
                    <a:pt x="929" y="1611"/>
                    <a:pt x="947" y="1800"/>
                    <a:pt x="782" y="1935"/>
                  </a:cubicBezTo>
                  <a:cubicBezTo>
                    <a:pt x="617" y="2070"/>
                    <a:pt x="440" y="2076"/>
                    <a:pt x="317" y="1951"/>
                  </a:cubicBezTo>
                  <a:cubicBezTo>
                    <a:pt x="194" y="1826"/>
                    <a:pt x="90" y="1458"/>
                    <a:pt x="47" y="1188"/>
                  </a:cubicBezTo>
                  <a:cubicBezTo>
                    <a:pt x="4" y="917"/>
                    <a:pt x="0" y="525"/>
                    <a:pt x="62" y="330"/>
                  </a:cubicBezTo>
                  <a:cubicBezTo>
                    <a:pt x="124" y="135"/>
                    <a:pt x="300" y="17"/>
                    <a:pt x="422" y="15"/>
                  </a:cubicBez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04" name="Freeform 12"/>
            <p:cNvSpPr>
              <a:spLocks/>
            </p:cNvSpPr>
            <p:nvPr/>
          </p:nvSpPr>
          <p:spPr bwMode="auto">
            <a:xfrm>
              <a:off x="7680" y="3535"/>
              <a:ext cx="1140" cy="1537"/>
            </a:xfrm>
            <a:custGeom>
              <a:avLst/>
              <a:gdLst/>
              <a:ahLst/>
              <a:cxnLst>
                <a:cxn ang="0">
                  <a:pos x="446" y="22"/>
                </a:cxn>
                <a:cxn ang="0">
                  <a:pos x="851" y="367"/>
                </a:cxn>
                <a:cxn ang="0">
                  <a:pos x="1107" y="817"/>
                </a:cxn>
                <a:cxn ang="0">
                  <a:pos x="1421" y="1296"/>
                </a:cxn>
                <a:cxn ang="0">
                  <a:pos x="1436" y="1851"/>
                </a:cxn>
                <a:cxn ang="0">
                  <a:pos x="910" y="1932"/>
                </a:cxn>
                <a:cxn ang="0">
                  <a:pos x="449" y="1146"/>
                </a:cxn>
                <a:cxn ang="0">
                  <a:pos x="101" y="696"/>
                </a:cxn>
                <a:cxn ang="0">
                  <a:pos x="58" y="232"/>
                </a:cxn>
                <a:cxn ang="0">
                  <a:pos x="446" y="22"/>
                </a:cxn>
              </a:cxnLst>
              <a:rect l="0" t="0" r="r" b="b"/>
              <a:pathLst>
                <a:path w="1521" h="2049">
                  <a:moveTo>
                    <a:pt x="446" y="22"/>
                  </a:moveTo>
                  <a:cubicBezTo>
                    <a:pt x="578" y="44"/>
                    <a:pt x="741" y="235"/>
                    <a:pt x="851" y="367"/>
                  </a:cubicBezTo>
                  <a:cubicBezTo>
                    <a:pt x="961" y="499"/>
                    <a:pt x="1012" y="662"/>
                    <a:pt x="1107" y="817"/>
                  </a:cubicBezTo>
                  <a:cubicBezTo>
                    <a:pt x="1202" y="972"/>
                    <a:pt x="1366" y="1123"/>
                    <a:pt x="1421" y="1296"/>
                  </a:cubicBezTo>
                  <a:cubicBezTo>
                    <a:pt x="1476" y="1469"/>
                    <a:pt x="1521" y="1745"/>
                    <a:pt x="1436" y="1851"/>
                  </a:cubicBezTo>
                  <a:cubicBezTo>
                    <a:pt x="1351" y="1957"/>
                    <a:pt x="1074" y="2049"/>
                    <a:pt x="910" y="1932"/>
                  </a:cubicBezTo>
                  <a:cubicBezTo>
                    <a:pt x="746" y="1815"/>
                    <a:pt x="584" y="1352"/>
                    <a:pt x="449" y="1146"/>
                  </a:cubicBezTo>
                  <a:cubicBezTo>
                    <a:pt x="314" y="940"/>
                    <a:pt x="166" y="848"/>
                    <a:pt x="101" y="696"/>
                  </a:cubicBezTo>
                  <a:cubicBezTo>
                    <a:pt x="36" y="544"/>
                    <a:pt x="0" y="344"/>
                    <a:pt x="58" y="232"/>
                  </a:cubicBezTo>
                  <a:cubicBezTo>
                    <a:pt x="116" y="120"/>
                    <a:pt x="314" y="0"/>
                    <a:pt x="446" y="22"/>
                  </a:cubicBez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03" name="Freeform 11"/>
            <p:cNvSpPr>
              <a:spLocks/>
            </p:cNvSpPr>
            <p:nvPr/>
          </p:nvSpPr>
          <p:spPr bwMode="auto">
            <a:xfrm>
              <a:off x="9147" y="3488"/>
              <a:ext cx="948" cy="1595"/>
            </a:xfrm>
            <a:custGeom>
              <a:avLst/>
              <a:gdLst/>
              <a:ahLst/>
              <a:cxnLst>
                <a:cxn ang="0">
                  <a:pos x="439" y="9"/>
                </a:cxn>
                <a:cxn ang="0">
                  <a:pos x="814" y="239"/>
                </a:cxn>
                <a:cxn ang="0">
                  <a:pos x="1176" y="1344"/>
                </a:cxn>
                <a:cxn ang="0">
                  <a:pos x="1161" y="1929"/>
                </a:cxn>
                <a:cxn ang="0">
                  <a:pos x="559" y="2004"/>
                </a:cxn>
                <a:cxn ang="0">
                  <a:pos x="140" y="1194"/>
                </a:cxn>
                <a:cxn ang="0">
                  <a:pos x="50" y="294"/>
                </a:cxn>
                <a:cxn ang="0">
                  <a:pos x="439" y="9"/>
                </a:cxn>
              </a:cxnLst>
              <a:rect l="0" t="0" r="r" b="b"/>
              <a:pathLst>
                <a:path w="1264" h="2127">
                  <a:moveTo>
                    <a:pt x="439" y="9"/>
                  </a:moveTo>
                  <a:cubicBezTo>
                    <a:pt x="566" y="0"/>
                    <a:pt x="691" y="17"/>
                    <a:pt x="814" y="239"/>
                  </a:cubicBezTo>
                  <a:cubicBezTo>
                    <a:pt x="937" y="461"/>
                    <a:pt x="1118" y="1062"/>
                    <a:pt x="1176" y="1344"/>
                  </a:cubicBezTo>
                  <a:cubicBezTo>
                    <a:pt x="1234" y="1626"/>
                    <a:pt x="1264" y="1819"/>
                    <a:pt x="1161" y="1929"/>
                  </a:cubicBezTo>
                  <a:cubicBezTo>
                    <a:pt x="1058" y="2039"/>
                    <a:pt x="730" y="2127"/>
                    <a:pt x="559" y="2004"/>
                  </a:cubicBezTo>
                  <a:cubicBezTo>
                    <a:pt x="389" y="1881"/>
                    <a:pt x="225" y="1479"/>
                    <a:pt x="140" y="1194"/>
                  </a:cubicBezTo>
                  <a:cubicBezTo>
                    <a:pt x="55" y="909"/>
                    <a:pt x="0" y="491"/>
                    <a:pt x="50" y="294"/>
                  </a:cubicBezTo>
                  <a:cubicBezTo>
                    <a:pt x="100" y="97"/>
                    <a:pt x="312" y="18"/>
                    <a:pt x="439" y="9"/>
                  </a:cubicBez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02" name="Freeform 10"/>
            <p:cNvSpPr>
              <a:spLocks/>
            </p:cNvSpPr>
            <p:nvPr/>
          </p:nvSpPr>
          <p:spPr bwMode="auto">
            <a:xfrm>
              <a:off x="6775" y="4451"/>
              <a:ext cx="680" cy="1615"/>
            </a:xfrm>
            <a:custGeom>
              <a:avLst/>
              <a:gdLst/>
              <a:ahLst/>
              <a:cxnLst>
                <a:cxn ang="0">
                  <a:pos x="361" y="20"/>
                </a:cxn>
                <a:cxn ang="0">
                  <a:pos x="735" y="275"/>
                </a:cxn>
                <a:cxn ang="0">
                  <a:pos x="881" y="876"/>
                </a:cxn>
                <a:cxn ang="0">
                  <a:pos x="881" y="1477"/>
                </a:cxn>
                <a:cxn ang="0">
                  <a:pos x="797" y="1995"/>
                </a:cxn>
                <a:cxn ang="0">
                  <a:pos x="227" y="2026"/>
                </a:cxn>
                <a:cxn ang="0">
                  <a:pos x="78" y="1231"/>
                </a:cxn>
                <a:cxn ang="0">
                  <a:pos x="47" y="255"/>
                </a:cxn>
                <a:cxn ang="0">
                  <a:pos x="361" y="20"/>
                </a:cxn>
              </a:cxnLst>
              <a:rect l="0" t="0" r="r" b="b"/>
              <a:pathLst>
                <a:path w="906" h="2153">
                  <a:moveTo>
                    <a:pt x="361" y="20"/>
                  </a:moveTo>
                  <a:cubicBezTo>
                    <a:pt x="496" y="0"/>
                    <a:pt x="648" y="132"/>
                    <a:pt x="735" y="275"/>
                  </a:cubicBezTo>
                  <a:cubicBezTo>
                    <a:pt x="822" y="418"/>
                    <a:pt x="857" y="676"/>
                    <a:pt x="881" y="876"/>
                  </a:cubicBezTo>
                  <a:cubicBezTo>
                    <a:pt x="905" y="1078"/>
                    <a:pt x="895" y="1291"/>
                    <a:pt x="881" y="1477"/>
                  </a:cubicBezTo>
                  <a:cubicBezTo>
                    <a:pt x="867" y="1663"/>
                    <a:pt x="906" y="1903"/>
                    <a:pt x="797" y="1995"/>
                  </a:cubicBezTo>
                  <a:cubicBezTo>
                    <a:pt x="688" y="2087"/>
                    <a:pt x="347" y="2153"/>
                    <a:pt x="227" y="2026"/>
                  </a:cubicBezTo>
                  <a:cubicBezTo>
                    <a:pt x="107" y="1899"/>
                    <a:pt x="108" y="1526"/>
                    <a:pt x="78" y="1231"/>
                  </a:cubicBezTo>
                  <a:cubicBezTo>
                    <a:pt x="48" y="935"/>
                    <a:pt x="0" y="457"/>
                    <a:pt x="47" y="255"/>
                  </a:cubicBezTo>
                  <a:cubicBezTo>
                    <a:pt x="94" y="53"/>
                    <a:pt x="296" y="69"/>
                    <a:pt x="361" y="20"/>
                  </a:cubicBez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01" name="Freeform 9"/>
            <p:cNvSpPr>
              <a:spLocks/>
            </p:cNvSpPr>
            <p:nvPr/>
          </p:nvSpPr>
          <p:spPr bwMode="auto">
            <a:xfrm>
              <a:off x="9097" y="2436"/>
              <a:ext cx="1425" cy="2750"/>
            </a:xfrm>
            <a:custGeom>
              <a:avLst/>
              <a:gdLst/>
              <a:ahLst/>
              <a:cxnLst>
                <a:cxn ang="0">
                  <a:pos x="1031" y="62"/>
                </a:cxn>
                <a:cxn ang="0">
                  <a:pos x="1498" y="662"/>
                </a:cxn>
                <a:cxn ang="0">
                  <a:pos x="1661" y="992"/>
                </a:cxn>
                <a:cxn ang="0">
                  <a:pos x="1872" y="1639"/>
                </a:cxn>
                <a:cxn ang="0">
                  <a:pos x="1796" y="2327"/>
                </a:cxn>
                <a:cxn ang="0">
                  <a:pos x="1249" y="3437"/>
                </a:cxn>
                <a:cxn ang="0">
                  <a:pos x="424" y="3467"/>
                </a:cxn>
                <a:cxn ang="0">
                  <a:pos x="4" y="1997"/>
                </a:cxn>
                <a:cxn ang="0">
                  <a:pos x="447" y="362"/>
                </a:cxn>
                <a:cxn ang="0">
                  <a:pos x="1031" y="62"/>
                </a:cxn>
              </a:cxnLst>
              <a:rect l="0" t="0" r="r" b="b"/>
              <a:pathLst>
                <a:path w="1900" h="3667">
                  <a:moveTo>
                    <a:pt x="1031" y="62"/>
                  </a:moveTo>
                  <a:cubicBezTo>
                    <a:pt x="1211" y="124"/>
                    <a:pt x="1393" y="477"/>
                    <a:pt x="1498" y="662"/>
                  </a:cubicBezTo>
                  <a:cubicBezTo>
                    <a:pt x="1603" y="817"/>
                    <a:pt x="1599" y="829"/>
                    <a:pt x="1661" y="992"/>
                  </a:cubicBezTo>
                  <a:cubicBezTo>
                    <a:pt x="1723" y="1155"/>
                    <a:pt x="1850" y="1416"/>
                    <a:pt x="1872" y="1639"/>
                  </a:cubicBezTo>
                  <a:cubicBezTo>
                    <a:pt x="1894" y="1862"/>
                    <a:pt x="1900" y="2027"/>
                    <a:pt x="1796" y="2327"/>
                  </a:cubicBezTo>
                  <a:cubicBezTo>
                    <a:pt x="1692" y="2627"/>
                    <a:pt x="1478" y="3247"/>
                    <a:pt x="1249" y="3437"/>
                  </a:cubicBezTo>
                  <a:cubicBezTo>
                    <a:pt x="1040" y="3612"/>
                    <a:pt x="626" y="3667"/>
                    <a:pt x="424" y="3467"/>
                  </a:cubicBezTo>
                  <a:cubicBezTo>
                    <a:pt x="216" y="3227"/>
                    <a:pt x="0" y="2514"/>
                    <a:pt x="4" y="1997"/>
                  </a:cubicBezTo>
                  <a:cubicBezTo>
                    <a:pt x="8" y="1480"/>
                    <a:pt x="276" y="684"/>
                    <a:pt x="447" y="362"/>
                  </a:cubicBezTo>
                  <a:cubicBezTo>
                    <a:pt x="618" y="40"/>
                    <a:pt x="852" y="0"/>
                    <a:pt x="1031" y="62"/>
                  </a:cubicBez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00" name="Freeform 8"/>
            <p:cNvSpPr>
              <a:spLocks/>
            </p:cNvSpPr>
            <p:nvPr/>
          </p:nvSpPr>
          <p:spPr bwMode="auto">
            <a:xfrm>
              <a:off x="6705" y="3528"/>
              <a:ext cx="1438" cy="2658"/>
            </a:xfrm>
            <a:custGeom>
              <a:avLst/>
              <a:gdLst/>
              <a:ahLst/>
              <a:cxnLst>
                <a:cxn ang="0">
                  <a:pos x="742" y="2"/>
                </a:cxn>
                <a:cxn ang="0">
                  <a:pos x="1116" y="271"/>
                </a:cxn>
                <a:cxn ang="0">
                  <a:pos x="1310" y="871"/>
                </a:cxn>
                <a:cxn ang="0">
                  <a:pos x="1715" y="1352"/>
                </a:cxn>
                <a:cxn ang="0">
                  <a:pos x="1791" y="1833"/>
                </a:cxn>
                <a:cxn ang="0">
                  <a:pos x="958" y="3286"/>
                </a:cxn>
                <a:cxn ang="0">
                  <a:pos x="179" y="3301"/>
                </a:cxn>
                <a:cxn ang="0">
                  <a:pos x="29" y="1831"/>
                </a:cxn>
                <a:cxn ang="0">
                  <a:pos x="351" y="436"/>
                </a:cxn>
                <a:cxn ang="0">
                  <a:pos x="742" y="2"/>
                </a:cxn>
              </a:cxnLst>
              <a:rect l="0" t="0" r="r" b="b"/>
              <a:pathLst>
                <a:path w="1917" h="3544">
                  <a:moveTo>
                    <a:pt x="742" y="2"/>
                  </a:moveTo>
                  <a:cubicBezTo>
                    <a:pt x="877" y="4"/>
                    <a:pt x="1024" y="114"/>
                    <a:pt x="1116" y="271"/>
                  </a:cubicBezTo>
                  <a:cubicBezTo>
                    <a:pt x="1211" y="416"/>
                    <a:pt x="1210" y="691"/>
                    <a:pt x="1310" y="871"/>
                  </a:cubicBezTo>
                  <a:cubicBezTo>
                    <a:pt x="1410" y="1051"/>
                    <a:pt x="1635" y="1192"/>
                    <a:pt x="1715" y="1352"/>
                  </a:cubicBezTo>
                  <a:cubicBezTo>
                    <a:pt x="1795" y="1512"/>
                    <a:pt x="1917" y="1511"/>
                    <a:pt x="1791" y="1833"/>
                  </a:cubicBezTo>
                  <a:cubicBezTo>
                    <a:pt x="1665" y="2155"/>
                    <a:pt x="1227" y="3041"/>
                    <a:pt x="958" y="3286"/>
                  </a:cubicBezTo>
                  <a:cubicBezTo>
                    <a:pt x="689" y="3531"/>
                    <a:pt x="334" y="3544"/>
                    <a:pt x="179" y="3301"/>
                  </a:cubicBezTo>
                  <a:cubicBezTo>
                    <a:pt x="24" y="3058"/>
                    <a:pt x="0" y="2308"/>
                    <a:pt x="29" y="1831"/>
                  </a:cubicBezTo>
                  <a:cubicBezTo>
                    <a:pt x="58" y="1354"/>
                    <a:pt x="320" y="766"/>
                    <a:pt x="351" y="436"/>
                  </a:cubicBezTo>
                  <a:cubicBezTo>
                    <a:pt x="382" y="106"/>
                    <a:pt x="607" y="0"/>
                    <a:pt x="742" y="2"/>
                  </a:cubicBez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799" name="Freeform 7"/>
            <p:cNvSpPr>
              <a:spLocks/>
            </p:cNvSpPr>
            <p:nvPr/>
          </p:nvSpPr>
          <p:spPr bwMode="auto">
            <a:xfrm>
              <a:off x="2152" y="4395"/>
              <a:ext cx="1516" cy="2795"/>
            </a:xfrm>
            <a:custGeom>
              <a:avLst/>
              <a:gdLst/>
              <a:ahLst/>
              <a:cxnLst>
                <a:cxn ang="0">
                  <a:pos x="904" y="77"/>
                </a:cxn>
                <a:cxn ang="0">
                  <a:pos x="1216" y="452"/>
                </a:cxn>
                <a:cxn ang="0">
                  <a:pos x="1411" y="960"/>
                </a:cxn>
                <a:cxn ang="0">
                  <a:pos x="1891" y="1530"/>
                </a:cxn>
                <a:cxn ang="0">
                  <a:pos x="1885" y="2031"/>
                </a:cxn>
                <a:cxn ang="0">
                  <a:pos x="1074" y="3360"/>
                </a:cxn>
                <a:cxn ang="0">
                  <a:pos x="384" y="3525"/>
                </a:cxn>
                <a:cxn ang="0">
                  <a:pos x="9" y="2145"/>
                </a:cxn>
                <a:cxn ang="0">
                  <a:pos x="437" y="376"/>
                </a:cxn>
                <a:cxn ang="0">
                  <a:pos x="904" y="77"/>
                </a:cxn>
              </a:cxnLst>
              <a:rect l="0" t="0" r="r" b="b"/>
              <a:pathLst>
                <a:path w="2021" h="3727">
                  <a:moveTo>
                    <a:pt x="904" y="77"/>
                  </a:moveTo>
                  <a:cubicBezTo>
                    <a:pt x="1040" y="94"/>
                    <a:pt x="1132" y="305"/>
                    <a:pt x="1216" y="452"/>
                  </a:cubicBezTo>
                  <a:cubicBezTo>
                    <a:pt x="1300" y="599"/>
                    <a:pt x="1299" y="780"/>
                    <a:pt x="1411" y="960"/>
                  </a:cubicBezTo>
                  <a:cubicBezTo>
                    <a:pt x="1523" y="1140"/>
                    <a:pt x="1816" y="1290"/>
                    <a:pt x="1891" y="1530"/>
                  </a:cubicBezTo>
                  <a:cubicBezTo>
                    <a:pt x="1966" y="1770"/>
                    <a:pt x="2021" y="1726"/>
                    <a:pt x="1885" y="2031"/>
                  </a:cubicBezTo>
                  <a:cubicBezTo>
                    <a:pt x="1749" y="2336"/>
                    <a:pt x="1324" y="3111"/>
                    <a:pt x="1074" y="3360"/>
                  </a:cubicBezTo>
                  <a:cubicBezTo>
                    <a:pt x="824" y="3609"/>
                    <a:pt x="561" y="3727"/>
                    <a:pt x="384" y="3525"/>
                  </a:cubicBezTo>
                  <a:cubicBezTo>
                    <a:pt x="207" y="3323"/>
                    <a:pt x="0" y="2670"/>
                    <a:pt x="9" y="2145"/>
                  </a:cubicBezTo>
                  <a:cubicBezTo>
                    <a:pt x="18" y="1620"/>
                    <a:pt x="333" y="752"/>
                    <a:pt x="437" y="376"/>
                  </a:cubicBezTo>
                  <a:cubicBezTo>
                    <a:pt x="541" y="0"/>
                    <a:pt x="807" y="139"/>
                    <a:pt x="904" y="77"/>
                  </a:cubicBez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798" name="Oval 6"/>
            <p:cNvSpPr>
              <a:spLocks noChangeArrowheads="1"/>
            </p:cNvSpPr>
            <p:nvPr/>
          </p:nvSpPr>
          <p:spPr bwMode="auto">
            <a:xfrm>
              <a:off x="5131" y="5531"/>
              <a:ext cx="450" cy="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1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797" name="AutoShape 5"/>
            <p:cNvSpPr>
              <a:spLocks noChangeShapeType="1"/>
            </p:cNvSpPr>
            <p:nvPr/>
          </p:nvSpPr>
          <p:spPr bwMode="auto">
            <a:xfrm flipH="1" flipV="1">
              <a:off x="4906" y="4968"/>
              <a:ext cx="450" cy="56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796" name="Freeform 4"/>
            <p:cNvSpPr>
              <a:spLocks/>
            </p:cNvSpPr>
            <p:nvPr/>
          </p:nvSpPr>
          <p:spPr bwMode="auto">
            <a:xfrm>
              <a:off x="4614" y="4421"/>
              <a:ext cx="1051" cy="1631"/>
            </a:xfrm>
            <a:custGeom>
              <a:avLst/>
              <a:gdLst/>
              <a:ahLst/>
              <a:cxnLst>
                <a:cxn ang="0">
                  <a:pos x="140" y="86"/>
                </a:cxn>
                <a:cxn ang="0">
                  <a:pos x="678" y="115"/>
                </a:cxn>
                <a:cxn ang="0">
                  <a:pos x="963" y="775"/>
                </a:cxn>
                <a:cxn ang="0">
                  <a:pos x="1278" y="1420"/>
                </a:cxn>
                <a:cxn ang="0">
                  <a:pos x="1308" y="2005"/>
                </a:cxn>
                <a:cxn ang="0">
                  <a:pos x="723" y="2050"/>
                </a:cxn>
                <a:cxn ang="0">
                  <a:pos x="349" y="1255"/>
                </a:cxn>
                <a:cxn ang="0">
                  <a:pos x="35" y="551"/>
                </a:cxn>
                <a:cxn ang="0">
                  <a:pos x="140" y="86"/>
                </a:cxn>
              </a:cxnLst>
              <a:rect l="0" t="0" r="r" b="b"/>
              <a:pathLst>
                <a:path w="1401" h="2175">
                  <a:moveTo>
                    <a:pt x="140" y="86"/>
                  </a:moveTo>
                  <a:cubicBezTo>
                    <a:pt x="247" y="13"/>
                    <a:pt x="541" y="0"/>
                    <a:pt x="678" y="115"/>
                  </a:cubicBezTo>
                  <a:cubicBezTo>
                    <a:pt x="815" y="230"/>
                    <a:pt x="863" y="557"/>
                    <a:pt x="963" y="775"/>
                  </a:cubicBezTo>
                  <a:cubicBezTo>
                    <a:pt x="1063" y="993"/>
                    <a:pt x="1221" y="1215"/>
                    <a:pt x="1278" y="1420"/>
                  </a:cubicBezTo>
                  <a:cubicBezTo>
                    <a:pt x="1335" y="1625"/>
                    <a:pt x="1401" y="1900"/>
                    <a:pt x="1308" y="2005"/>
                  </a:cubicBezTo>
                  <a:cubicBezTo>
                    <a:pt x="1215" y="2110"/>
                    <a:pt x="883" y="2175"/>
                    <a:pt x="723" y="2050"/>
                  </a:cubicBezTo>
                  <a:cubicBezTo>
                    <a:pt x="564" y="1925"/>
                    <a:pt x="464" y="1505"/>
                    <a:pt x="349" y="1255"/>
                  </a:cubicBezTo>
                  <a:cubicBezTo>
                    <a:pt x="234" y="1005"/>
                    <a:pt x="70" y="746"/>
                    <a:pt x="35" y="551"/>
                  </a:cubicBezTo>
                  <a:cubicBezTo>
                    <a:pt x="0" y="356"/>
                    <a:pt x="47" y="145"/>
                    <a:pt x="140" y="86"/>
                  </a:cubicBez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795" name="Freeform 3"/>
            <p:cNvSpPr>
              <a:spLocks/>
            </p:cNvSpPr>
            <p:nvPr/>
          </p:nvSpPr>
          <p:spPr bwMode="auto">
            <a:xfrm>
              <a:off x="6656" y="2430"/>
              <a:ext cx="2467" cy="3909"/>
            </a:xfrm>
            <a:custGeom>
              <a:avLst/>
              <a:gdLst/>
              <a:ahLst/>
              <a:cxnLst>
                <a:cxn ang="0">
                  <a:pos x="1656" y="40"/>
                </a:cxn>
                <a:cxn ang="0">
                  <a:pos x="3065" y="1601"/>
                </a:cxn>
                <a:cxn ang="0">
                  <a:pos x="3004" y="3535"/>
                </a:cxn>
                <a:cxn ang="0">
                  <a:pos x="2209" y="4525"/>
                </a:cxn>
                <a:cxn ang="0">
                  <a:pos x="1399" y="4931"/>
                </a:cxn>
                <a:cxn ang="0">
                  <a:pos x="319" y="5035"/>
                </a:cxn>
                <a:cxn ang="0">
                  <a:pos x="5" y="3866"/>
                </a:cxn>
                <a:cxn ang="0">
                  <a:pos x="291" y="1840"/>
                </a:cxn>
                <a:cxn ang="0">
                  <a:pos x="1656" y="40"/>
                </a:cxn>
              </a:cxnLst>
              <a:rect l="0" t="0" r="r" b="b"/>
              <a:pathLst>
                <a:path w="3290" h="5212">
                  <a:moveTo>
                    <a:pt x="1656" y="40"/>
                  </a:moveTo>
                  <a:cubicBezTo>
                    <a:pt x="2117" y="0"/>
                    <a:pt x="2840" y="1018"/>
                    <a:pt x="3065" y="1601"/>
                  </a:cubicBezTo>
                  <a:cubicBezTo>
                    <a:pt x="3290" y="2184"/>
                    <a:pt x="3147" y="3048"/>
                    <a:pt x="3004" y="3535"/>
                  </a:cubicBezTo>
                  <a:cubicBezTo>
                    <a:pt x="2861" y="4022"/>
                    <a:pt x="2476" y="4292"/>
                    <a:pt x="2209" y="4525"/>
                  </a:cubicBezTo>
                  <a:cubicBezTo>
                    <a:pt x="1942" y="4758"/>
                    <a:pt x="1714" y="4846"/>
                    <a:pt x="1399" y="4931"/>
                  </a:cubicBezTo>
                  <a:cubicBezTo>
                    <a:pt x="1084" y="5016"/>
                    <a:pt x="551" y="5212"/>
                    <a:pt x="319" y="5035"/>
                  </a:cubicBezTo>
                  <a:cubicBezTo>
                    <a:pt x="87" y="4858"/>
                    <a:pt x="10" y="4398"/>
                    <a:pt x="5" y="3866"/>
                  </a:cubicBezTo>
                  <a:cubicBezTo>
                    <a:pt x="0" y="3334"/>
                    <a:pt x="16" y="2478"/>
                    <a:pt x="291" y="1840"/>
                  </a:cubicBezTo>
                  <a:cubicBezTo>
                    <a:pt x="566" y="1202"/>
                    <a:pt x="1194" y="80"/>
                    <a:pt x="1656" y="40"/>
                  </a:cubicBez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794" name="Freeform 2"/>
            <p:cNvSpPr>
              <a:spLocks/>
            </p:cNvSpPr>
            <p:nvPr/>
          </p:nvSpPr>
          <p:spPr bwMode="auto">
            <a:xfrm>
              <a:off x="2050" y="3475"/>
              <a:ext cx="2573" cy="3804"/>
            </a:xfrm>
            <a:custGeom>
              <a:avLst/>
              <a:gdLst/>
              <a:ahLst/>
              <a:cxnLst>
                <a:cxn ang="0">
                  <a:pos x="2057" y="72"/>
                </a:cxn>
                <a:cxn ang="0">
                  <a:pos x="3168" y="1272"/>
                </a:cxn>
                <a:cxn ang="0">
                  <a:pos x="3138" y="3326"/>
                </a:cxn>
                <a:cxn ang="0">
                  <a:pos x="1412" y="4751"/>
                </a:cxn>
                <a:cxn ang="0">
                  <a:pos x="452" y="4901"/>
                </a:cxn>
                <a:cxn ang="0">
                  <a:pos x="49" y="3727"/>
                </a:cxn>
                <a:cxn ang="0">
                  <a:pos x="335" y="1703"/>
                </a:cxn>
                <a:cxn ang="0">
                  <a:pos x="2057" y="72"/>
                </a:cxn>
              </a:cxnLst>
              <a:rect l="0" t="0" r="r" b="b"/>
              <a:pathLst>
                <a:path w="3431" h="5072">
                  <a:moveTo>
                    <a:pt x="2057" y="72"/>
                  </a:moveTo>
                  <a:cubicBezTo>
                    <a:pt x="2529" y="0"/>
                    <a:pt x="2988" y="730"/>
                    <a:pt x="3168" y="1272"/>
                  </a:cubicBezTo>
                  <a:cubicBezTo>
                    <a:pt x="3348" y="1814"/>
                    <a:pt x="3431" y="2746"/>
                    <a:pt x="3138" y="3326"/>
                  </a:cubicBezTo>
                  <a:cubicBezTo>
                    <a:pt x="2845" y="3906"/>
                    <a:pt x="1860" y="4488"/>
                    <a:pt x="1412" y="4751"/>
                  </a:cubicBezTo>
                  <a:cubicBezTo>
                    <a:pt x="964" y="5014"/>
                    <a:pt x="679" y="5072"/>
                    <a:pt x="452" y="4901"/>
                  </a:cubicBezTo>
                  <a:cubicBezTo>
                    <a:pt x="225" y="4730"/>
                    <a:pt x="68" y="4260"/>
                    <a:pt x="49" y="3727"/>
                  </a:cubicBezTo>
                  <a:cubicBezTo>
                    <a:pt x="30" y="3194"/>
                    <a:pt x="0" y="2312"/>
                    <a:pt x="335" y="1703"/>
                  </a:cubicBezTo>
                  <a:cubicBezTo>
                    <a:pt x="670" y="1094"/>
                    <a:pt x="1585" y="144"/>
                    <a:pt x="2057" y="72"/>
                  </a:cubicBez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cxnSp>
        <p:nvCxnSpPr>
          <p:cNvPr id="83" name="Прямая со стрелкой 82"/>
          <p:cNvCxnSpPr/>
          <p:nvPr/>
        </p:nvCxnSpPr>
        <p:spPr>
          <a:xfrm rot="10800000" flipV="1">
            <a:off x="4786314" y="1857364"/>
            <a:ext cx="1571636" cy="642942"/>
          </a:xfrm>
          <a:prstGeom prst="straightConnector1">
            <a:avLst/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>
            <a:endCxn id="33856" idx="0"/>
          </p:cNvCxnSpPr>
          <p:nvPr/>
        </p:nvCxnSpPr>
        <p:spPr>
          <a:xfrm rot="10800000" flipV="1">
            <a:off x="3162818" y="2857495"/>
            <a:ext cx="1337744" cy="552031"/>
          </a:xfrm>
          <a:prstGeom prst="straightConnector1">
            <a:avLst/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Прямая со стрелкой 86"/>
          <p:cNvCxnSpPr/>
          <p:nvPr/>
        </p:nvCxnSpPr>
        <p:spPr>
          <a:xfrm rot="10800000" flipV="1">
            <a:off x="2285984" y="3643314"/>
            <a:ext cx="642942" cy="428628"/>
          </a:xfrm>
          <a:prstGeom prst="straightConnector1">
            <a:avLst/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Прямая со стрелкой 89"/>
          <p:cNvCxnSpPr/>
          <p:nvPr/>
        </p:nvCxnSpPr>
        <p:spPr>
          <a:xfrm rot="5400000">
            <a:off x="1893075" y="4607727"/>
            <a:ext cx="571504" cy="214314"/>
          </a:xfrm>
          <a:prstGeom prst="straightConnector1">
            <a:avLst/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Прямая со стрелкой 91"/>
          <p:cNvCxnSpPr/>
          <p:nvPr/>
        </p:nvCxnSpPr>
        <p:spPr>
          <a:xfrm rot="16200000" flipH="1">
            <a:off x="1785918" y="5572140"/>
            <a:ext cx="571504" cy="142876"/>
          </a:xfrm>
          <a:prstGeom prst="straightConnector1">
            <a:avLst/>
          </a:prstGeom>
          <a:ln w="635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 стрелкой 93"/>
          <p:cNvCxnSpPr/>
          <p:nvPr/>
        </p:nvCxnSpPr>
        <p:spPr>
          <a:xfrm rot="16200000" flipH="1">
            <a:off x="2500298" y="4643446"/>
            <a:ext cx="428628" cy="285752"/>
          </a:xfrm>
          <a:prstGeom prst="straightConnector1">
            <a:avLst/>
          </a:prstGeom>
          <a:ln w="635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Прямая со стрелкой 95"/>
          <p:cNvCxnSpPr>
            <a:endCxn id="33836" idx="0"/>
          </p:cNvCxnSpPr>
          <p:nvPr/>
        </p:nvCxnSpPr>
        <p:spPr>
          <a:xfrm rot="5400000">
            <a:off x="2848449" y="3876735"/>
            <a:ext cx="456775" cy="132809"/>
          </a:xfrm>
          <a:prstGeom prst="straightConnector1">
            <a:avLst/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Прямая со стрелкой 97"/>
          <p:cNvCxnSpPr/>
          <p:nvPr/>
        </p:nvCxnSpPr>
        <p:spPr>
          <a:xfrm rot="16200000" flipH="1">
            <a:off x="3071802" y="4572008"/>
            <a:ext cx="428628" cy="428628"/>
          </a:xfrm>
          <a:prstGeom prst="straightConnector1">
            <a:avLst/>
          </a:prstGeom>
          <a:ln w="63500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6929454" y="1571612"/>
            <a:ext cx="2214546" cy="40011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Good_move</a:t>
            </a:r>
            <a:r>
              <a:rPr lang="en-US" sz="2000" b="1" dirty="0"/>
              <a:t>(2,1).</a:t>
            </a:r>
            <a:endParaRPr lang="ru-RU" sz="2000" b="1" dirty="0"/>
          </a:p>
        </p:txBody>
      </p:sp>
      <p:sp>
        <p:nvSpPr>
          <p:cNvPr id="101" name="TextBox 100"/>
          <p:cNvSpPr txBox="1"/>
          <p:nvPr/>
        </p:nvSpPr>
        <p:spPr>
          <a:xfrm>
            <a:off x="6929454" y="2000240"/>
            <a:ext cx="2214546" cy="40011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Good_move</a:t>
            </a:r>
            <a:r>
              <a:rPr lang="en-US" sz="2000" b="1" dirty="0"/>
              <a:t>(3,2).</a:t>
            </a:r>
            <a:endParaRPr lang="ru-RU" sz="2000" b="1" dirty="0"/>
          </a:p>
        </p:txBody>
      </p:sp>
      <p:sp>
        <p:nvSpPr>
          <p:cNvPr id="104" name="TextBox 103"/>
          <p:cNvSpPr txBox="1"/>
          <p:nvPr/>
        </p:nvSpPr>
        <p:spPr>
          <a:xfrm>
            <a:off x="6929454" y="2428868"/>
            <a:ext cx="2214546" cy="40011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Good_move</a:t>
            </a:r>
            <a:r>
              <a:rPr lang="en-US" sz="2000" b="1" dirty="0"/>
              <a:t>(4,3).</a:t>
            </a:r>
            <a:endParaRPr lang="ru-RU" sz="2000" b="1" dirty="0"/>
          </a:p>
        </p:txBody>
      </p:sp>
      <p:cxnSp>
        <p:nvCxnSpPr>
          <p:cNvPr id="107" name="Прямая со стрелкой 106"/>
          <p:cNvCxnSpPr/>
          <p:nvPr/>
        </p:nvCxnSpPr>
        <p:spPr>
          <a:xfrm rot="16200000" flipH="1">
            <a:off x="3286116" y="3857627"/>
            <a:ext cx="428628" cy="285752"/>
          </a:xfrm>
          <a:prstGeom prst="straightConnector1">
            <a:avLst/>
          </a:prstGeom>
          <a:ln w="635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Прямая со стрелкой 107"/>
          <p:cNvCxnSpPr/>
          <p:nvPr/>
        </p:nvCxnSpPr>
        <p:spPr>
          <a:xfrm rot="16200000" flipH="1">
            <a:off x="6929454" y="2928934"/>
            <a:ext cx="428628" cy="428628"/>
          </a:xfrm>
          <a:prstGeom prst="straightConnector1">
            <a:avLst/>
          </a:prstGeom>
          <a:ln w="635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4857752" y="5842337"/>
            <a:ext cx="4286248" cy="707886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ru-RU" sz="2000" b="1" dirty="0"/>
              <a:t>Исходное число вершин = 177147</a:t>
            </a:r>
          </a:p>
          <a:p>
            <a:r>
              <a:rPr lang="ru-RU" sz="2000" b="1" dirty="0"/>
              <a:t>Результирующее = 60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7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7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101" grpId="0" animBg="1"/>
      <p:bldP spid="104" grpId="0" animBg="1"/>
      <p:bldP spid="1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33005"/>
            <a:ext cx="7886700" cy="132556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Case based reasoning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FCDF2AE-CD74-6D8B-CF97-8D2143634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58A6-6CF3-4447-8174-7E3892A2E7E3}" type="slidenum">
              <a:rPr lang="ru-RU" smtClean="0"/>
              <a:pPr/>
              <a:t>25</a:t>
            </a:fld>
            <a:endParaRPr lang="ru-RU"/>
          </a:p>
        </p:txBody>
      </p:sp>
      <p:sp>
        <p:nvSpPr>
          <p:cNvPr id="42020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2072" name="Rectangle 8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1235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1285" name="Rectangle 8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6350" name="Rectangle 3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7362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3863" name="Rectangle 7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95" name="Таблица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185005"/>
              </p:ext>
            </p:extLst>
          </p:nvPr>
        </p:nvGraphicFramePr>
        <p:xfrm>
          <a:off x="899592" y="1505148"/>
          <a:ext cx="7072361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66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6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89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rgbClr val="002060"/>
                          </a:solidFill>
                        </a:rPr>
                        <a:t>Подлежащее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rgbClr val="002060"/>
                          </a:solidFill>
                        </a:rPr>
                        <a:t>Сказуемое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rgbClr val="002060"/>
                          </a:solidFill>
                        </a:rPr>
                        <a:t>Дополнение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rgbClr val="002060"/>
                          </a:solidFill>
                        </a:rPr>
                        <a:t>Наш Президент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rgbClr val="002060"/>
                          </a:solidFill>
                        </a:rPr>
                        <a:t>посетил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rgbClr val="002060"/>
                          </a:solidFill>
                        </a:rPr>
                        <a:t>Англию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rgbClr val="002060"/>
                          </a:solidFill>
                        </a:rPr>
                        <a:t>Путин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rgbClr val="002060"/>
                          </a:solidFill>
                        </a:rPr>
                        <a:t>совершил визит в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rgbClr val="002060"/>
                          </a:solidFill>
                        </a:rPr>
                        <a:t>Великобританию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rgbClr val="002060"/>
                          </a:solidFill>
                        </a:rPr>
                        <a:t>Владимир Владимирович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rgbClr val="002060"/>
                          </a:solidFill>
                        </a:rPr>
                        <a:t>приехал в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rgbClr val="002060"/>
                          </a:solidFill>
                        </a:rPr>
                        <a:t>Альбион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rgbClr val="002060"/>
                          </a:solidFill>
                        </a:rPr>
                        <a:t>Гарант Конституции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rgbClr val="002060"/>
                          </a:solidFill>
                        </a:rPr>
                        <a:t>направился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rgbClr val="002060"/>
                          </a:solidFill>
                        </a:rPr>
                        <a:t>Лондон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rgbClr val="002060"/>
                          </a:solidFill>
                        </a:rPr>
                        <a:t>Владимир Путин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rgbClr val="002060"/>
                          </a:solidFill>
                        </a:rPr>
                        <a:t>прилетел в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rgbClr val="002060"/>
                          </a:solidFill>
                        </a:rPr>
                        <a:t>Родину Шекспира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rgbClr val="002060"/>
                          </a:solidFill>
                        </a:rPr>
                        <a:t>примчался в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rgbClr val="002060"/>
                          </a:solidFill>
                        </a:rPr>
                        <a:t>Соединенное Королевство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7" name="TextBox 96"/>
          <p:cNvSpPr txBox="1"/>
          <p:nvPr/>
        </p:nvSpPr>
        <p:spPr>
          <a:xfrm>
            <a:off x="571472" y="5286388"/>
            <a:ext cx="82153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02060"/>
                </a:solidFill>
              </a:rPr>
              <a:t>Число вариантов = 6*6*5  = 180</a:t>
            </a:r>
          </a:p>
          <a:p>
            <a:r>
              <a:rPr lang="ru-RU" sz="2400" b="1" dirty="0">
                <a:solidFill>
                  <a:srgbClr val="002060"/>
                </a:solidFill>
              </a:rPr>
              <a:t>Как быстро мы подберем правильный  для конкретного контекста?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-99392"/>
            <a:ext cx="7886700" cy="1325563"/>
          </a:xfrm>
        </p:spPr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Об изучении иностранных языков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FCDF2AE-CD74-6D8B-CF97-8D2143634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58A6-6CF3-4447-8174-7E3892A2E7E3}" type="slidenum">
              <a:rPr lang="ru-RU" smtClean="0"/>
              <a:pPr/>
              <a:t>26</a:t>
            </a:fld>
            <a:endParaRPr lang="ru-RU"/>
          </a:p>
        </p:txBody>
      </p:sp>
      <p:sp>
        <p:nvSpPr>
          <p:cNvPr id="42020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2072" name="Rectangle 8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1235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1285" name="Rectangle 8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6350" name="Rectangle 3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7362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3863" name="Rectangle 7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95" name="Таблица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349285"/>
              </p:ext>
            </p:extLst>
          </p:nvPr>
        </p:nvGraphicFramePr>
        <p:xfrm>
          <a:off x="971600" y="1556792"/>
          <a:ext cx="6624736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991097172"/>
                    </a:ext>
                  </a:extLst>
                </a:gridCol>
              </a:tblGrid>
              <a:tr h="396044">
                <a:tc>
                  <a:txBody>
                    <a:bodyPr/>
                    <a:lstStyle/>
                    <a:p>
                      <a:pPr algn="ctr"/>
                      <a:endParaRPr lang="ru-RU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2060"/>
                          </a:solidFill>
                        </a:rPr>
                        <a:t>Se </a:t>
                      </a:r>
                      <a:r>
                        <a:rPr lang="en-US" sz="2000" b="1" dirty="0" err="1">
                          <a:solidFill>
                            <a:srgbClr val="002060"/>
                          </a:solidFill>
                        </a:rPr>
                        <a:t>puedo</a:t>
                      </a:r>
                      <a:endParaRPr lang="ru-RU" sz="20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solidFill>
                            <a:srgbClr val="002060"/>
                          </a:solidFill>
                        </a:rPr>
                        <a:t>fumar</a:t>
                      </a:r>
                      <a:endParaRPr lang="ru-RU" sz="20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solidFill>
                            <a:srgbClr val="002060"/>
                          </a:solidFill>
                        </a:rPr>
                        <a:t>aqui</a:t>
                      </a:r>
                      <a:endParaRPr lang="ru-RU" sz="20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rgbClr val="002060"/>
                          </a:solidFill>
                        </a:rPr>
                        <a:t>?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002060"/>
                          </a:solidFill>
                        </a:rPr>
                        <a:t>Quiero</a:t>
                      </a:r>
                      <a:endParaRPr lang="ru-RU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002060"/>
                          </a:solidFill>
                        </a:rPr>
                        <a:t>tomar</a:t>
                      </a:r>
                      <a:r>
                        <a:rPr lang="en-US" sz="2000" dirty="0">
                          <a:solidFill>
                            <a:srgbClr val="002060"/>
                          </a:solidFill>
                        </a:rPr>
                        <a:t> bien </a:t>
                      </a:r>
                      <a:endParaRPr lang="ru-RU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002060"/>
                          </a:solidFill>
                        </a:rPr>
                        <a:t>allá</a:t>
                      </a:r>
                      <a:endParaRPr lang="ru-RU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002060"/>
                          </a:solidFill>
                        </a:rPr>
                        <a:t>!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/>
                      <a:endParaRPr lang="ru-RU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016584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2060"/>
                          </a:solidFill>
                        </a:rPr>
                        <a:t>Amo </a:t>
                      </a:r>
                      <a:endParaRPr lang="ru-RU" sz="20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solidFill>
                            <a:srgbClr val="002060"/>
                          </a:solidFill>
                        </a:rPr>
                        <a:t>ablar</a:t>
                      </a:r>
                      <a:endParaRPr lang="ru-RU" sz="20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002060"/>
                          </a:solidFill>
                        </a:rPr>
                        <a:t>con amigos</a:t>
                      </a:r>
                      <a:endParaRPr lang="ru-RU" sz="20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rgbClr val="002060"/>
                          </a:solidFill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/>
                      <a:endParaRPr lang="ru-RU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002060"/>
                          </a:solidFill>
                        </a:rPr>
                        <a:t>beber</a:t>
                      </a:r>
                      <a:endParaRPr lang="ru-RU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2060"/>
                          </a:solidFill>
                        </a:rPr>
                        <a:t>cerveza</a:t>
                      </a:r>
                      <a:endParaRPr lang="ru-RU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/>
                      <a:endParaRPr lang="ru-RU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solidFill>
                            <a:srgbClr val="002060"/>
                          </a:solidFill>
                        </a:rPr>
                        <a:t>comprar</a:t>
                      </a:r>
                      <a:endParaRPr lang="ru-RU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002060"/>
                          </a:solidFill>
                        </a:rPr>
                        <a:t>recuerdos</a:t>
                      </a:r>
                      <a:endParaRPr lang="ru-RU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/>
                      <a:endParaRPr lang="ru-RU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solidFill>
                            <a:srgbClr val="002060"/>
                          </a:solidFill>
                        </a:rPr>
                        <a:t>Necessito</a:t>
                      </a:r>
                      <a:r>
                        <a:rPr lang="en-US" sz="2000" b="1" dirty="0">
                          <a:solidFill>
                            <a:srgbClr val="002060"/>
                          </a:solidFill>
                        </a:rPr>
                        <a:t> </a:t>
                      </a:r>
                      <a:endParaRPr lang="ru-RU" sz="20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solidFill>
                            <a:srgbClr val="002060"/>
                          </a:solidFill>
                        </a:rPr>
                        <a:t>ropa</a:t>
                      </a:r>
                      <a:endParaRPr lang="ru-RU" sz="20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2060"/>
                          </a:solidFill>
                        </a:rPr>
                        <a:t>nuevo</a:t>
                      </a:r>
                      <a:endParaRPr lang="ru-RU" sz="20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2060"/>
                          </a:solidFill>
                        </a:rPr>
                        <a:t>.</a:t>
                      </a:r>
                      <a:endParaRPr lang="ru-RU" sz="20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403345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/>
                      <a:endParaRPr lang="ru-RU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2060"/>
                          </a:solidFill>
                        </a:rPr>
                        <a:t>camisa </a:t>
                      </a:r>
                      <a:endParaRPr lang="ru-RU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002060"/>
                          </a:solidFill>
                        </a:rPr>
                        <a:t>verde</a:t>
                      </a:r>
                      <a:endParaRPr lang="ru-RU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716511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/>
                      <a:endParaRPr lang="ru-RU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064464"/>
                  </a:ext>
                </a:extLst>
              </a:tr>
            </a:tbl>
          </a:graphicData>
        </a:graphic>
      </p:graphicFrame>
      <p:sp>
        <p:nvSpPr>
          <p:cNvPr id="97" name="TextBox 96"/>
          <p:cNvSpPr txBox="1"/>
          <p:nvPr/>
        </p:nvSpPr>
        <p:spPr>
          <a:xfrm>
            <a:off x="312567" y="5985301"/>
            <a:ext cx="82153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02060"/>
                </a:solidFill>
              </a:rPr>
              <a:t>Каждая комбинация является грамматически правильной и будет понята.</a:t>
            </a:r>
          </a:p>
        </p:txBody>
      </p:sp>
    </p:spTree>
    <p:extLst>
      <p:ext uri="{BB962C8B-B14F-4D97-AF65-F5344CB8AC3E}">
        <p14:creationId xmlns:p14="http://schemas.microsoft.com/office/powerpoint/2010/main" val="14752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1725</TotalTime>
  <Words>1250</Words>
  <Application>Microsoft Office PowerPoint</Application>
  <PresentationFormat>Экран (4:3)</PresentationFormat>
  <Paragraphs>511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Times New Roman</vt:lpstr>
      <vt:lpstr>Wingdings</vt:lpstr>
      <vt:lpstr>Wingdings 2</vt:lpstr>
      <vt:lpstr>Тема Office</vt:lpstr>
      <vt:lpstr>Искусственный интеллект: Алгоритмы поиска</vt:lpstr>
      <vt:lpstr>Методы поиска: где нужны</vt:lpstr>
      <vt:lpstr>Методы поиска</vt:lpstr>
      <vt:lpstr>Методы поиска</vt:lpstr>
      <vt:lpstr>Неинформированный Поиск</vt:lpstr>
      <vt:lpstr>Неинформированный Поиск</vt:lpstr>
      <vt:lpstr>Неинформированный Поиск</vt:lpstr>
      <vt:lpstr>Неинформированный Поиск</vt:lpstr>
      <vt:lpstr>Неинформированный Поиск</vt:lpstr>
      <vt:lpstr>Неинформированный Поиск</vt:lpstr>
      <vt:lpstr>Методы поиска</vt:lpstr>
      <vt:lpstr>Информированный поиск</vt:lpstr>
      <vt:lpstr>Информированный поиск</vt:lpstr>
      <vt:lpstr>Жадный поиск</vt:lpstr>
      <vt:lpstr>Метод А*</vt:lpstr>
      <vt:lpstr>Метод А*</vt:lpstr>
      <vt:lpstr>Метод А*</vt:lpstr>
      <vt:lpstr>Метод А*</vt:lpstr>
      <vt:lpstr>Метод А*</vt:lpstr>
      <vt:lpstr>Метод А*</vt:lpstr>
      <vt:lpstr>Выбор эвристики</vt:lpstr>
      <vt:lpstr>Шахматный суперкомпьютер</vt:lpstr>
      <vt:lpstr>Шахматная программа</vt:lpstr>
      <vt:lpstr>Case based reasoning</vt:lpstr>
      <vt:lpstr>Case based reasoning</vt:lpstr>
      <vt:lpstr>Об изучении иностранных языков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Igor</dc:creator>
  <cp:lastModifiedBy>Igor Bessmertny</cp:lastModifiedBy>
  <cp:revision>132</cp:revision>
  <dcterms:created xsi:type="dcterms:W3CDTF">2010-03-07T20:29:49Z</dcterms:created>
  <dcterms:modified xsi:type="dcterms:W3CDTF">2026-09-18T14:07:03Z</dcterms:modified>
</cp:coreProperties>
</file>