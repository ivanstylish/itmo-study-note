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notesMasterIdLst>
    <p:notesMasterId r:id="rId23"/>
  </p:notesMasterIdLst>
  <p:sldIdLst>
    <p:sldId id="256" r:id="rId2"/>
    <p:sldId id="257" r:id="rId3"/>
    <p:sldId id="274" r:id="rId4"/>
    <p:sldId id="275" r:id="rId5"/>
    <p:sldId id="270" r:id="rId6"/>
    <p:sldId id="277" r:id="rId7"/>
    <p:sldId id="279" r:id="rId8"/>
    <p:sldId id="272" r:id="rId9"/>
    <p:sldId id="273" r:id="rId10"/>
    <p:sldId id="271" r:id="rId11"/>
    <p:sldId id="278" r:id="rId12"/>
    <p:sldId id="280" r:id="rId13"/>
    <p:sldId id="276" r:id="rId14"/>
    <p:sldId id="281" r:id="rId15"/>
    <p:sldId id="282" r:id="rId16"/>
    <p:sldId id="283" r:id="rId17"/>
    <p:sldId id="284" r:id="rId18"/>
    <p:sldId id="285" r:id="rId19"/>
    <p:sldId id="286" r:id="rId20"/>
    <p:sldId id="287" r:id="rId21"/>
    <p:sldId id="269" r:id="rId22"/>
  </p:sldIdLst>
  <p:sldSz cx="9144000" cy="6858000" type="screen4x3"/>
  <p:notesSz cx="6858000" cy="9144000"/>
  <p:defaultText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990C46C-845A-4894-A780-4FB4D68ED9BE}" v="316" dt="2024-09-04T19:00:47.642"/>
  </p1510:revLst>
</p1510:revInfo>
</file>

<file path=ppt/tableStyles.xml><?xml version="1.0" encoding="utf-8"?>
<a:tblStyleLst xmlns:a="http://schemas.openxmlformats.org/drawingml/2006/main" def="{5C22544A-7EE6-4342-B048-85BDC9FD1C3A}">
  <a:tblStyle styleId="{5C22544A-7EE6-4342-B048-85BDC9FD1C3A}" styleName="Средний стиль 2 — акцент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076" autoAdjust="0"/>
    <p:restoredTop sz="94660"/>
  </p:normalViewPr>
  <p:slideViewPr>
    <p:cSldViewPr>
      <p:cViewPr varScale="1">
        <p:scale>
          <a:sx n="127" d="100"/>
          <a:sy n="127" d="100"/>
        </p:scale>
        <p:origin x="88" y="76"/>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28"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Бессмертный Игорь Александрович" userId="4f489ec6-c9ca-4727-b2ff-e9e7b63d68f3" providerId="ADAL" clId="{F990C46C-845A-4894-A780-4FB4D68ED9BE}"/>
    <pc:docChg chg="undo custSel addSld delSld modSld sldOrd">
      <pc:chgData name="Бессмертный Игорь Александрович" userId="4f489ec6-c9ca-4727-b2ff-e9e7b63d68f3" providerId="ADAL" clId="{F990C46C-845A-4894-A780-4FB4D68ED9BE}" dt="2024-09-04T19:14:10.912" v="4024" actId="20577"/>
      <pc:docMkLst>
        <pc:docMk/>
      </pc:docMkLst>
      <pc:sldChg chg="modSp mod">
        <pc:chgData name="Бессмертный Игорь Александрович" userId="4f489ec6-c9ca-4727-b2ff-e9e7b63d68f3" providerId="ADAL" clId="{F990C46C-845A-4894-A780-4FB4D68ED9BE}" dt="2024-09-04T16:13:14.376" v="11" actId="20577"/>
        <pc:sldMkLst>
          <pc:docMk/>
          <pc:sldMk cId="0" sldId="256"/>
        </pc:sldMkLst>
        <pc:spChg chg="mod">
          <ac:chgData name="Бессмертный Игорь Александрович" userId="4f489ec6-c9ca-4727-b2ff-e9e7b63d68f3" providerId="ADAL" clId="{F990C46C-845A-4894-A780-4FB4D68ED9BE}" dt="2024-09-04T16:13:14.376" v="11" actId="20577"/>
          <ac:spMkLst>
            <pc:docMk/>
            <pc:sldMk cId="0" sldId="256"/>
            <ac:spMk id="2" creationId="{00000000-0000-0000-0000-000000000000}"/>
          </ac:spMkLst>
        </pc:spChg>
      </pc:sldChg>
      <pc:sldChg chg="addSp delSp modSp mod modAnim">
        <pc:chgData name="Бессмертный Игорь Александрович" userId="4f489ec6-c9ca-4727-b2ff-e9e7b63d68f3" providerId="ADAL" clId="{F990C46C-845A-4894-A780-4FB4D68ED9BE}" dt="2024-09-04T16:15:45.087" v="56" actId="1076"/>
        <pc:sldMkLst>
          <pc:docMk/>
          <pc:sldMk cId="0" sldId="257"/>
        </pc:sldMkLst>
        <pc:spChg chg="mod">
          <ac:chgData name="Бессмертный Игорь Александрович" userId="4f489ec6-c9ca-4727-b2ff-e9e7b63d68f3" providerId="ADAL" clId="{F990C46C-845A-4894-A780-4FB4D68ED9BE}" dt="2024-09-04T16:14:18.696" v="39" actId="20577"/>
          <ac:spMkLst>
            <pc:docMk/>
            <pc:sldMk cId="0" sldId="257"/>
            <ac:spMk id="2" creationId="{00000000-0000-0000-0000-000000000000}"/>
          </ac:spMkLst>
        </pc:spChg>
        <pc:spChg chg="mod">
          <ac:chgData name="Бессмертный Игорь Александрович" userId="4f489ec6-c9ca-4727-b2ff-e9e7b63d68f3" providerId="ADAL" clId="{F990C46C-845A-4894-A780-4FB4D68ED9BE}" dt="2024-09-04T16:15:26.358" v="54" actId="20577"/>
          <ac:spMkLst>
            <pc:docMk/>
            <pc:sldMk cId="0" sldId="257"/>
            <ac:spMk id="53" creationId="{00000000-0000-0000-0000-000000000000}"/>
          </ac:spMkLst>
        </pc:spChg>
        <pc:picChg chg="add mod">
          <ac:chgData name="Бессмертный Игорь Александрович" userId="4f489ec6-c9ca-4727-b2ff-e9e7b63d68f3" providerId="ADAL" clId="{F990C46C-845A-4894-A780-4FB4D68ED9BE}" dt="2024-09-04T16:15:45.087" v="56" actId="1076"/>
          <ac:picMkLst>
            <pc:docMk/>
            <pc:sldMk cId="0" sldId="257"/>
            <ac:picMk id="8" creationId="{E4BBDAFF-7FAB-5353-F5EA-D085E1EB2287}"/>
          </ac:picMkLst>
        </pc:picChg>
        <pc:picChg chg="del">
          <ac:chgData name="Бессмертный Игорь Александрович" userId="4f489ec6-c9ca-4727-b2ff-e9e7b63d68f3" providerId="ADAL" clId="{F990C46C-845A-4894-A780-4FB4D68ED9BE}" dt="2024-09-04T16:13:50.546" v="29" actId="478"/>
          <ac:picMkLst>
            <pc:docMk/>
            <pc:sldMk cId="0" sldId="257"/>
            <ac:picMk id="2056" creationId="{89671913-A936-A616-299D-794600C78913}"/>
          </ac:picMkLst>
        </pc:picChg>
      </pc:sldChg>
      <pc:sldChg chg="del">
        <pc:chgData name="Бессмертный Игорь Александрович" userId="4f489ec6-c9ca-4727-b2ff-e9e7b63d68f3" providerId="ADAL" clId="{F990C46C-845A-4894-A780-4FB4D68ED9BE}" dt="2024-09-04T16:13:33.243" v="27" actId="47"/>
        <pc:sldMkLst>
          <pc:docMk/>
          <pc:sldMk cId="1077682040" sldId="258"/>
        </pc:sldMkLst>
      </pc:sldChg>
      <pc:sldChg chg="del">
        <pc:chgData name="Бессмертный Игорь Александрович" userId="4f489ec6-c9ca-4727-b2ff-e9e7b63d68f3" providerId="ADAL" clId="{F990C46C-845A-4894-A780-4FB4D68ED9BE}" dt="2024-09-04T16:13:26.254" v="15" actId="47"/>
        <pc:sldMkLst>
          <pc:docMk/>
          <pc:sldMk cId="861915824" sldId="259"/>
        </pc:sldMkLst>
      </pc:sldChg>
      <pc:sldChg chg="del">
        <pc:chgData name="Бессмертный Игорь Александрович" userId="4f489ec6-c9ca-4727-b2ff-e9e7b63d68f3" providerId="ADAL" clId="{F990C46C-845A-4894-A780-4FB4D68ED9BE}" dt="2024-09-04T16:13:26.616" v="16" actId="47"/>
        <pc:sldMkLst>
          <pc:docMk/>
          <pc:sldMk cId="1124646620" sldId="260"/>
        </pc:sldMkLst>
      </pc:sldChg>
      <pc:sldChg chg="del">
        <pc:chgData name="Бессмертный Игорь Александрович" userId="4f489ec6-c9ca-4727-b2ff-e9e7b63d68f3" providerId="ADAL" clId="{F990C46C-845A-4894-A780-4FB4D68ED9BE}" dt="2024-09-04T16:13:26.929" v="17" actId="47"/>
        <pc:sldMkLst>
          <pc:docMk/>
          <pc:sldMk cId="768683728" sldId="261"/>
        </pc:sldMkLst>
      </pc:sldChg>
      <pc:sldChg chg="del">
        <pc:chgData name="Бессмертный Игорь Александрович" userId="4f489ec6-c9ca-4727-b2ff-e9e7b63d68f3" providerId="ADAL" clId="{F990C46C-845A-4894-A780-4FB4D68ED9BE}" dt="2024-09-04T16:13:28.251" v="20" actId="47"/>
        <pc:sldMkLst>
          <pc:docMk/>
          <pc:sldMk cId="2388396241" sldId="262"/>
        </pc:sldMkLst>
      </pc:sldChg>
      <pc:sldChg chg="del">
        <pc:chgData name="Бессмертный Игорь Александрович" userId="4f489ec6-c9ca-4727-b2ff-e9e7b63d68f3" providerId="ADAL" clId="{F990C46C-845A-4894-A780-4FB4D68ED9BE}" dt="2024-09-04T16:13:29.042" v="22" actId="47"/>
        <pc:sldMkLst>
          <pc:docMk/>
          <pc:sldMk cId="1909020098" sldId="263"/>
        </pc:sldMkLst>
      </pc:sldChg>
      <pc:sldChg chg="del">
        <pc:chgData name="Бессмертный Игорь Александрович" userId="4f489ec6-c9ca-4727-b2ff-e9e7b63d68f3" providerId="ADAL" clId="{F990C46C-845A-4894-A780-4FB4D68ED9BE}" dt="2024-09-04T16:13:28.673" v="21" actId="47"/>
        <pc:sldMkLst>
          <pc:docMk/>
          <pc:sldMk cId="2384707103" sldId="264"/>
        </pc:sldMkLst>
      </pc:sldChg>
      <pc:sldChg chg="del">
        <pc:chgData name="Бессмертный Игорь Александрович" userId="4f489ec6-c9ca-4727-b2ff-e9e7b63d68f3" providerId="ADAL" clId="{F990C46C-845A-4894-A780-4FB4D68ED9BE}" dt="2024-09-04T16:13:30.644" v="24" actId="47"/>
        <pc:sldMkLst>
          <pc:docMk/>
          <pc:sldMk cId="2646160606" sldId="265"/>
        </pc:sldMkLst>
      </pc:sldChg>
      <pc:sldChg chg="del">
        <pc:chgData name="Бессмертный Игорь Александрович" userId="4f489ec6-c9ca-4727-b2ff-e9e7b63d68f3" providerId="ADAL" clId="{F990C46C-845A-4894-A780-4FB4D68ED9BE}" dt="2024-09-04T16:13:31.131" v="25" actId="47"/>
        <pc:sldMkLst>
          <pc:docMk/>
          <pc:sldMk cId="4052705401" sldId="266"/>
        </pc:sldMkLst>
      </pc:sldChg>
      <pc:sldChg chg="del">
        <pc:chgData name="Бессмертный Игорь Александрович" userId="4f489ec6-c9ca-4727-b2ff-e9e7b63d68f3" providerId="ADAL" clId="{F990C46C-845A-4894-A780-4FB4D68ED9BE}" dt="2024-09-04T16:13:29.365" v="23" actId="47"/>
        <pc:sldMkLst>
          <pc:docMk/>
          <pc:sldMk cId="1067854121" sldId="267"/>
        </pc:sldMkLst>
      </pc:sldChg>
      <pc:sldChg chg="del">
        <pc:chgData name="Бессмертный Игорь Александрович" userId="4f489ec6-c9ca-4727-b2ff-e9e7b63d68f3" providerId="ADAL" clId="{F990C46C-845A-4894-A780-4FB4D68ED9BE}" dt="2024-09-04T16:13:31.848" v="26" actId="47"/>
        <pc:sldMkLst>
          <pc:docMk/>
          <pc:sldMk cId="2292299937" sldId="268"/>
        </pc:sldMkLst>
      </pc:sldChg>
      <pc:sldChg chg="addSp delSp modSp add mod delAnim modAnim">
        <pc:chgData name="Бессмертный Игорь Александрович" userId="4f489ec6-c9ca-4727-b2ff-e9e7b63d68f3" providerId="ADAL" clId="{F990C46C-845A-4894-A780-4FB4D68ED9BE}" dt="2024-09-04T16:18:30.998" v="84" actId="20577"/>
        <pc:sldMkLst>
          <pc:docMk/>
          <pc:sldMk cId="479111374" sldId="270"/>
        </pc:sldMkLst>
        <pc:spChg chg="mod">
          <ac:chgData name="Бессмертный Игорь Александрович" userId="4f489ec6-c9ca-4727-b2ff-e9e7b63d68f3" providerId="ADAL" clId="{F990C46C-845A-4894-A780-4FB4D68ED9BE}" dt="2024-09-04T16:18:30.998" v="84" actId="20577"/>
          <ac:spMkLst>
            <pc:docMk/>
            <pc:sldMk cId="479111374" sldId="270"/>
            <ac:spMk id="2" creationId="{00000000-0000-0000-0000-000000000000}"/>
          </ac:spMkLst>
        </pc:spChg>
        <pc:spChg chg="mod">
          <ac:chgData name="Бессмертный Игорь Александрович" userId="4f489ec6-c9ca-4727-b2ff-e9e7b63d68f3" providerId="ADAL" clId="{F990C46C-845A-4894-A780-4FB4D68ED9BE}" dt="2024-09-04T16:18:16.169" v="71" actId="20577"/>
          <ac:spMkLst>
            <pc:docMk/>
            <pc:sldMk cId="479111374" sldId="270"/>
            <ac:spMk id="53" creationId="{00000000-0000-0000-0000-000000000000}"/>
          </ac:spMkLst>
        </pc:spChg>
        <pc:picChg chg="add mod">
          <ac:chgData name="Бессмертный Игорь Александрович" userId="4f489ec6-c9ca-4727-b2ff-e9e7b63d68f3" providerId="ADAL" clId="{F990C46C-845A-4894-A780-4FB4D68ED9BE}" dt="2024-09-04T16:17:52.707" v="66" actId="1076"/>
          <ac:picMkLst>
            <pc:docMk/>
            <pc:sldMk cId="479111374" sldId="270"/>
            <ac:picMk id="3" creationId="{8750892F-4093-8549-187E-E176675A4D44}"/>
          </ac:picMkLst>
        </pc:picChg>
        <pc:picChg chg="add mod">
          <ac:chgData name="Бессмертный Игорь Александрович" userId="4f489ec6-c9ca-4727-b2ff-e9e7b63d68f3" providerId="ADAL" clId="{F990C46C-845A-4894-A780-4FB4D68ED9BE}" dt="2024-09-04T16:18:12.049" v="69" actId="1076"/>
          <ac:picMkLst>
            <pc:docMk/>
            <pc:sldMk cId="479111374" sldId="270"/>
            <ac:picMk id="5" creationId="{7B08AAA6-0389-C33A-4441-1C05E3CA9C86}"/>
          </ac:picMkLst>
        </pc:picChg>
        <pc:picChg chg="add del mod">
          <ac:chgData name="Бессмертный Игорь Александрович" userId="4f489ec6-c9ca-4727-b2ff-e9e7b63d68f3" providerId="ADAL" clId="{F990C46C-845A-4894-A780-4FB4D68ED9BE}" dt="2024-09-04T16:18:07.573" v="68" actId="478"/>
          <ac:picMkLst>
            <pc:docMk/>
            <pc:sldMk cId="479111374" sldId="270"/>
            <ac:picMk id="6" creationId="{0D17304E-E922-7511-317A-0F10D1142AF6}"/>
          </ac:picMkLst>
        </pc:picChg>
        <pc:picChg chg="del">
          <ac:chgData name="Бессмертный Игорь Александрович" userId="4f489ec6-c9ca-4727-b2ff-e9e7b63d68f3" providerId="ADAL" clId="{F990C46C-845A-4894-A780-4FB4D68ED9BE}" dt="2024-09-04T16:16:14.568" v="58" actId="478"/>
          <ac:picMkLst>
            <pc:docMk/>
            <pc:sldMk cId="479111374" sldId="270"/>
            <ac:picMk id="8" creationId="{E4BBDAFF-7FAB-5353-F5EA-D085E1EB2287}"/>
          </ac:picMkLst>
        </pc:picChg>
      </pc:sldChg>
      <pc:sldChg chg="del">
        <pc:chgData name="Бессмертный Игорь Александрович" userId="4f489ec6-c9ca-4727-b2ff-e9e7b63d68f3" providerId="ADAL" clId="{F990C46C-845A-4894-A780-4FB4D68ED9BE}" dt="2024-09-04T16:13:25.882" v="14" actId="47"/>
        <pc:sldMkLst>
          <pc:docMk/>
          <pc:sldMk cId="2225932972" sldId="270"/>
        </pc:sldMkLst>
      </pc:sldChg>
      <pc:sldChg chg="del">
        <pc:chgData name="Бессмертный Игорь Александрович" userId="4f489ec6-c9ca-4727-b2ff-e9e7b63d68f3" providerId="ADAL" clId="{F990C46C-845A-4894-A780-4FB4D68ED9BE}" dt="2024-09-04T16:13:25.488" v="13" actId="47"/>
        <pc:sldMkLst>
          <pc:docMk/>
          <pc:sldMk cId="350903545" sldId="271"/>
        </pc:sldMkLst>
      </pc:sldChg>
      <pc:sldChg chg="addSp delSp modSp add mod ord">
        <pc:chgData name="Бессмертный Игорь Александрович" userId="4f489ec6-c9ca-4727-b2ff-e9e7b63d68f3" providerId="ADAL" clId="{F990C46C-845A-4894-A780-4FB4D68ED9BE}" dt="2024-09-04T17:20:09.363" v="1019" actId="14100"/>
        <pc:sldMkLst>
          <pc:docMk/>
          <pc:sldMk cId="2360490140" sldId="271"/>
        </pc:sldMkLst>
        <pc:spChg chg="mod">
          <ac:chgData name="Бессмертный Игорь Александрович" userId="4f489ec6-c9ca-4727-b2ff-e9e7b63d68f3" providerId="ADAL" clId="{F990C46C-845A-4894-A780-4FB4D68ED9BE}" dt="2024-09-04T16:53:07.947" v="591" actId="20577"/>
          <ac:spMkLst>
            <pc:docMk/>
            <pc:sldMk cId="2360490140" sldId="271"/>
            <ac:spMk id="2" creationId="{00000000-0000-0000-0000-000000000000}"/>
          </ac:spMkLst>
        </pc:spChg>
        <pc:spChg chg="add del">
          <ac:chgData name="Бессмертный Игорь Александрович" userId="4f489ec6-c9ca-4727-b2ff-e9e7b63d68f3" providerId="ADAL" clId="{F990C46C-845A-4894-A780-4FB4D68ED9BE}" dt="2024-09-04T16:19:42.710" v="90" actId="22"/>
          <ac:spMkLst>
            <pc:docMk/>
            <pc:sldMk cId="2360490140" sldId="271"/>
            <ac:spMk id="7" creationId="{0EDAD3B8-0780-E1A9-E559-039C11E6076E}"/>
          </ac:spMkLst>
        </pc:spChg>
        <pc:spChg chg="mod">
          <ac:chgData name="Бессмертный Игорь Александрович" userId="4f489ec6-c9ca-4727-b2ff-e9e7b63d68f3" providerId="ADAL" clId="{F990C46C-845A-4894-A780-4FB4D68ED9BE}" dt="2024-09-04T17:10:20.495" v="1018" actId="20577"/>
          <ac:spMkLst>
            <pc:docMk/>
            <pc:sldMk cId="2360490140" sldId="271"/>
            <ac:spMk id="53" creationId="{00000000-0000-0000-0000-000000000000}"/>
          </ac:spMkLst>
        </pc:spChg>
        <pc:picChg chg="del">
          <ac:chgData name="Бессмертный Игорь Александрович" userId="4f489ec6-c9ca-4727-b2ff-e9e7b63d68f3" providerId="ADAL" clId="{F990C46C-845A-4894-A780-4FB4D68ED9BE}" dt="2024-09-04T16:19:15.215" v="87" actId="478"/>
          <ac:picMkLst>
            <pc:docMk/>
            <pc:sldMk cId="2360490140" sldId="271"/>
            <ac:picMk id="3" creationId="{8750892F-4093-8549-187E-E176675A4D44}"/>
          </ac:picMkLst>
        </pc:picChg>
        <pc:picChg chg="del">
          <ac:chgData name="Бессмертный Игорь Александрович" userId="4f489ec6-c9ca-4727-b2ff-e9e7b63d68f3" providerId="ADAL" clId="{F990C46C-845A-4894-A780-4FB4D68ED9BE}" dt="2024-09-04T16:19:17.409" v="88" actId="478"/>
          <ac:picMkLst>
            <pc:docMk/>
            <pc:sldMk cId="2360490140" sldId="271"/>
            <ac:picMk id="5" creationId="{7B08AAA6-0389-C33A-4441-1C05E3CA9C86}"/>
          </ac:picMkLst>
        </pc:picChg>
        <pc:picChg chg="add del mod">
          <ac:chgData name="Бессмертный Игорь Александрович" userId="4f489ec6-c9ca-4727-b2ff-e9e7b63d68f3" providerId="ADAL" clId="{F990C46C-845A-4894-A780-4FB4D68ED9BE}" dt="2024-09-04T17:05:57.807" v="892" actId="478"/>
          <ac:picMkLst>
            <pc:docMk/>
            <pc:sldMk cId="2360490140" sldId="271"/>
            <ac:picMk id="8" creationId="{D4B16A70-B966-98D1-946E-755BCBA00C94}"/>
          </ac:picMkLst>
        </pc:picChg>
        <pc:picChg chg="add mod">
          <ac:chgData name="Бессмертный Игорь Александрович" userId="4f489ec6-c9ca-4727-b2ff-e9e7b63d68f3" providerId="ADAL" clId="{F990C46C-845A-4894-A780-4FB4D68ED9BE}" dt="2024-09-04T17:20:09.363" v="1019" actId="14100"/>
          <ac:picMkLst>
            <pc:docMk/>
            <pc:sldMk cId="2360490140" sldId="271"/>
            <ac:picMk id="10242" creationId="{EBE51F46-C247-768D-B5BF-089A34E0103C}"/>
          </ac:picMkLst>
        </pc:picChg>
      </pc:sldChg>
      <pc:sldChg chg="del">
        <pc:chgData name="Бессмертный Игорь Александрович" userId="4f489ec6-c9ca-4727-b2ff-e9e7b63d68f3" providerId="ADAL" clId="{F990C46C-845A-4894-A780-4FB4D68ED9BE}" dt="2024-09-04T16:13:27.268" v="18" actId="47"/>
        <pc:sldMkLst>
          <pc:docMk/>
          <pc:sldMk cId="1095071580" sldId="272"/>
        </pc:sldMkLst>
      </pc:sldChg>
      <pc:sldChg chg="addSp delSp modSp add mod">
        <pc:chgData name="Бессмертный Игорь Александрович" userId="4f489ec6-c9ca-4727-b2ff-e9e7b63d68f3" providerId="ADAL" clId="{F990C46C-845A-4894-A780-4FB4D68ED9BE}" dt="2024-09-04T16:53:22.254" v="601" actId="20577"/>
        <pc:sldMkLst>
          <pc:docMk/>
          <pc:sldMk cId="1619673064" sldId="272"/>
        </pc:sldMkLst>
        <pc:spChg chg="mod">
          <ac:chgData name="Бессмертный Игорь Александрович" userId="4f489ec6-c9ca-4727-b2ff-e9e7b63d68f3" providerId="ADAL" clId="{F990C46C-845A-4894-A780-4FB4D68ED9BE}" dt="2024-09-04T16:53:22.254" v="601" actId="20577"/>
          <ac:spMkLst>
            <pc:docMk/>
            <pc:sldMk cId="1619673064" sldId="272"/>
            <ac:spMk id="2" creationId="{00000000-0000-0000-0000-000000000000}"/>
          </ac:spMkLst>
        </pc:spChg>
        <pc:spChg chg="mod">
          <ac:chgData name="Бессмертный Игорь Александрович" userId="4f489ec6-c9ca-4727-b2ff-e9e7b63d68f3" providerId="ADAL" clId="{F990C46C-845A-4894-A780-4FB4D68ED9BE}" dt="2024-09-04T16:51:56.300" v="581" actId="114"/>
          <ac:spMkLst>
            <pc:docMk/>
            <pc:sldMk cId="1619673064" sldId="272"/>
            <ac:spMk id="53" creationId="{00000000-0000-0000-0000-000000000000}"/>
          </ac:spMkLst>
        </pc:spChg>
        <pc:grpChg chg="add mod">
          <ac:chgData name="Бессмертный Игорь Александрович" userId="4f489ec6-c9ca-4727-b2ff-e9e7b63d68f3" providerId="ADAL" clId="{F990C46C-845A-4894-A780-4FB4D68ED9BE}" dt="2024-09-04T16:23:01.940" v="137" actId="1076"/>
          <ac:grpSpMkLst>
            <pc:docMk/>
            <pc:sldMk cId="1619673064" sldId="272"/>
            <ac:grpSpMk id="9" creationId="{DC0698CF-CEE6-C74D-9BAF-3BE0D4837F7B}"/>
          </ac:grpSpMkLst>
        </pc:grpChg>
        <pc:picChg chg="add mod">
          <ac:chgData name="Бессмертный Игорь Александрович" userId="4f489ec6-c9ca-4727-b2ff-e9e7b63d68f3" providerId="ADAL" clId="{F990C46C-845A-4894-A780-4FB4D68ED9BE}" dt="2024-09-04T16:50:32.944" v="580" actId="14100"/>
          <ac:picMkLst>
            <pc:docMk/>
            <pc:sldMk cId="1619673064" sldId="272"/>
            <ac:picMk id="3" creationId="{B198E966-768B-29CF-2078-A4DDE2315126}"/>
          </ac:picMkLst>
        </pc:picChg>
        <pc:picChg chg="add mod">
          <ac:chgData name="Бессмертный Игорь Александрович" userId="4f489ec6-c9ca-4727-b2ff-e9e7b63d68f3" providerId="ADAL" clId="{F990C46C-845A-4894-A780-4FB4D68ED9BE}" dt="2024-09-04T16:22:51.695" v="135" actId="164"/>
          <ac:picMkLst>
            <pc:docMk/>
            <pc:sldMk cId="1619673064" sldId="272"/>
            <ac:picMk id="5" creationId="{808DFF88-7B51-009F-4E31-8BCB1B9100A8}"/>
          </ac:picMkLst>
        </pc:picChg>
        <pc:picChg chg="add mod">
          <ac:chgData name="Бессмертный Игорь Александрович" userId="4f489ec6-c9ca-4727-b2ff-e9e7b63d68f3" providerId="ADAL" clId="{F990C46C-845A-4894-A780-4FB4D68ED9BE}" dt="2024-09-04T16:22:51.695" v="135" actId="164"/>
          <ac:picMkLst>
            <pc:docMk/>
            <pc:sldMk cId="1619673064" sldId="272"/>
            <ac:picMk id="6" creationId="{497352A7-32F2-886B-2DD7-7A3AB528D28E}"/>
          </ac:picMkLst>
        </pc:picChg>
        <pc:picChg chg="add mod">
          <ac:chgData name="Бессмертный Игорь Александрович" userId="4f489ec6-c9ca-4727-b2ff-e9e7b63d68f3" providerId="ADAL" clId="{F990C46C-845A-4894-A780-4FB4D68ED9BE}" dt="2024-09-04T16:22:51.695" v="135" actId="164"/>
          <ac:picMkLst>
            <pc:docMk/>
            <pc:sldMk cId="1619673064" sldId="272"/>
            <ac:picMk id="7" creationId="{2EB45780-4340-A638-4B1A-2808BC42743E}"/>
          </ac:picMkLst>
        </pc:picChg>
        <pc:picChg chg="del">
          <ac:chgData name="Бессмертный Игорь Александрович" userId="4f489ec6-c9ca-4727-b2ff-e9e7b63d68f3" providerId="ADAL" clId="{F990C46C-845A-4894-A780-4FB4D68ED9BE}" dt="2024-09-04T16:20:49.071" v="97" actId="478"/>
          <ac:picMkLst>
            <pc:docMk/>
            <pc:sldMk cId="1619673064" sldId="272"/>
            <ac:picMk id="8" creationId="{D4B16A70-B966-98D1-946E-755BCBA00C94}"/>
          </ac:picMkLst>
        </pc:picChg>
      </pc:sldChg>
      <pc:sldChg chg="del">
        <pc:chgData name="Бессмертный Игорь Александрович" userId="4f489ec6-c9ca-4727-b2ff-e9e7b63d68f3" providerId="ADAL" clId="{F990C46C-845A-4894-A780-4FB4D68ED9BE}" dt="2024-09-04T16:13:27.624" v="19" actId="47"/>
        <pc:sldMkLst>
          <pc:docMk/>
          <pc:sldMk cId="1222949259" sldId="273"/>
        </pc:sldMkLst>
      </pc:sldChg>
      <pc:sldChg chg="addSp delSp modSp add mod">
        <pc:chgData name="Бессмертный Игорь Александрович" userId="4f489ec6-c9ca-4727-b2ff-e9e7b63d68f3" providerId="ADAL" clId="{F990C46C-845A-4894-A780-4FB4D68ED9BE}" dt="2024-09-04T16:53:34.760" v="611" actId="20577"/>
        <pc:sldMkLst>
          <pc:docMk/>
          <pc:sldMk cId="1369297878" sldId="273"/>
        </pc:sldMkLst>
        <pc:spChg chg="mod">
          <ac:chgData name="Бессмертный Игорь Александрович" userId="4f489ec6-c9ca-4727-b2ff-e9e7b63d68f3" providerId="ADAL" clId="{F990C46C-845A-4894-A780-4FB4D68ED9BE}" dt="2024-09-04T16:53:34.760" v="611" actId="20577"/>
          <ac:spMkLst>
            <pc:docMk/>
            <pc:sldMk cId="1369297878" sldId="273"/>
            <ac:spMk id="2" creationId="{00000000-0000-0000-0000-000000000000}"/>
          </ac:spMkLst>
        </pc:spChg>
        <pc:spChg chg="mod">
          <ac:chgData name="Бессмертный Игорь Александрович" userId="4f489ec6-c9ca-4727-b2ff-e9e7b63d68f3" providerId="ADAL" clId="{F990C46C-845A-4894-A780-4FB4D68ED9BE}" dt="2024-09-04T16:25:23.708" v="161" actId="14100"/>
          <ac:spMkLst>
            <pc:docMk/>
            <pc:sldMk cId="1369297878" sldId="273"/>
            <ac:spMk id="53" creationId="{00000000-0000-0000-0000-000000000000}"/>
          </ac:spMkLst>
        </pc:spChg>
        <pc:grpChg chg="del">
          <ac:chgData name="Бессмертный Игорь Александрович" userId="4f489ec6-c9ca-4727-b2ff-e9e7b63d68f3" providerId="ADAL" clId="{F990C46C-845A-4894-A780-4FB4D68ED9BE}" dt="2024-09-04T16:23:28.253" v="140" actId="478"/>
          <ac:grpSpMkLst>
            <pc:docMk/>
            <pc:sldMk cId="1369297878" sldId="273"/>
            <ac:grpSpMk id="9" creationId="{DC0698CF-CEE6-C74D-9BAF-3BE0D4837F7B}"/>
          </ac:grpSpMkLst>
        </pc:grpChg>
        <pc:picChg chg="del">
          <ac:chgData name="Бессмертный Игорь Александрович" userId="4f489ec6-c9ca-4727-b2ff-e9e7b63d68f3" providerId="ADAL" clId="{F990C46C-845A-4894-A780-4FB4D68ED9BE}" dt="2024-09-04T16:23:31.073" v="141" actId="478"/>
          <ac:picMkLst>
            <pc:docMk/>
            <pc:sldMk cId="1369297878" sldId="273"/>
            <ac:picMk id="3" creationId="{B198E966-768B-29CF-2078-A4DDE2315126}"/>
          </ac:picMkLst>
        </pc:picChg>
        <pc:picChg chg="add mod">
          <ac:chgData name="Бессмертный Игорь Александрович" userId="4f489ec6-c9ca-4727-b2ff-e9e7b63d68f3" providerId="ADAL" clId="{F990C46C-845A-4894-A780-4FB4D68ED9BE}" dt="2024-09-04T16:26:10.839" v="163" actId="1076"/>
          <ac:picMkLst>
            <pc:docMk/>
            <pc:sldMk cId="1369297878" sldId="273"/>
            <ac:picMk id="8" creationId="{7E38F7D4-C619-BEEB-8BA7-053209AC1527}"/>
          </ac:picMkLst>
        </pc:picChg>
        <pc:picChg chg="add mod">
          <ac:chgData name="Бессмертный Игорь Александрович" userId="4f489ec6-c9ca-4727-b2ff-e9e7b63d68f3" providerId="ADAL" clId="{F990C46C-845A-4894-A780-4FB4D68ED9BE}" dt="2024-09-04T16:26:10.839" v="163" actId="1076"/>
          <ac:picMkLst>
            <pc:docMk/>
            <pc:sldMk cId="1369297878" sldId="273"/>
            <ac:picMk id="10" creationId="{A166F588-E587-5F44-2CB7-7E5637F06487}"/>
          </ac:picMkLst>
        </pc:picChg>
        <pc:picChg chg="add mod">
          <ac:chgData name="Бессмертный Игорь Александрович" userId="4f489ec6-c9ca-4727-b2ff-e9e7b63d68f3" providerId="ADAL" clId="{F990C46C-845A-4894-A780-4FB4D68ED9BE}" dt="2024-09-04T16:26:10.839" v="163" actId="1076"/>
          <ac:picMkLst>
            <pc:docMk/>
            <pc:sldMk cId="1369297878" sldId="273"/>
            <ac:picMk id="11" creationId="{125B6645-8F4F-7ECB-48D3-A83EA77C2E42}"/>
          </ac:picMkLst>
        </pc:picChg>
        <pc:picChg chg="add mod">
          <ac:chgData name="Бессмертный Игорь Александрович" userId="4f489ec6-c9ca-4727-b2ff-e9e7b63d68f3" providerId="ADAL" clId="{F990C46C-845A-4894-A780-4FB4D68ED9BE}" dt="2024-09-04T16:26:10.839" v="163" actId="1076"/>
          <ac:picMkLst>
            <pc:docMk/>
            <pc:sldMk cId="1369297878" sldId="273"/>
            <ac:picMk id="12" creationId="{6E42916C-D42E-E16E-B143-A408D7334CE5}"/>
          </ac:picMkLst>
        </pc:picChg>
        <pc:picChg chg="add mod">
          <ac:chgData name="Бессмертный Игорь Александрович" userId="4f489ec6-c9ca-4727-b2ff-e9e7b63d68f3" providerId="ADAL" clId="{F990C46C-845A-4894-A780-4FB4D68ED9BE}" dt="2024-09-04T16:26:10.839" v="163" actId="1076"/>
          <ac:picMkLst>
            <pc:docMk/>
            <pc:sldMk cId="1369297878" sldId="273"/>
            <ac:picMk id="13" creationId="{18370800-9029-DF2F-A66F-D7C4561815FD}"/>
          </ac:picMkLst>
        </pc:picChg>
        <pc:picChg chg="add mod">
          <ac:chgData name="Бессмертный Игорь Александрович" userId="4f489ec6-c9ca-4727-b2ff-e9e7b63d68f3" providerId="ADAL" clId="{F990C46C-845A-4894-A780-4FB4D68ED9BE}" dt="2024-09-04T16:26:10.839" v="163" actId="1076"/>
          <ac:picMkLst>
            <pc:docMk/>
            <pc:sldMk cId="1369297878" sldId="273"/>
            <ac:picMk id="14" creationId="{1EF3A65E-CB3C-180D-B6C5-F4693B1C5D6F}"/>
          </ac:picMkLst>
        </pc:picChg>
        <pc:picChg chg="add mod">
          <ac:chgData name="Бессмертный Игорь Александрович" userId="4f489ec6-c9ca-4727-b2ff-e9e7b63d68f3" providerId="ADAL" clId="{F990C46C-845A-4894-A780-4FB4D68ED9BE}" dt="2024-09-04T16:26:10.839" v="163" actId="1076"/>
          <ac:picMkLst>
            <pc:docMk/>
            <pc:sldMk cId="1369297878" sldId="273"/>
            <ac:picMk id="15" creationId="{8E2DB210-8F41-18FC-8775-7FD062BC0A60}"/>
          </ac:picMkLst>
        </pc:picChg>
      </pc:sldChg>
      <pc:sldChg chg="addSp delSp modSp add mod delAnim modAnim">
        <pc:chgData name="Бессмертный Игорь Александрович" userId="4f489ec6-c9ca-4727-b2ff-e9e7b63d68f3" providerId="ADAL" clId="{F990C46C-845A-4894-A780-4FB4D68ED9BE}" dt="2024-09-04T16:38:38.475" v="407" actId="1076"/>
        <pc:sldMkLst>
          <pc:docMk/>
          <pc:sldMk cId="3136476196" sldId="274"/>
        </pc:sldMkLst>
        <pc:spChg chg="mod">
          <ac:chgData name="Бессмертный Игорь Александрович" userId="4f489ec6-c9ca-4727-b2ff-e9e7b63d68f3" providerId="ADAL" clId="{F990C46C-845A-4894-A780-4FB4D68ED9BE}" dt="2024-09-04T16:28:38.730" v="177" actId="20577"/>
          <ac:spMkLst>
            <pc:docMk/>
            <pc:sldMk cId="3136476196" sldId="274"/>
            <ac:spMk id="2" creationId="{00000000-0000-0000-0000-000000000000}"/>
          </ac:spMkLst>
        </pc:spChg>
        <pc:spChg chg="mod">
          <ac:chgData name="Бессмертный Игорь Александрович" userId="4f489ec6-c9ca-4727-b2ff-e9e7b63d68f3" providerId="ADAL" clId="{F990C46C-845A-4894-A780-4FB4D68ED9BE}" dt="2024-09-04T16:38:34.491" v="406" actId="20577"/>
          <ac:spMkLst>
            <pc:docMk/>
            <pc:sldMk cId="3136476196" sldId="274"/>
            <ac:spMk id="53" creationId="{00000000-0000-0000-0000-000000000000}"/>
          </ac:spMkLst>
        </pc:spChg>
        <pc:picChg chg="del">
          <ac:chgData name="Бессмертный Игорь Александрович" userId="4f489ec6-c9ca-4727-b2ff-e9e7b63d68f3" providerId="ADAL" clId="{F990C46C-845A-4894-A780-4FB4D68ED9BE}" dt="2024-09-04T16:28:43.215" v="178" actId="478"/>
          <ac:picMkLst>
            <pc:docMk/>
            <pc:sldMk cId="3136476196" sldId="274"/>
            <ac:picMk id="8" creationId="{E4BBDAFF-7FAB-5353-F5EA-D085E1EB2287}"/>
          </ac:picMkLst>
        </pc:picChg>
        <pc:picChg chg="add mod">
          <ac:chgData name="Бессмертный Игорь Александрович" userId="4f489ec6-c9ca-4727-b2ff-e9e7b63d68f3" providerId="ADAL" clId="{F990C46C-845A-4894-A780-4FB4D68ED9BE}" dt="2024-09-04T16:38:38.475" v="407" actId="1076"/>
          <ac:picMkLst>
            <pc:docMk/>
            <pc:sldMk cId="3136476196" sldId="274"/>
            <ac:picMk id="8194" creationId="{23DAA2F1-575E-F092-B05A-02856A591C75}"/>
          </ac:picMkLst>
        </pc:picChg>
        <pc:picChg chg="add del mod">
          <ac:chgData name="Бессмертный Игорь Александрович" userId="4f489ec6-c9ca-4727-b2ff-e9e7b63d68f3" providerId="ADAL" clId="{F990C46C-845A-4894-A780-4FB4D68ED9BE}" dt="2024-09-04T16:34:35.108" v="333" actId="478"/>
          <ac:picMkLst>
            <pc:docMk/>
            <pc:sldMk cId="3136476196" sldId="274"/>
            <ac:picMk id="8196" creationId="{06BDF9A7-DC98-351C-0009-6A01E99B150B}"/>
          </ac:picMkLst>
        </pc:picChg>
        <pc:picChg chg="add mod">
          <ac:chgData name="Бессмертный Игорь Александрович" userId="4f489ec6-c9ca-4727-b2ff-e9e7b63d68f3" providerId="ADAL" clId="{F990C46C-845A-4894-A780-4FB4D68ED9BE}" dt="2024-09-04T16:38:29.730" v="405" actId="1076"/>
          <ac:picMkLst>
            <pc:docMk/>
            <pc:sldMk cId="3136476196" sldId="274"/>
            <ac:picMk id="8198" creationId="{B6EE32C2-06ED-51D6-F766-3E86D65AB02F}"/>
          </ac:picMkLst>
        </pc:picChg>
      </pc:sldChg>
      <pc:sldChg chg="del">
        <pc:chgData name="Бессмертный Игорь Александрович" userId="4f489ec6-c9ca-4727-b2ff-e9e7b63d68f3" providerId="ADAL" clId="{F990C46C-845A-4894-A780-4FB4D68ED9BE}" dt="2024-09-04T16:13:34.493" v="28" actId="47"/>
        <pc:sldMkLst>
          <pc:docMk/>
          <pc:sldMk cId="3397230577" sldId="274"/>
        </pc:sldMkLst>
      </pc:sldChg>
      <pc:sldChg chg="del">
        <pc:chgData name="Бессмертный Игорь Александрович" userId="4f489ec6-c9ca-4727-b2ff-e9e7b63d68f3" providerId="ADAL" clId="{F990C46C-845A-4894-A780-4FB4D68ED9BE}" dt="2024-09-04T16:13:24.766" v="12" actId="47"/>
        <pc:sldMkLst>
          <pc:docMk/>
          <pc:sldMk cId="2189516463" sldId="275"/>
        </pc:sldMkLst>
      </pc:sldChg>
      <pc:sldChg chg="addSp delSp modSp add mod">
        <pc:chgData name="Бессмертный Игорь Александрович" userId="4f489ec6-c9ca-4727-b2ff-e9e7b63d68f3" providerId="ADAL" clId="{F990C46C-845A-4894-A780-4FB4D68ED9BE}" dt="2024-09-04T16:46:42.525" v="576" actId="20577"/>
        <pc:sldMkLst>
          <pc:docMk/>
          <pc:sldMk cId="4022630281" sldId="275"/>
        </pc:sldMkLst>
        <pc:spChg chg="mod">
          <ac:chgData name="Бессмертный Игорь Александрович" userId="4f489ec6-c9ca-4727-b2ff-e9e7b63d68f3" providerId="ADAL" clId="{F990C46C-845A-4894-A780-4FB4D68ED9BE}" dt="2024-09-04T16:39:21.092" v="439" actId="5793"/>
          <ac:spMkLst>
            <pc:docMk/>
            <pc:sldMk cId="4022630281" sldId="275"/>
            <ac:spMk id="2" creationId="{00000000-0000-0000-0000-000000000000}"/>
          </ac:spMkLst>
        </pc:spChg>
        <pc:spChg chg="mod ord">
          <ac:chgData name="Бессмертный Игорь Александрович" userId="4f489ec6-c9ca-4727-b2ff-e9e7b63d68f3" providerId="ADAL" clId="{F990C46C-845A-4894-A780-4FB4D68ED9BE}" dt="2024-09-04T16:46:42.525" v="576" actId="20577"/>
          <ac:spMkLst>
            <pc:docMk/>
            <pc:sldMk cId="4022630281" sldId="275"/>
            <ac:spMk id="53" creationId="{00000000-0000-0000-0000-000000000000}"/>
          </ac:spMkLst>
        </pc:spChg>
        <pc:graphicFrameChg chg="add mod modGraphic">
          <ac:chgData name="Бессмертный Игорь Александрович" userId="4f489ec6-c9ca-4727-b2ff-e9e7b63d68f3" providerId="ADAL" clId="{F990C46C-845A-4894-A780-4FB4D68ED9BE}" dt="2024-09-04T16:44:59.552" v="516" actId="1076"/>
          <ac:graphicFrameMkLst>
            <pc:docMk/>
            <pc:sldMk cId="4022630281" sldId="275"/>
            <ac:graphicFrameMk id="3" creationId="{75853230-BE7B-F66C-C491-016EB35CAFA1}"/>
          </ac:graphicFrameMkLst>
        </pc:graphicFrameChg>
        <pc:picChg chg="del">
          <ac:chgData name="Бессмертный Игорь Александрович" userId="4f489ec6-c9ca-4727-b2ff-e9e7b63d68f3" providerId="ADAL" clId="{F990C46C-845A-4894-A780-4FB4D68ED9BE}" dt="2024-09-04T16:38:59.354" v="409" actId="478"/>
          <ac:picMkLst>
            <pc:docMk/>
            <pc:sldMk cId="4022630281" sldId="275"/>
            <ac:picMk id="8194" creationId="{23DAA2F1-575E-F092-B05A-02856A591C75}"/>
          </ac:picMkLst>
        </pc:picChg>
        <pc:picChg chg="del">
          <ac:chgData name="Бессмертный Игорь Александрович" userId="4f489ec6-c9ca-4727-b2ff-e9e7b63d68f3" providerId="ADAL" clId="{F990C46C-845A-4894-A780-4FB4D68ED9BE}" dt="2024-09-04T16:39:03.059" v="410" actId="478"/>
          <ac:picMkLst>
            <pc:docMk/>
            <pc:sldMk cId="4022630281" sldId="275"/>
            <ac:picMk id="8198" creationId="{B6EE32C2-06ED-51D6-F766-3E86D65AB02F}"/>
          </ac:picMkLst>
        </pc:picChg>
      </pc:sldChg>
      <pc:sldChg chg="addSp delSp modSp add mod">
        <pc:chgData name="Бессмертный Игорь Александрович" userId="4f489ec6-c9ca-4727-b2ff-e9e7b63d68f3" providerId="ADAL" clId="{F990C46C-845A-4894-A780-4FB4D68ED9BE}" dt="2024-09-04T17:04:29.196" v="888" actId="1076"/>
        <pc:sldMkLst>
          <pc:docMk/>
          <pc:sldMk cId="2361626016" sldId="276"/>
        </pc:sldMkLst>
        <pc:spChg chg="mod">
          <ac:chgData name="Бессмертный Игорь Александрович" userId="4f489ec6-c9ca-4727-b2ff-e9e7b63d68f3" providerId="ADAL" clId="{F990C46C-845A-4894-A780-4FB4D68ED9BE}" dt="2024-09-04T16:53:51.918" v="616" actId="20577"/>
          <ac:spMkLst>
            <pc:docMk/>
            <pc:sldMk cId="2361626016" sldId="276"/>
            <ac:spMk id="2" creationId="{00000000-0000-0000-0000-000000000000}"/>
          </ac:spMkLst>
        </pc:spChg>
        <pc:spChg chg="mod">
          <ac:chgData name="Бессмертный Игорь Александрович" userId="4f489ec6-c9ca-4727-b2ff-e9e7b63d68f3" providerId="ADAL" clId="{F990C46C-845A-4894-A780-4FB4D68ED9BE}" dt="2024-09-04T17:04:07.798" v="885" actId="20577"/>
          <ac:spMkLst>
            <pc:docMk/>
            <pc:sldMk cId="2361626016" sldId="276"/>
            <ac:spMk id="53" creationId="{00000000-0000-0000-0000-000000000000}"/>
          </ac:spMkLst>
        </pc:spChg>
        <pc:picChg chg="add mod">
          <ac:chgData name="Бессмертный Игорь Александрович" userId="4f489ec6-c9ca-4727-b2ff-e9e7b63d68f3" providerId="ADAL" clId="{F990C46C-845A-4894-A780-4FB4D68ED9BE}" dt="2024-09-04T17:04:16.349" v="887" actId="1076"/>
          <ac:picMkLst>
            <pc:docMk/>
            <pc:sldMk cId="2361626016" sldId="276"/>
            <ac:picMk id="5" creationId="{6DEB9C4A-2A28-D2C4-F2D7-97271351F5C3}"/>
          </ac:picMkLst>
        </pc:picChg>
        <pc:picChg chg="del">
          <ac:chgData name="Бессмертный Игорь Александрович" userId="4f489ec6-c9ca-4727-b2ff-e9e7b63d68f3" providerId="ADAL" clId="{F990C46C-845A-4894-A780-4FB4D68ED9BE}" dt="2024-09-04T16:54:01.025" v="621" actId="478"/>
          <ac:picMkLst>
            <pc:docMk/>
            <pc:sldMk cId="2361626016" sldId="276"/>
            <ac:picMk id="8" creationId="{7E38F7D4-C619-BEEB-8BA7-053209AC1527}"/>
          </ac:picMkLst>
        </pc:picChg>
        <pc:picChg chg="del">
          <ac:chgData name="Бессмертный Игорь Александрович" userId="4f489ec6-c9ca-4727-b2ff-e9e7b63d68f3" providerId="ADAL" clId="{F990C46C-845A-4894-A780-4FB4D68ED9BE}" dt="2024-09-04T16:54:02.851" v="623" actId="478"/>
          <ac:picMkLst>
            <pc:docMk/>
            <pc:sldMk cId="2361626016" sldId="276"/>
            <ac:picMk id="10" creationId="{A166F588-E587-5F44-2CB7-7E5637F06487}"/>
          </ac:picMkLst>
        </pc:picChg>
        <pc:picChg chg="del">
          <ac:chgData name="Бессмертный Игорь Александрович" userId="4f489ec6-c9ca-4727-b2ff-e9e7b63d68f3" providerId="ADAL" clId="{F990C46C-845A-4894-A780-4FB4D68ED9BE}" dt="2024-09-04T16:54:02.252" v="622" actId="478"/>
          <ac:picMkLst>
            <pc:docMk/>
            <pc:sldMk cId="2361626016" sldId="276"/>
            <ac:picMk id="11" creationId="{125B6645-8F4F-7ECB-48D3-A83EA77C2E42}"/>
          </ac:picMkLst>
        </pc:picChg>
        <pc:picChg chg="del">
          <ac:chgData name="Бессмертный Игорь Александрович" userId="4f489ec6-c9ca-4727-b2ff-e9e7b63d68f3" providerId="ADAL" clId="{F990C46C-845A-4894-A780-4FB4D68ED9BE}" dt="2024-09-04T16:54:00.422" v="620" actId="478"/>
          <ac:picMkLst>
            <pc:docMk/>
            <pc:sldMk cId="2361626016" sldId="276"/>
            <ac:picMk id="12" creationId="{6E42916C-D42E-E16E-B143-A408D7334CE5}"/>
          </ac:picMkLst>
        </pc:picChg>
        <pc:picChg chg="del">
          <ac:chgData name="Бессмертный Игорь Александрович" userId="4f489ec6-c9ca-4727-b2ff-e9e7b63d68f3" providerId="ADAL" clId="{F990C46C-845A-4894-A780-4FB4D68ED9BE}" dt="2024-09-04T16:53:59.177" v="618" actId="478"/>
          <ac:picMkLst>
            <pc:docMk/>
            <pc:sldMk cId="2361626016" sldId="276"/>
            <ac:picMk id="13" creationId="{18370800-9029-DF2F-A66F-D7C4561815FD}"/>
          </ac:picMkLst>
        </pc:picChg>
        <pc:picChg chg="del">
          <ac:chgData name="Бессмертный Игорь Александрович" userId="4f489ec6-c9ca-4727-b2ff-e9e7b63d68f3" providerId="ADAL" clId="{F990C46C-845A-4894-A780-4FB4D68ED9BE}" dt="2024-09-04T16:53:59.891" v="619" actId="478"/>
          <ac:picMkLst>
            <pc:docMk/>
            <pc:sldMk cId="2361626016" sldId="276"/>
            <ac:picMk id="14" creationId="{1EF3A65E-CB3C-180D-B6C5-F4693B1C5D6F}"/>
          </ac:picMkLst>
        </pc:picChg>
        <pc:picChg chg="del">
          <ac:chgData name="Бессмертный Игорь Александрович" userId="4f489ec6-c9ca-4727-b2ff-e9e7b63d68f3" providerId="ADAL" clId="{F990C46C-845A-4894-A780-4FB4D68ED9BE}" dt="2024-09-04T16:53:58.138" v="617" actId="478"/>
          <ac:picMkLst>
            <pc:docMk/>
            <pc:sldMk cId="2361626016" sldId="276"/>
            <ac:picMk id="15" creationId="{8E2DB210-8F41-18FC-8775-7FD062BC0A60}"/>
          </ac:picMkLst>
        </pc:picChg>
        <pc:picChg chg="add mod">
          <ac:chgData name="Бессмертный Игорь Александрович" userId="4f489ec6-c9ca-4727-b2ff-e9e7b63d68f3" providerId="ADAL" clId="{F990C46C-845A-4894-A780-4FB4D68ED9BE}" dt="2024-09-04T17:04:29.196" v="888" actId="1076"/>
          <ac:picMkLst>
            <pc:docMk/>
            <pc:sldMk cId="2361626016" sldId="276"/>
            <ac:picMk id="9218" creationId="{989394E5-52C2-1CB4-1ECB-1C4A6C7099A7}"/>
          </ac:picMkLst>
        </pc:picChg>
      </pc:sldChg>
      <pc:sldChg chg="delSp modSp add mod">
        <pc:chgData name="Бессмертный Игорь Александрович" userId="4f489ec6-c9ca-4727-b2ff-e9e7b63d68f3" providerId="ADAL" clId="{F990C46C-845A-4894-A780-4FB4D68ED9BE}" dt="2024-09-04T17:58:24.517" v="1677" actId="20577"/>
        <pc:sldMkLst>
          <pc:docMk/>
          <pc:sldMk cId="3979262522" sldId="277"/>
        </pc:sldMkLst>
        <pc:spChg chg="mod">
          <ac:chgData name="Бессмертный Игорь Александрович" userId="4f489ec6-c9ca-4727-b2ff-e9e7b63d68f3" providerId="ADAL" clId="{F990C46C-845A-4894-A780-4FB4D68ED9BE}" dt="2024-09-04T17:58:24.517" v="1677" actId="20577"/>
          <ac:spMkLst>
            <pc:docMk/>
            <pc:sldMk cId="3979262522" sldId="277"/>
            <ac:spMk id="53" creationId="{00000000-0000-0000-0000-000000000000}"/>
          </ac:spMkLst>
        </pc:spChg>
        <pc:picChg chg="del">
          <ac:chgData name="Бессмертный Игорь Александрович" userId="4f489ec6-c9ca-4727-b2ff-e9e7b63d68f3" providerId="ADAL" clId="{F990C46C-845A-4894-A780-4FB4D68ED9BE}" dt="2024-09-04T17:53:48.584" v="1327" actId="478"/>
          <ac:picMkLst>
            <pc:docMk/>
            <pc:sldMk cId="3979262522" sldId="277"/>
            <ac:picMk id="8" creationId="{D4B16A70-B966-98D1-946E-755BCBA00C94}"/>
          </ac:picMkLst>
        </pc:picChg>
      </pc:sldChg>
      <pc:sldChg chg="addSp delSp modSp add mod">
        <pc:chgData name="Бессмертный Игорь Александрович" userId="4f489ec6-c9ca-4727-b2ff-e9e7b63d68f3" providerId="ADAL" clId="{F990C46C-845A-4894-A780-4FB4D68ED9BE}" dt="2024-09-04T17:49:25.273" v="1325" actId="20577"/>
        <pc:sldMkLst>
          <pc:docMk/>
          <pc:sldMk cId="565395067" sldId="278"/>
        </pc:sldMkLst>
        <pc:spChg chg="mod">
          <ac:chgData name="Бессмертный Игорь Александрович" userId="4f489ec6-c9ca-4727-b2ff-e9e7b63d68f3" providerId="ADAL" clId="{F990C46C-845A-4894-A780-4FB4D68ED9BE}" dt="2024-09-04T17:49:25.273" v="1325" actId="20577"/>
          <ac:spMkLst>
            <pc:docMk/>
            <pc:sldMk cId="565395067" sldId="278"/>
            <ac:spMk id="53" creationId="{00000000-0000-0000-0000-000000000000}"/>
          </ac:spMkLst>
        </pc:spChg>
        <pc:picChg chg="del">
          <ac:chgData name="Бессмертный Игорь Александрович" userId="4f489ec6-c9ca-4727-b2ff-e9e7b63d68f3" providerId="ADAL" clId="{F990C46C-845A-4894-A780-4FB4D68ED9BE}" dt="2024-09-04T17:28:18.368" v="1040" actId="478"/>
          <ac:picMkLst>
            <pc:docMk/>
            <pc:sldMk cId="565395067" sldId="278"/>
            <ac:picMk id="10242" creationId="{EBE51F46-C247-768D-B5BF-089A34E0103C}"/>
          </ac:picMkLst>
        </pc:picChg>
        <pc:picChg chg="add mod">
          <ac:chgData name="Бессмертный Игорь Александрович" userId="4f489ec6-c9ca-4727-b2ff-e9e7b63d68f3" providerId="ADAL" clId="{F990C46C-845A-4894-A780-4FB4D68ED9BE}" dt="2024-09-04T17:49:13.832" v="1321" actId="1076"/>
          <ac:picMkLst>
            <pc:docMk/>
            <pc:sldMk cId="565395067" sldId="278"/>
            <ac:picMk id="11266" creationId="{623BDEF8-CCAA-B318-5B8D-741BFDCEE124}"/>
          </ac:picMkLst>
        </pc:picChg>
        <pc:picChg chg="add mod">
          <ac:chgData name="Бессмертный Игорь Александрович" userId="4f489ec6-c9ca-4727-b2ff-e9e7b63d68f3" providerId="ADAL" clId="{F990C46C-845A-4894-A780-4FB4D68ED9BE}" dt="2024-09-04T17:49:16.552" v="1322" actId="1076"/>
          <ac:picMkLst>
            <pc:docMk/>
            <pc:sldMk cId="565395067" sldId="278"/>
            <ac:picMk id="11268" creationId="{298C967E-80CC-0C68-EE52-F7908E506CF5}"/>
          </ac:picMkLst>
        </pc:picChg>
      </pc:sldChg>
      <pc:sldChg chg="add">
        <pc:chgData name="Бессмертный Игорь Александрович" userId="4f489ec6-c9ca-4727-b2ff-e9e7b63d68f3" providerId="ADAL" clId="{F990C46C-845A-4894-A780-4FB4D68ED9BE}" dt="2024-09-04T17:53:43.208" v="1326" actId="2890"/>
        <pc:sldMkLst>
          <pc:docMk/>
          <pc:sldMk cId="1884207842" sldId="279"/>
        </pc:sldMkLst>
      </pc:sldChg>
      <pc:sldChg chg="delSp modSp add mod">
        <pc:chgData name="Бессмертный Игорь Александрович" userId="4f489ec6-c9ca-4727-b2ff-e9e7b63d68f3" providerId="ADAL" clId="{F990C46C-845A-4894-A780-4FB4D68ED9BE}" dt="2024-09-04T18:08:44.910" v="2012" actId="20577"/>
        <pc:sldMkLst>
          <pc:docMk/>
          <pc:sldMk cId="2152188852" sldId="280"/>
        </pc:sldMkLst>
        <pc:spChg chg="mod">
          <ac:chgData name="Бессмертный Игорь Александрович" userId="4f489ec6-c9ca-4727-b2ff-e9e7b63d68f3" providerId="ADAL" clId="{F990C46C-845A-4894-A780-4FB4D68ED9BE}" dt="2024-09-04T18:04:02.921" v="1747" actId="20577"/>
          <ac:spMkLst>
            <pc:docMk/>
            <pc:sldMk cId="2152188852" sldId="280"/>
            <ac:spMk id="2" creationId="{00000000-0000-0000-0000-000000000000}"/>
          </ac:spMkLst>
        </pc:spChg>
        <pc:spChg chg="mod">
          <ac:chgData name="Бессмертный Игорь Александрович" userId="4f489ec6-c9ca-4727-b2ff-e9e7b63d68f3" providerId="ADAL" clId="{F990C46C-845A-4894-A780-4FB4D68ED9BE}" dt="2024-09-04T18:08:44.910" v="2012" actId="20577"/>
          <ac:spMkLst>
            <pc:docMk/>
            <pc:sldMk cId="2152188852" sldId="280"/>
            <ac:spMk id="53" creationId="{00000000-0000-0000-0000-000000000000}"/>
          </ac:spMkLst>
        </pc:spChg>
        <pc:picChg chg="del">
          <ac:chgData name="Бессмертный Игорь Александрович" userId="4f489ec6-c9ca-4727-b2ff-e9e7b63d68f3" providerId="ADAL" clId="{F990C46C-845A-4894-A780-4FB4D68ED9BE}" dt="2024-09-04T18:02:44.311" v="1688" actId="478"/>
          <ac:picMkLst>
            <pc:docMk/>
            <pc:sldMk cId="2152188852" sldId="280"/>
            <ac:picMk id="11266" creationId="{623BDEF8-CCAA-B318-5B8D-741BFDCEE124}"/>
          </ac:picMkLst>
        </pc:picChg>
        <pc:picChg chg="del">
          <ac:chgData name="Бессмертный Игорь Александрович" userId="4f489ec6-c9ca-4727-b2ff-e9e7b63d68f3" providerId="ADAL" clId="{F990C46C-845A-4894-A780-4FB4D68ED9BE}" dt="2024-09-04T18:02:45.196" v="1689" actId="478"/>
          <ac:picMkLst>
            <pc:docMk/>
            <pc:sldMk cId="2152188852" sldId="280"/>
            <ac:picMk id="11268" creationId="{298C967E-80CC-0C68-EE52-F7908E506CF5}"/>
          </ac:picMkLst>
        </pc:picChg>
      </pc:sldChg>
      <pc:sldChg chg="delSp modSp add mod">
        <pc:chgData name="Бессмертный Игорь Александрович" userId="4f489ec6-c9ca-4727-b2ff-e9e7b63d68f3" providerId="ADAL" clId="{F990C46C-845A-4894-A780-4FB4D68ED9BE}" dt="2024-09-04T18:35:25.151" v="2413" actId="108"/>
        <pc:sldMkLst>
          <pc:docMk/>
          <pc:sldMk cId="3050881587" sldId="281"/>
        </pc:sldMkLst>
        <pc:spChg chg="mod">
          <ac:chgData name="Бессмертный Игорь Александрович" userId="4f489ec6-c9ca-4727-b2ff-e9e7b63d68f3" providerId="ADAL" clId="{F990C46C-845A-4894-A780-4FB4D68ED9BE}" dt="2024-09-04T18:27:36.073" v="2024" actId="20577"/>
          <ac:spMkLst>
            <pc:docMk/>
            <pc:sldMk cId="3050881587" sldId="281"/>
            <ac:spMk id="2" creationId="{00000000-0000-0000-0000-000000000000}"/>
          </ac:spMkLst>
        </pc:spChg>
        <pc:spChg chg="mod">
          <ac:chgData name="Бессмертный Игорь Александрович" userId="4f489ec6-c9ca-4727-b2ff-e9e7b63d68f3" providerId="ADAL" clId="{F990C46C-845A-4894-A780-4FB4D68ED9BE}" dt="2024-09-04T18:35:25.151" v="2413" actId="108"/>
          <ac:spMkLst>
            <pc:docMk/>
            <pc:sldMk cId="3050881587" sldId="281"/>
            <ac:spMk id="53" creationId="{00000000-0000-0000-0000-000000000000}"/>
          </ac:spMkLst>
        </pc:spChg>
        <pc:picChg chg="del">
          <ac:chgData name="Бессмертный Игорь Александрович" userId="4f489ec6-c9ca-4727-b2ff-e9e7b63d68f3" providerId="ADAL" clId="{F990C46C-845A-4894-A780-4FB4D68ED9BE}" dt="2024-09-04T18:27:17.600" v="2015" actId="478"/>
          <ac:picMkLst>
            <pc:docMk/>
            <pc:sldMk cId="3050881587" sldId="281"/>
            <ac:picMk id="5" creationId="{6DEB9C4A-2A28-D2C4-F2D7-97271351F5C3}"/>
          </ac:picMkLst>
        </pc:picChg>
        <pc:picChg chg="del">
          <ac:chgData name="Бессмертный Игорь Александрович" userId="4f489ec6-c9ca-4727-b2ff-e9e7b63d68f3" providerId="ADAL" clId="{F990C46C-845A-4894-A780-4FB4D68ED9BE}" dt="2024-09-04T18:27:16.641" v="2014" actId="478"/>
          <ac:picMkLst>
            <pc:docMk/>
            <pc:sldMk cId="3050881587" sldId="281"/>
            <ac:picMk id="9218" creationId="{989394E5-52C2-1CB4-1ECB-1C4A6C7099A7}"/>
          </ac:picMkLst>
        </pc:picChg>
      </pc:sldChg>
      <pc:sldChg chg="modSp add mod">
        <pc:chgData name="Бессмертный Игорь Александрович" userId="4f489ec6-c9ca-4727-b2ff-e9e7b63d68f3" providerId="ADAL" clId="{F990C46C-845A-4894-A780-4FB4D68ED9BE}" dt="2024-09-04T18:44:10.544" v="2788" actId="20577"/>
        <pc:sldMkLst>
          <pc:docMk/>
          <pc:sldMk cId="4016370634" sldId="282"/>
        </pc:sldMkLst>
        <pc:spChg chg="mod">
          <ac:chgData name="Бессмертный Игорь Александрович" userId="4f489ec6-c9ca-4727-b2ff-e9e7b63d68f3" providerId="ADAL" clId="{F990C46C-845A-4894-A780-4FB4D68ED9BE}" dt="2024-09-04T18:35:56.654" v="2415" actId="6549"/>
          <ac:spMkLst>
            <pc:docMk/>
            <pc:sldMk cId="4016370634" sldId="282"/>
            <ac:spMk id="2" creationId="{00000000-0000-0000-0000-000000000000}"/>
          </ac:spMkLst>
        </pc:spChg>
        <pc:spChg chg="mod">
          <ac:chgData name="Бессмертный Игорь Александрович" userId="4f489ec6-c9ca-4727-b2ff-e9e7b63d68f3" providerId="ADAL" clId="{F990C46C-845A-4894-A780-4FB4D68ED9BE}" dt="2024-09-04T18:44:10.544" v="2788" actId="20577"/>
          <ac:spMkLst>
            <pc:docMk/>
            <pc:sldMk cId="4016370634" sldId="282"/>
            <ac:spMk id="53" creationId="{00000000-0000-0000-0000-000000000000}"/>
          </ac:spMkLst>
        </pc:spChg>
      </pc:sldChg>
      <pc:sldChg chg="modSp add mod">
        <pc:chgData name="Бессмертный Игорь Александрович" userId="4f489ec6-c9ca-4727-b2ff-e9e7b63d68f3" providerId="ADAL" clId="{F990C46C-845A-4894-A780-4FB4D68ED9BE}" dt="2024-09-04T18:49:26.039" v="3103" actId="207"/>
        <pc:sldMkLst>
          <pc:docMk/>
          <pc:sldMk cId="3181217823" sldId="283"/>
        </pc:sldMkLst>
        <pc:spChg chg="mod">
          <ac:chgData name="Бессмертный Игорь Александрович" userId="4f489ec6-c9ca-4727-b2ff-e9e7b63d68f3" providerId="ADAL" clId="{F990C46C-845A-4894-A780-4FB4D68ED9BE}" dt="2024-09-04T18:45:21.411" v="2798" actId="20577"/>
          <ac:spMkLst>
            <pc:docMk/>
            <pc:sldMk cId="3181217823" sldId="283"/>
            <ac:spMk id="2" creationId="{00000000-0000-0000-0000-000000000000}"/>
          </ac:spMkLst>
        </pc:spChg>
        <pc:spChg chg="mod">
          <ac:chgData name="Бессмертный Игорь Александрович" userId="4f489ec6-c9ca-4727-b2ff-e9e7b63d68f3" providerId="ADAL" clId="{F990C46C-845A-4894-A780-4FB4D68ED9BE}" dt="2024-09-04T18:49:26.039" v="3103" actId="207"/>
          <ac:spMkLst>
            <pc:docMk/>
            <pc:sldMk cId="3181217823" sldId="283"/>
            <ac:spMk id="53" creationId="{00000000-0000-0000-0000-000000000000}"/>
          </ac:spMkLst>
        </pc:spChg>
      </pc:sldChg>
      <pc:sldChg chg="modSp add mod">
        <pc:chgData name="Бессмертный Игорь Александрович" userId="4f489ec6-c9ca-4727-b2ff-e9e7b63d68f3" providerId="ADAL" clId="{F990C46C-845A-4894-A780-4FB4D68ED9BE}" dt="2024-09-04T18:55:09.263" v="3399" actId="207"/>
        <pc:sldMkLst>
          <pc:docMk/>
          <pc:sldMk cId="1719183310" sldId="284"/>
        </pc:sldMkLst>
        <pc:spChg chg="mod">
          <ac:chgData name="Бессмертный Игорь Александрович" userId="4f489ec6-c9ca-4727-b2ff-e9e7b63d68f3" providerId="ADAL" clId="{F990C46C-845A-4894-A780-4FB4D68ED9BE}" dt="2024-09-04T18:49:37.476" v="3105" actId="20577"/>
          <ac:spMkLst>
            <pc:docMk/>
            <pc:sldMk cId="1719183310" sldId="284"/>
            <ac:spMk id="2" creationId="{00000000-0000-0000-0000-000000000000}"/>
          </ac:spMkLst>
        </pc:spChg>
        <pc:spChg chg="mod">
          <ac:chgData name="Бессмертный Игорь Александрович" userId="4f489ec6-c9ca-4727-b2ff-e9e7b63d68f3" providerId="ADAL" clId="{F990C46C-845A-4894-A780-4FB4D68ED9BE}" dt="2024-09-04T18:55:09.263" v="3399" actId="207"/>
          <ac:spMkLst>
            <pc:docMk/>
            <pc:sldMk cId="1719183310" sldId="284"/>
            <ac:spMk id="53" creationId="{00000000-0000-0000-0000-000000000000}"/>
          </ac:spMkLst>
        </pc:spChg>
      </pc:sldChg>
      <pc:sldChg chg="addSp modSp add mod">
        <pc:chgData name="Бессмертный Игорь Александрович" userId="4f489ec6-c9ca-4727-b2ff-e9e7b63d68f3" providerId="ADAL" clId="{F990C46C-845A-4894-A780-4FB4D68ED9BE}" dt="2024-09-04T19:03:30.069" v="3560" actId="1076"/>
        <pc:sldMkLst>
          <pc:docMk/>
          <pc:sldMk cId="2892185499" sldId="285"/>
        </pc:sldMkLst>
        <pc:spChg chg="mod">
          <ac:chgData name="Бессмертный Игорь Александрович" userId="4f489ec6-c9ca-4727-b2ff-e9e7b63d68f3" providerId="ADAL" clId="{F990C46C-845A-4894-A780-4FB4D68ED9BE}" dt="2024-09-04T18:55:16.569" v="3401" actId="20577"/>
          <ac:spMkLst>
            <pc:docMk/>
            <pc:sldMk cId="2892185499" sldId="285"/>
            <ac:spMk id="2" creationId="{00000000-0000-0000-0000-000000000000}"/>
          </ac:spMkLst>
        </pc:spChg>
        <pc:spChg chg="add mod">
          <ac:chgData name="Бессмертный Игорь Александрович" userId="4f489ec6-c9ca-4727-b2ff-e9e7b63d68f3" providerId="ADAL" clId="{F990C46C-845A-4894-A780-4FB4D68ED9BE}" dt="2024-09-04T19:03:30.069" v="3560" actId="1076"/>
          <ac:spMkLst>
            <pc:docMk/>
            <pc:sldMk cId="2892185499" sldId="285"/>
            <ac:spMk id="5" creationId="{133CA127-6B81-BDFE-3339-FE05BCBC8E5F}"/>
          </ac:spMkLst>
        </pc:spChg>
        <pc:spChg chg="mod">
          <ac:chgData name="Бессмертный Игорь Александрович" userId="4f489ec6-c9ca-4727-b2ff-e9e7b63d68f3" providerId="ADAL" clId="{F990C46C-845A-4894-A780-4FB4D68ED9BE}" dt="2024-09-04T19:03:02.173" v="3551" actId="21"/>
          <ac:spMkLst>
            <pc:docMk/>
            <pc:sldMk cId="2892185499" sldId="285"/>
            <ac:spMk id="53" creationId="{00000000-0000-0000-0000-000000000000}"/>
          </ac:spMkLst>
        </pc:spChg>
      </pc:sldChg>
      <pc:sldChg chg="modSp add mod">
        <pc:chgData name="Бессмертный Игорь Александрович" userId="4f489ec6-c9ca-4727-b2ff-e9e7b63d68f3" providerId="ADAL" clId="{F990C46C-845A-4894-A780-4FB4D68ED9BE}" dt="2024-09-04T19:14:10.912" v="4024" actId="20577"/>
        <pc:sldMkLst>
          <pc:docMk/>
          <pc:sldMk cId="1640310015" sldId="286"/>
        </pc:sldMkLst>
        <pc:spChg chg="mod">
          <ac:chgData name="Бессмертный Игорь Александрович" userId="4f489ec6-c9ca-4727-b2ff-e9e7b63d68f3" providerId="ADAL" clId="{F990C46C-845A-4894-A780-4FB4D68ED9BE}" dt="2024-09-04T19:14:10.912" v="4024" actId="20577"/>
          <ac:spMkLst>
            <pc:docMk/>
            <pc:sldMk cId="1640310015" sldId="286"/>
            <ac:spMk id="53" creationId="{00000000-0000-0000-0000-000000000000}"/>
          </ac:spMkLst>
        </pc:spChg>
      </pc:sldChg>
      <pc:sldChg chg="delSp modSp add mod">
        <pc:chgData name="Бессмертный Игорь Александрович" userId="4f489ec6-c9ca-4727-b2ff-e9e7b63d68f3" providerId="ADAL" clId="{F990C46C-845A-4894-A780-4FB4D68ED9BE}" dt="2024-09-04T19:11:14.589" v="3832" actId="20577"/>
        <pc:sldMkLst>
          <pc:docMk/>
          <pc:sldMk cId="1359703392" sldId="287"/>
        </pc:sldMkLst>
        <pc:spChg chg="mod">
          <ac:chgData name="Бессмертный Игорь Александрович" userId="4f489ec6-c9ca-4727-b2ff-e9e7b63d68f3" providerId="ADAL" clId="{F990C46C-845A-4894-A780-4FB4D68ED9BE}" dt="2024-09-04T19:08:21.717" v="3663" actId="20577"/>
          <ac:spMkLst>
            <pc:docMk/>
            <pc:sldMk cId="1359703392" sldId="287"/>
            <ac:spMk id="2" creationId="{00000000-0000-0000-0000-000000000000}"/>
          </ac:spMkLst>
        </pc:spChg>
        <pc:spChg chg="del">
          <ac:chgData name="Бессмертный Игорь Александрович" userId="4f489ec6-c9ca-4727-b2ff-e9e7b63d68f3" providerId="ADAL" clId="{F990C46C-845A-4894-A780-4FB4D68ED9BE}" dt="2024-09-04T19:08:26.910" v="3664" actId="478"/>
          <ac:spMkLst>
            <pc:docMk/>
            <pc:sldMk cId="1359703392" sldId="287"/>
            <ac:spMk id="5" creationId="{133CA127-6B81-BDFE-3339-FE05BCBC8E5F}"/>
          </ac:spMkLst>
        </pc:spChg>
        <pc:spChg chg="mod">
          <ac:chgData name="Бессмертный Игорь Александрович" userId="4f489ec6-c9ca-4727-b2ff-e9e7b63d68f3" providerId="ADAL" clId="{F990C46C-845A-4894-A780-4FB4D68ED9BE}" dt="2024-09-04T19:11:14.589" v="3832" actId="20577"/>
          <ac:spMkLst>
            <pc:docMk/>
            <pc:sldMk cId="1359703392" sldId="287"/>
            <ac:spMk id="53"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Верхний колонтитул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ru-RU" dirty="0"/>
          </a:p>
        </p:txBody>
      </p:sp>
      <p:sp>
        <p:nvSpPr>
          <p:cNvPr id="3" name="Дата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740DF642-0DD6-4B53-8C98-661B2CC859B4}" type="datetimeFigureOut">
              <a:rPr lang="ru-RU" smtClean="0"/>
              <a:pPr/>
              <a:t>04.09.2024</a:t>
            </a:fld>
            <a:endParaRPr lang="ru-RU" dirty="0"/>
          </a:p>
        </p:txBody>
      </p:sp>
      <p:sp>
        <p:nvSpPr>
          <p:cNvPr id="4" name="Образ слайда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ru-RU" dirty="0"/>
          </a:p>
        </p:txBody>
      </p:sp>
      <p:sp>
        <p:nvSpPr>
          <p:cNvPr id="5" name="Заметки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6" name="Нижний колонтитул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ru-RU" dirty="0"/>
          </a:p>
        </p:txBody>
      </p:sp>
      <p:sp>
        <p:nvSpPr>
          <p:cNvPr id="7" name="Номер слайда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D47A9EA2-61A8-4263-9769-4BC4C74C7ECB}" type="slidenum">
              <a:rPr lang="ru-RU" smtClean="0"/>
              <a:pPr/>
              <a:t>‹#›</a:t>
            </a:fld>
            <a:endParaRPr lang="ru-RU" dirty="0"/>
          </a:p>
        </p:txBody>
      </p:sp>
    </p:spTree>
    <p:extLst>
      <p:ext uri="{BB962C8B-B14F-4D97-AF65-F5344CB8AC3E}">
        <p14:creationId xmlns:p14="http://schemas.microsoft.com/office/powerpoint/2010/main" val="102671867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normAutofit/>
          </a:bodyPr>
          <a:lstStyle/>
          <a:p>
            <a:endParaRPr lang="ru-RU" dirty="0"/>
          </a:p>
        </p:txBody>
      </p:sp>
      <p:sp>
        <p:nvSpPr>
          <p:cNvPr id="4" name="Номер слайда 3"/>
          <p:cNvSpPr>
            <a:spLocks noGrp="1"/>
          </p:cNvSpPr>
          <p:nvPr>
            <p:ph type="sldNum" sz="quarter" idx="10"/>
          </p:nvPr>
        </p:nvSpPr>
        <p:spPr/>
        <p:txBody>
          <a:bodyPr/>
          <a:lstStyle/>
          <a:p>
            <a:fld id="{127DA4D1-AF98-451E-9AC0-6EACFE485F9B}" type="slidenum">
              <a:rPr lang="ru-RU" smtClean="0"/>
              <a:pPr/>
              <a:t>2</a:t>
            </a:fld>
            <a:endParaRPr lang="ru-RU" dirty="0"/>
          </a:p>
        </p:txBody>
      </p:sp>
    </p:spTree>
    <p:extLst>
      <p:ext uri="{BB962C8B-B14F-4D97-AF65-F5344CB8AC3E}">
        <p14:creationId xmlns:p14="http://schemas.microsoft.com/office/powerpoint/2010/main" val="28272990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normAutofit/>
          </a:bodyPr>
          <a:lstStyle/>
          <a:p>
            <a:endParaRPr lang="ru-RU" dirty="0"/>
          </a:p>
        </p:txBody>
      </p:sp>
      <p:sp>
        <p:nvSpPr>
          <p:cNvPr id="4" name="Номер слайда 3"/>
          <p:cNvSpPr>
            <a:spLocks noGrp="1"/>
          </p:cNvSpPr>
          <p:nvPr>
            <p:ph type="sldNum" sz="quarter" idx="10"/>
          </p:nvPr>
        </p:nvSpPr>
        <p:spPr/>
        <p:txBody>
          <a:bodyPr/>
          <a:lstStyle/>
          <a:p>
            <a:fld id="{127DA4D1-AF98-451E-9AC0-6EACFE485F9B}" type="slidenum">
              <a:rPr lang="ru-RU" smtClean="0"/>
              <a:pPr/>
              <a:t>3</a:t>
            </a:fld>
            <a:endParaRPr lang="ru-RU" dirty="0"/>
          </a:p>
        </p:txBody>
      </p:sp>
    </p:spTree>
    <p:extLst>
      <p:ext uri="{BB962C8B-B14F-4D97-AF65-F5344CB8AC3E}">
        <p14:creationId xmlns:p14="http://schemas.microsoft.com/office/powerpoint/2010/main" val="113517519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normAutofit/>
          </a:bodyPr>
          <a:lstStyle/>
          <a:p>
            <a:endParaRPr lang="ru-RU" dirty="0"/>
          </a:p>
        </p:txBody>
      </p:sp>
      <p:sp>
        <p:nvSpPr>
          <p:cNvPr id="4" name="Номер слайда 3"/>
          <p:cNvSpPr>
            <a:spLocks noGrp="1"/>
          </p:cNvSpPr>
          <p:nvPr>
            <p:ph type="sldNum" sz="quarter" idx="10"/>
          </p:nvPr>
        </p:nvSpPr>
        <p:spPr/>
        <p:txBody>
          <a:bodyPr/>
          <a:lstStyle/>
          <a:p>
            <a:fld id="{127DA4D1-AF98-451E-9AC0-6EACFE485F9B}" type="slidenum">
              <a:rPr lang="ru-RU" smtClean="0"/>
              <a:pPr/>
              <a:t>4</a:t>
            </a:fld>
            <a:endParaRPr lang="ru-RU" dirty="0"/>
          </a:p>
        </p:txBody>
      </p:sp>
    </p:spTree>
    <p:extLst>
      <p:ext uri="{BB962C8B-B14F-4D97-AF65-F5344CB8AC3E}">
        <p14:creationId xmlns:p14="http://schemas.microsoft.com/office/powerpoint/2010/main" val="119516280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normAutofit/>
          </a:bodyPr>
          <a:lstStyle/>
          <a:p>
            <a:endParaRPr lang="ru-RU" dirty="0"/>
          </a:p>
        </p:txBody>
      </p:sp>
      <p:sp>
        <p:nvSpPr>
          <p:cNvPr id="4" name="Номер слайда 3"/>
          <p:cNvSpPr>
            <a:spLocks noGrp="1"/>
          </p:cNvSpPr>
          <p:nvPr>
            <p:ph type="sldNum" sz="quarter" idx="10"/>
          </p:nvPr>
        </p:nvSpPr>
        <p:spPr/>
        <p:txBody>
          <a:bodyPr/>
          <a:lstStyle/>
          <a:p>
            <a:fld id="{127DA4D1-AF98-451E-9AC0-6EACFE485F9B}" type="slidenum">
              <a:rPr lang="ru-RU" smtClean="0"/>
              <a:pPr/>
              <a:t>5</a:t>
            </a:fld>
            <a:endParaRPr lang="ru-RU" dirty="0"/>
          </a:p>
        </p:txBody>
      </p:sp>
    </p:spTree>
    <p:extLst>
      <p:ext uri="{BB962C8B-B14F-4D97-AF65-F5344CB8AC3E}">
        <p14:creationId xmlns:p14="http://schemas.microsoft.com/office/powerpoint/2010/main" val="349692744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normAutofit/>
          </a:bodyPr>
          <a:lstStyle/>
          <a:p>
            <a:endParaRPr lang="ru-RU" dirty="0"/>
          </a:p>
        </p:txBody>
      </p:sp>
      <p:sp>
        <p:nvSpPr>
          <p:cNvPr id="4" name="Номер слайда 3"/>
          <p:cNvSpPr>
            <a:spLocks noGrp="1"/>
          </p:cNvSpPr>
          <p:nvPr>
            <p:ph type="sldNum" sz="quarter" idx="10"/>
          </p:nvPr>
        </p:nvSpPr>
        <p:spPr/>
        <p:txBody>
          <a:bodyPr/>
          <a:lstStyle/>
          <a:p>
            <a:fld id="{127DA4D1-AF98-451E-9AC0-6EACFE485F9B}" type="slidenum">
              <a:rPr lang="ru-RU" smtClean="0"/>
              <a:pPr/>
              <a:t>6</a:t>
            </a:fld>
            <a:endParaRPr lang="ru-RU" dirty="0"/>
          </a:p>
        </p:txBody>
      </p:sp>
    </p:spTree>
    <p:extLst>
      <p:ext uri="{BB962C8B-B14F-4D97-AF65-F5344CB8AC3E}">
        <p14:creationId xmlns:p14="http://schemas.microsoft.com/office/powerpoint/2010/main" val="145453299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normAutofit/>
          </a:bodyPr>
          <a:lstStyle/>
          <a:p>
            <a:endParaRPr lang="ru-RU" dirty="0"/>
          </a:p>
        </p:txBody>
      </p:sp>
      <p:sp>
        <p:nvSpPr>
          <p:cNvPr id="4" name="Номер слайда 3"/>
          <p:cNvSpPr>
            <a:spLocks noGrp="1"/>
          </p:cNvSpPr>
          <p:nvPr>
            <p:ph type="sldNum" sz="quarter" idx="10"/>
          </p:nvPr>
        </p:nvSpPr>
        <p:spPr/>
        <p:txBody>
          <a:bodyPr/>
          <a:lstStyle/>
          <a:p>
            <a:fld id="{127DA4D1-AF98-451E-9AC0-6EACFE485F9B}" type="slidenum">
              <a:rPr lang="ru-RU" smtClean="0"/>
              <a:pPr/>
              <a:t>7</a:t>
            </a:fld>
            <a:endParaRPr lang="ru-RU" dirty="0"/>
          </a:p>
        </p:txBody>
      </p:sp>
    </p:spTree>
    <p:extLst>
      <p:ext uri="{BB962C8B-B14F-4D97-AF65-F5344CB8AC3E}">
        <p14:creationId xmlns:p14="http://schemas.microsoft.com/office/powerpoint/2010/main" val="172792909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normAutofit/>
          </a:bodyPr>
          <a:lstStyle/>
          <a:p>
            <a:endParaRPr lang="ru-RU" dirty="0"/>
          </a:p>
        </p:txBody>
      </p:sp>
      <p:sp>
        <p:nvSpPr>
          <p:cNvPr id="4" name="Номер слайда 3"/>
          <p:cNvSpPr>
            <a:spLocks noGrp="1"/>
          </p:cNvSpPr>
          <p:nvPr>
            <p:ph type="sldNum" sz="quarter" idx="10"/>
          </p:nvPr>
        </p:nvSpPr>
        <p:spPr/>
        <p:txBody>
          <a:bodyPr/>
          <a:lstStyle/>
          <a:p>
            <a:fld id="{127DA4D1-AF98-451E-9AC0-6EACFE485F9B}" type="slidenum">
              <a:rPr lang="ru-RU" smtClean="0"/>
              <a:pPr/>
              <a:t>8</a:t>
            </a:fld>
            <a:endParaRPr lang="ru-RU" dirty="0"/>
          </a:p>
        </p:txBody>
      </p:sp>
    </p:spTree>
    <p:extLst>
      <p:ext uri="{BB962C8B-B14F-4D97-AF65-F5344CB8AC3E}">
        <p14:creationId xmlns:p14="http://schemas.microsoft.com/office/powerpoint/2010/main" val="352538512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normAutofit/>
          </a:bodyPr>
          <a:lstStyle/>
          <a:p>
            <a:endParaRPr lang="ru-RU" dirty="0"/>
          </a:p>
        </p:txBody>
      </p:sp>
      <p:sp>
        <p:nvSpPr>
          <p:cNvPr id="4" name="Номер слайда 3"/>
          <p:cNvSpPr>
            <a:spLocks noGrp="1"/>
          </p:cNvSpPr>
          <p:nvPr>
            <p:ph type="sldNum" sz="quarter" idx="10"/>
          </p:nvPr>
        </p:nvSpPr>
        <p:spPr/>
        <p:txBody>
          <a:bodyPr/>
          <a:lstStyle/>
          <a:p>
            <a:fld id="{127DA4D1-AF98-451E-9AC0-6EACFE485F9B}" type="slidenum">
              <a:rPr lang="ru-RU" smtClean="0"/>
              <a:pPr/>
              <a:t>9</a:t>
            </a:fld>
            <a:endParaRPr lang="ru-RU" dirty="0"/>
          </a:p>
        </p:txBody>
      </p:sp>
    </p:spTree>
    <p:extLst>
      <p:ext uri="{BB962C8B-B14F-4D97-AF65-F5344CB8AC3E}">
        <p14:creationId xmlns:p14="http://schemas.microsoft.com/office/powerpoint/2010/main" val="67367028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normAutofit/>
          </a:bodyPr>
          <a:lstStyle/>
          <a:p>
            <a:endParaRPr lang="ru-RU" dirty="0"/>
          </a:p>
        </p:txBody>
      </p:sp>
      <p:sp>
        <p:nvSpPr>
          <p:cNvPr id="4" name="Номер слайда 3"/>
          <p:cNvSpPr>
            <a:spLocks noGrp="1"/>
          </p:cNvSpPr>
          <p:nvPr>
            <p:ph type="sldNum" sz="quarter" idx="10"/>
          </p:nvPr>
        </p:nvSpPr>
        <p:spPr/>
        <p:txBody>
          <a:bodyPr/>
          <a:lstStyle/>
          <a:p>
            <a:fld id="{127DA4D1-AF98-451E-9AC0-6EACFE485F9B}" type="slidenum">
              <a:rPr lang="ru-RU" smtClean="0"/>
              <a:pPr/>
              <a:t>10</a:t>
            </a:fld>
            <a:endParaRPr lang="ru-RU" dirty="0"/>
          </a:p>
        </p:txBody>
      </p:sp>
    </p:spTree>
    <p:extLst>
      <p:ext uri="{BB962C8B-B14F-4D97-AF65-F5344CB8AC3E}">
        <p14:creationId xmlns:p14="http://schemas.microsoft.com/office/powerpoint/2010/main" val="369420628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normAutofit/>
          </a:bodyPr>
          <a:lstStyle/>
          <a:p>
            <a:endParaRPr lang="ru-RU" dirty="0"/>
          </a:p>
        </p:txBody>
      </p:sp>
      <p:sp>
        <p:nvSpPr>
          <p:cNvPr id="4" name="Номер слайда 3"/>
          <p:cNvSpPr>
            <a:spLocks noGrp="1"/>
          </p:cNvSpPr>
          <p:nvPr>
            <p:ph type="sldNum" sz="quarter" idx="10"/>
          </p:nvPr>
        </p:nvSpPr>
        <p:spPr/>
        <p:txBody>
          <a:bodyPr/>
          <a:lstStyle/>
          <a:p>
            <a:fld id="{127DA4D1-AF98-451E-9AC0-6EACFE485F9B}" type="slidenum">
              <a:rPr lang="ru-RU" smtClean="0"/>
              <a:pPr/>
              <a:t>11</a:t>
            </a:fld>
            <a:endParaRPr lang="ru-RU" dirty="0"/>
          </a:p>
        </p:txBody>
      </p:sp>
    </p:spTree>
    <p:extLst>
      <p:ext uri="{BB962C8B-B14F-4D97-AF65-F5344CB8AC3E}">
        <p14:creationId xmlns:p14="http://schemas.microsoft.com/office/powerpoint/2010/main" val="123252191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normAutofit/>
          </a:bodyPr>
          <a:lstStyle/>
          <a:p>
            <a:endParaRPr lang="ru-RU" dirty="0"/>
          </a:p>
        </p:txBody>
      </p:sp>
      <p:sp>
        <p:nvSpPr>
          <p:cNvPr id="4" name="Номер слайда 3"/>
          <p:cNvSpPr>
            <a:spLocks noGrp="1"/>
          </p:cNvSpPr>
          <p:nvPr>
            <p:ph type="sldNum" sz="quarter" idx="10"/>
          </p:nvPr>
        </p:nvSpPr>
        <p:spPr/>
        <p:txBody>
          <a:bodyPr/>
          <a:lstStyle/>
          <a:p>
            <a:fld id="{127DA4D1-AF98-451E-9AC0-6EACFE485F9B}" type="slidenum">
              <a:rPr lang="ru-RU" smtClean="0"/>
              <a:pPr/>
              <a:t>12</a:t>
            </a:fld>
            <a:endParaRPr lang="ru-RU" dirty="0"/>
          </a:p>
        </p:txBody>
      </p:sp>
    </p:spTree>
    <p:extLst>
      <p:ext uri="{BB962C8B-B14F-4D97-AF65-F5344CB8AC3E}">
        <p14:creationId xmlns:p14="http://schemas.microsoft.com/office/powerpoint/2010/main" val="113096624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normAutofit/>
          </a:bodyPr>
          <a:lstStyle/>
          <a:p>
            <a:endParaRPr lang="ru-RU" dirty="0"/>
          </a:p>
        </p:txBody>
      </p:sp>
      <p:sp>
        <p:nvSpPr>
          <p:cNvPr id="4" name="Номер слайда 3"/>
          <p:cNvSpPr>
            <a:spLocks noGrp="1"/>
          </p:cNvSpPr>
          <p:nvPr>
            <p:ph type="sldNum" sz="quarter" idx="10"/>
          </p:nvPr>
        </p:nvSpPr>
        <p:spPr/>
        <p:txBody>
          <a:bodyPr/>
          <a:lstStyle/>
          <a:p>
            <a:fld id="{127DA4D1-AF98-451E-9AC0-6EACFE485F9B}" type="slidenum">
              <a:rPr lang="ru-RU" smtClean="0"/>
              <a:pPr/>
              <a:t>13</a:t>
            </a:fld>
            <a:endParaRPr lang="ru-RU" dirty="0"/>
          </a:p>
        </p:txBody>
      </p:sp>
    </p:spTree>
    <p:extLst>
      <p:ext uri="{BB962C8B-B14F-4D97-AF65-F5344CB8AC3E}">
        <p14:creationId xmlns:p14="http://schemas.microsoft.com/office/powerpoint/2010/main" val="279447535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normAutofit/>
          </a:bodyPr>
          <a:lstStyle/>
          <a:p>
            <a:endParaRPr lang="ru-RU" dirty="0"/>
          </a:p>
        </p:txBody>
      </p:sp>
      <p:sp>
        <p:nvSpPr>
          <p:cNvPr id="4" name="Номер слайда 3"/>
          <p:cNvSpPr>
            <a:spLocks noGrp="1"/>
          </p:cNvSpPr>
          <p:nvPr>
            <p:ph type="sldNum" sz="quarter" idx="10"/>
          </p:nvPr>
        </p:nvSpPr>
        <p:spPr/>
        <p:txBody>
          <a:bodyPr/>
          <a:lstStyle/>
          <a:p>
            <a:fld id="{127DA4D1-AF98-451E-9AC0-6EACFE485F9B}" type="slidenum">
              <a:rPr lang="ru-RU" smtClean="0"/>
              <a:pPr/>
              <a:t>14</a:t>
            </a:fld>
            <a:endParaRPr lang="ru-RU" dirty="0"/>
          </a:p>
        </p:txBody>
      </p:sp>
    </p:spTree>
    <p:extLst>
      <p:ext uri="{BB962C8B-B14F-4D97-AF65-F5344CB8AC3E}">
        <p14:creationId xmlns:p14="http://schemas.microsoft.com/office/powerpoint/2010/main" val="234734838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normAutofit/>
          </a:bodyPr>
          <a:lstStyle/>
          <a:p>
            <a:endParaRPr lang="ru-RU" dirty="0"/>
          </a:p>
        </p:txBody>
      </p:sp>
      <p:sp>
        <p:nvSpPr>
          <p:cNvPr id="4" name="Номер слайда 3"/>
          <p:cNvSpPr>
            <a:spLocks noGrp="1"/>
          </p:cNvSpPr>
          <p:nvPr>
            <p:ph type="sldNum" sz="quarter" idx="10"/>
          </p:nvPr>
        </p:nvSpPr>
        <p:spPr/>
        <p:txBody>
          <a:bodyPr/>
          <a:lstStyle/>
          <a:p>
            <a:fld id="{127DA4D1-AF98-451E-9AC0-6EACFE485F9B}" type="slidenum">
              <a:rPr lang="ru-RU" smtClean="0"/>
              <a:pPr/>
              <a:t>15</a:t>
            </a:fld>
            <a:endParaRPr lang="ru-RU" dirty="0"/>
          </a:p>
        </p:txBody>
      </p:sp>
    </p:spTree>
    <p:extLst>
      <p:ext uri="{BB962C8B-B14F-4D97-AF65-F5344CB8AC3E}">
        <p14:creationId xmlns:p14="http://schemas.microsoft.com/office/powerpoint/2010/main" val="50747811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normAutofit/>
          </a:bodyPr>
          <a:lstStyle/>
          <a:p>
            <a:endParaRPr lang="ru-RU" dirty="0"/>
          </a:p>
        </p:txBody>
      </p:sp>
      <p:sp>
        <p:nvSpPr>
          <p:cNvPr id="4" name="Номер слайда 3"/>
          <p:cNvSpPr>
            <a:spLocks noGrp="1"/>
          </p:cNvSpPr>
          <p:nvPr>
            <p:ph type="sldNum" sz="quarter" idx="10"/>
          </p:nvPr>
        </p:nvSpPr>
        <p:spPr/>
        <p:txBody>
          <a:bodyPr/>
          <a:lstStyle/>
          <a:p>
            <a:fld id="{127DA4D1-AF98-451E-9AC0-6EACFE485F9B}" type="slidenum">
              <a:rPr lang="ru-RU" smtClean="0"/>
              <a:pPr/>
              <a:t>16</a:t>
            </a:fld>
            <a:endParaRPr lang="ru-RU" dirty="0"/>
          </a:p>
        </p:txBody>
      </p:sp>
    </p:spTree>
    <p:extLst>
      <p:ext uri="{BB962C8B-B14F-4D97-AF65-F5344CB8AC3E}">
        <p14:creationId xmlns:p14="http://schemas.microsoft.com/office/powerpoint/2010/main" val="380631507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normAutofit/>
          </a:bodyPr>
          <a:lstStyle/>
          <a:p>
            <a:endParaRPr lang="ru-RU" dirty="0"/>
          </a:p>
        </p:txBody>
      </p:sp>
      <p:sp>
        <p:nvSpPr>
          <p:cNvPr id="4" name="Номер слайда 3"/>
          <p:cNvSpPr>
            <a:spLocks noGrp="1"/>
          </p:cNvSpPr>
          <p:nvPr>
            <p:ph type="sldNum" sz="quarter" idx="10"/>
          </p:nvPr>
        </p:nvSpPr>
        <p:spPr/>
        <p:txBody>
          <a:bodyPr/>
          <a:lstStyle/>
          <a:p>
            <a:fld id="{127DA4D1-AF98-451E-9AC0-6EACFE485F9B}" type="slidenum">
              <a:rPr lang="ru-RU" smtClean="0"/>
              <a:pPr/>
              <a:t>17</a:t>
            </a:fld>
            <a:endParaRPr lang="ru-RU" dirty="0"/>
          </a:p>
        </p:txBody>
      </p:sp>
    </p:spTree>
    <p:extLst>
      <p:ext uri="{BB962C8B-B14F-4D97-AF65-F5344CB8AC3E}">
        <p14:creationId xmlns:p14="http://schemas.microsoft.com/office/powerpoint/2010/main" val="388343960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normAutofit/>
          </a:bodyPr>
          <a:lstStyle/>
          <a:p>
            <a:endParaRPr lang="ru-RU" dirty="0"/>
          </a:p>
        </p:txBody>
      </p:sp>
      <p:sp>
        <p:nvSpPr>
          <p:cNvPr id="4" name="Номер слайда 3"/>
          <p:cNvSpPr>
            <a:spLocks noGrp="1"/>
          </p:cNvSpPr>
          <p:nvPr>
            <p:ph type="sldNum" sz="quarter" idx="10"/>
          </p:nvPr>
        </p:nvSpPr>
        <p:spPr/>
        <p:txBody>
          <a:bodyPr/>
          <a:lstStyle/>
          <a:p>
            <a:fld id="{127DA4D1-AF98-451E-9AC0-6EACFE485F9B}" type="slidenum">
              <a:rPr lang="ru-RU" smtClean="0"/>
              <a:pPr/>
              <a:t>18</a:t>
            </a:fld>
            <a:endParaRPr lang="ru-RU" dirty="0"/>
          </a:p>
        </p:txBody>
      </p:sp>
    </p:spTree>
    <p:extLst>
      <p:ext uri="{BB962C8B-B14F-4D97-AF65-F5344CB8AC3E}">
        <p14:creationId xmlns:p14="http://schemas.microsoft.com/office/powerpoint/2010/main" val="201127476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normAutofit/>
          </a:bodyPr>
          <a:lstStyle/>
          <a:p>
            <a:endParaRPr lang="ru-RU" dirty="0"/>
          </a:p>
        </p:txBody>
      </p:sp>
      <p:sp>
        <p:nvSpPr>
          <p:cNvPr id="4" name="Номер слайда 3"/>
          <p:cNvSpPr>
            <a:spLocks noGrp="1"/>
          </p:cNvSpPr>
          <p:nvPr>
            <p:ph type="sldNum" sz="quarter" idx="10"/>
          </p:nvPr>
        </p:nvSpPr>
        <p:spPr/>
        <p:txBody>
          <a:bodyPr/>
          <a:lstStyle/>
          <a:p>
            <a:fld id="{127DA4D1-AF98-451E-9AC0-6EACFE485F9B}" type="slidenum">
              <a:rPr lang="ru-RU" smtClean="0"/>
              <a:pPr/>
              <a:t>19</a:t>
            </a:fld>
            <a:endParaRPr lang="ru-RU" dirty="0"/>
          </a:p>
        </p:txBody>
      </p:sp>
    </p:spTree>
    <p:extLst>
      <p:ext uri="{BB962C8B-B14F-4D97-AF65-F5344CB8AC3E}">
        <p14:creationId xmlns:p14="http://schemas.microsoft.com/office/powerpoint/2010/main" val="20071414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normAutofit/>
          </a:bodyPr>
          <a:lstStyle/>
          <a:p>
            <a:endParaRPr lang="ru-RU" dirty="0"/>
          </a:p>
        </p:txBody>
      </p:sp>
      <p:sp>
        <p:nvSpPr>
          <p:cNvPr id="4" name="Номер слайда 3"/>
          <p:cNvSpPr>
            <a:spLocks noGrp="1"/>
          </p:cNvSpPr>
          <p:nvPr>
            <p:ph type="sldNum" sz="quarter" idx="10"/>
          </p:nvPr>
        </p:nvSpPr>
        <p:spPr/>
        <p:txBody>
          <a:bodyPr/>
          <a:lstStyle/>
          <a:p>
            <a:fld id="{127DA4D1-AF98-451E-9AC0-6EACFE485F9B}" type="slidenum">
              <a:rPr lang="ru-RU" smtClean="0"/>
              <a:pPr/>
              <a:t>20</a:t>
            </a:fld>
            <a:endParaRPr lang="ru-RU" dirty="0"/>
          </a:p>
        </p:txBody>
      </p:sp>
    </p:spTree>
    <p:extLst>
      <p:ext uri="{BB962C8B-B14F-4D97-AF65-F5344CB8AC3E}">
        <p14:creationId xmlns:p14="http://schemas.microsoft.com/office/powerpoint/2010/main" val="236933191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normAutofit/>
          </a:bodyPr>
          <a:lstStyle/>
          <a:p>
            <a:endParaRPr lang="ru-RU" dirty="0"/>
          </a:p>
        </p:txBody>
      </p:sp>
      <p:sp>
        <p:nvSpPr>
          <p:cNvPr id="4" name="Номер слайда 3"/>
          <p:cNvSpPr>
            <a:spLocks noGrp="1"/>
          </p:cNvSpPr>
          <p:nvPr>
            <p:ph type="sldNum" sz="quarter" idx="10"/>
          </p:nvPr>
        </p:nvSpPr>
        <p:spPr/>
        <p:txBody>
          <a:bodyPr/>
          <a:lstStyle/>
          <a:p>
            <a:fld id="{127DA4D1-AF98-451E-9AC0-6EACFE485F9B}" type="slidenum">
              <a:rPr lang="ru-RU" smtClean="0"/>
              <a:pPr/>
              <a:t>21</a:t>
            </a:fld>
            <a:endParaRPr lang="ru-RU" dirty="0"/>
          </a:p>
        </p:txBody>
      </p:sp>
    </p:spTree>
    <p:extLst>
      <p:ext uri="{BB962C8B-B14F-4D97-AF65-F5344CB8AC3E}">
        <p14:creationId xmlns:p14="http://schemas.microsoft.com/office/powerpoint/2010/main" val="221115095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Титульный слайд">
    <p:spTree>
      <p:nvGrpSpPr>
        <p:cNvPr id="1" name=""/>
        <p:cNvGrpSpPr/>
        <p:nvPr/>
      </p:nvGrpSpPr>
      <p:grpSpPr>
        <a:xfrm>
          <a:off x="0" y="0"/>
          <a:ext cx="0" cy="0"/>
          <a:chOff x="0" y="0"/>
          <a:chExt cx="0" cy="0"/>
        </a:xfrm>
      </p:grpSpPr>
      <p:sp>
        <p:nvSpPr>
          <p:cNvPr id="8" name="Заголовок 7"/>
          <p:cNvSpPr>
            <a:spLocks noGrp="1"/>
          </p:cNvSpPr>
          <p:nvPr>
            <p:ph type="ctrTitle"/>
          </p:nvPr>
        </p:nvSpPr>
        <p:spPr>
          <a:xfrm>
            <a:off x="1219200" y="3886200"/>
            <a:ext cx="6858000" cy="990600"/>
          </a:xfrm>
        </p:spPr>
        <p:txBody>
          <a:bodyPr anchor="t" anchorCtr="0"/>
          <a:lstStyle>
            <a:lvl1pPr algn="r">
              <a:defRPr sz="3200">
                <a:solidFill>
                  <a:schemeClr val="tx1"/>
                </a:solidFill>
              </a:defRPr>
            </a:lvl1pPr>
          </a:lstStyle>
          <a:p>
            <a:r>
              <a:rPr kumimoji="0" lang="ru-RU"/>
              <a:t>Образец заголовка</a:t>
            </a:r>
            <a:endParaRPr kumimoji="0" lang="en-US"/>
          </a:p>
        </p:txBody>
      </p:sp>
      <p:sp>
        <p:nvSpPr>
          <p:cNvPr id="9" name="Подзаголовок 8"/>
          <p:cNvSpPr>
            <a:spLocks noGrp="1"/>
          </p:cNvSpPr>
          <p:nvPr>
            <p:ph type="subTitle" idx="1"/>
          </p:nvPr>
        </p:nvSpPr>
        <p:spPr>
          <a:xfrm>
            <a:off x="1219200" y="5124450"/>
            <a:ext cx="6858000" cy="533400"/>
          </a:xfrm>
        </p:spPr>
        <p:txBody>
          <a:bodyPr/>
          <a:lstStyle>
            <a:lvl1pPr marL="0" indent="0" algn="r">
              <a:buNone/>
              <a:defRPr sz="2000">
                <a:solidFill>
                  <a:schemeClr val="tx2"/>
                </a:solidFill>
                <a:latin typeface="+mj-lt"/>
                <a:ea typeface="+mj-ea"/>
                <a:cs typeface="+mj-cs"/>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ru-RU"/>
              <a:t>Образец подзаголовка</a:t>
            </a:r>
            <a:endParaRPr kumimoji="0" lang="en-US"/>
          </a:p>
        </p:txBody>
      </p:sp>
      <p:sp>
        <p:nvSpPr>
          <p:cNvPr id="28" name="Дата 27"/>
          <p:cNvSpPr>
            <a:spLocks noGrp="1"/>
          </p:cNvSpPr>
          <p:nvPr>
            <p:ph type="dt" sz="half" idx="10"/>
          </p:nvPr>
        </p:nvSpPr>
        <p:spPr>
          <a:xfrm>
            <a:off x="6400800" y="6355080"/>
            <a:ext cx="2286000" cy="365760"/>
          </a:xfrm>
        </p:spPr>
        <p:txBody>
          <a:bodyPr/>
          <a:lstStyle>
            <a:lvl1pPr>
              <a:defRPr sz="1400"/>
            </a:lvl1pPr>
          </a:lstStyle>
          <a:p>
            <a:fld id="{DF2F032D-6BC6-4234-9999-898F413A31C5}" type="datetime1">
              <a:rPr lang="ru-RU" smtClean="0"/>
              <a:pPr/>
              <a:t>04.09.2024</a:t>
            </a:fld>
            <a:endParaRPr lang="ru-RU" dirty="0"/>
          </a:p>
        </p:txBody>
      </p:sp>
      <p:sp>
        <p:nvSpPr>
          <p:cNvPr id="17" name="Нижний колонтитул 16"/>
          <p:cNvSpPr>
            <a:spLocks noGrp="1"/>
          </p:cNvSpPr>
          <p:nvPr>
            <p:ph type="ftr" sz="quarter" idx="11"/>
          </p:nvPr>
        </p:nvSpPr>
        <p:spPr>
          <a:xfrm>
            <a:off x="2898648" y="6355080"/>
            <a:ext cx="3474720" cy="365760"/>
          </a:xfrm>
        </p:spPr>
        <p:txBody>
          <a:bodyPr/>
          <a:lstStyle/>
          <a:p>
            <a:endParaRPr lang="ru-RU" dirty="0"/>
          </a:p>
        </p:txBody>
      </p:sp>
      <p:sp>
        <p:nvSpPr>
          <p:cNvPr id="29" name="Номер слайда 28"/>
          <p:cNvSpPr>
            <a:spLocks noGrp="1"/>
          </p:cNvSpPr>
          <p:nvPr>
            <p:ph type="sldNum" sz="quarter" idx="12"/>
          </p:nvPr>
        </p:nvSpPr>
        <p:spPr>
          <a:xfrm>
            <a:off x="1216152" y="6355080"/>
            <a:ext cx="1219200" cy="365760"/>
          </a:xfrm>
        </p:spPr>
        <p:txBody>
          <a:bodyPr/>
          <a:lstStyle/>
          <a:p>
            <a:fld id="{725C68B6-61C2-468F-89AB-4B9F7531AA68}" type="slidenum">
              <a:rPr lang="ru-RU" smtClean="0"/>
              <a:pPr/>
              <a:t>‹#›</a:t>
            </a:fld>
            <a:endParaRPr lang="ru-RU" dirty="0"/>
          </a:p>
        </p:txBody>
      </p:sp>
      <p:sp>
        <p:nvSpPr>
          <p:cNvPr id="21" name="Прямоугольник 20"/>
          <p:cNvSpPr/>
          <p:nvPr/>
        </p:nvSpPr>
        <p:spPr>
          <a:xfrm>
            <a:off x="904875" y="3648075"/>
            <a:ext cx="7315200" cy="1280160"/>
          </a:xfrm>
          <a:prstGeom prst="rect">
            <a:avLst/>
          </a:prstGeom>
          <a:noFill/>
          <a:ln w="6350" cap="rnd" cmpd="sng" algn="ctr">
            <a:solidFill>
              <a:schemeClr val="accent1"/>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33" name="Прямоугольник 32"/>
          <p:cNvSpPr/>
          <p:nvPr/>
        </p:nvSpPr>
        <p:spPr>
          <a:xfrm>
            <a:off x="914400" y="5048250"/>
            <a:ext cx="7315200" cy="685800"/>
          </a:xfrm>
          <a:prstGeom prst="rect">
            <a:avLst/>
          </a:prstGeom>
          <a:noFill/>
          <a:ln w="6350" cap="rnd" cmpd="sng" algn="ctr">
            <a:solidFill>
              <a:schemeClr val="accent2"/>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2" name="Прямоугольник 21"/>
          <p:cNvSpPr/>
          <p:nvPr/>
        </p:nvSpPr>
        <p:spPr>
          <a:xfrm>
            <a:off x="904875" y="3648075"/>
            <a:ext cx="228600" cy="128016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32" name="Прямоугольник 31"/>
          <p:cNvSpPr/>
          <p:nvPr/>
        </p:nvSpPr>
        <p:spPr>
          <a:xfrm>
            <a:off x="914400" y="5048250"/>
            <a:ext cx="228600" cy="685800"/>
          </a:xfrm>
          <a:prstGeom prst="rect">
            <a:avLst/>
          </a:prstGeom>
          <a:solidFill>
            <a:schemeClr val="accent2"/>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Заголовок и объект">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kumimoji="0" lang="ru-RU"/>
              <a:t>Образец заголовка</a:t>
            </a:r>
            <a:endParaRPr kumimoji="0" lang="en-US"/>
          </a:p>
        </p:txBody>
      </p:sp>
      <p:sp>
        <p:nvSpPr>
          <p:cNvPr id="4" name="Дата 3"/>
          <p:cNvSpPr>
            <a:spLocks noGrp="1"/>
          </p:cNvSpPr>
          <p:nvPr>
            <p:ph type="dt" sz="half" idx="10"/>
          </p:nvPr>
        </p:nvSpPr>
        <p:spPr/>
        <p:txBody>
          <a:bodyPr/>
          <a:lstStyle/>
          <a:p>
            <a:fld id="{3A4DF7E3-8A6C-4E88-BEC3-E1D2045028EB}" type="datetime1">
              <a:rPr lang="ru-RU" smtClean="0"/>
              <a:pPr/>
              <a:t>04.09.2024</a:t>
            </a:fld>
            <a:endParaRPr lang="ru-RU" dirty="0"/>
          </a:p>
        </p:txBody>
      </p:sp>
      <p:sp>
        <p:nvSpPr>
          <p:cNvPr id="5" name="Нижний колонтитул 4"/>
          <p:cNvSpPr>
            <a:spLocks noGrp="1"/>
          </p:cNvSpPr>
          <p:nvPr>
            <p:ph type="ftr" sz="quarter" idx="11"/>
          </p:nvPr>
        </p:nvSpPr>
        <p:spPr/>
        <p:txBody>
          <a:bodyPr/>
          <a:lstStyle/>
          <a:p>
            <a:endParaRPr lang="ru-RU" dirty="0"/>
          </a:p>
        </p:txBody>
      </p:sp>
      <p:sp>
        <p:nvSpPr>
          <p:cNvPr id="6" name="Номер слайда 5"/>
          <p:cNvSpPr>
            <a:spLocks noGrp="1"/>
          </p:cNvSpPr>
          <p:nvPr>
            <p:ph type="sldNum" sz="quarter" idx="12"/>
          </p:nvPr>
        </p:nvSpPr>
        <p:spPr/>
        <p:txBody>
          <a:bodyPr/>
          <a:lstStyle/>
          <a:p>
            <a:fld id="{725C68B6-61C2-468F-89AB-4B9F7531AA68}" type="slidenum">
              <a:rPr lang="ru-RU" smtClean="0"/>
              <a:pPr/>
              <a:t>‹#›</a:t>
            </a:fld>
            <a:endParaRPr lang="ru-RU" dirty="0"/>
          </a:p>
        </p:txBody>
      </p:sp>
      <p:sp>
        <p:nvSpPr>
          <p:cNvPr id="8" name="Содержимое 7"/>
          <p:cNvSpPr>
            <a:spLocks noGrp="1"/>
          </p:cNvSpPr>
          <p:nvPr>
            <p:ph sz="quarter" idx="1"/>
          </p:nvPr>
        </p:nvSpPr>
        <p:spPr>
          <a:xfrm>
            <a:off x="457200" y="1219200"/>
            <a:ext cx="8229600" cy="4937760"/>
          </a:xfrm>
        </p:spPr>
        <p:txBody>
          <a:bodyPr/>
          <a:lstStyle/>
          <a:p>
            <a:pPr lvl="0" eaLnBrk="1" latinLnBrk="0" hangingPunct="1"/>
            <a:r>
              <a:rPr lang="ru-RU"/>
              <a:t>Образец текста</a:t>
            </a:r>
          </a:p>
          <a:p>
            <a:pPr lvl="1" eaLnBrk="1" latinLnBrk="0" hangingPunct="1"/>
            <a:r>
              <a:rPr lang="ru-RU"/>
              <a:t>Второй уровень</a:t>
            </a:r>
          </a:p>
          <a:p>
            <a:pPr lvl="2" eaLnBrk="1" latinLnBrk="0" hangingPunct="1"/>
            <a:r>
              <a:rPr lang="ru-RU"/>
              <a:t>Третий уровень</a:t>
            </a:r>
          </a:p>
          <a:p>
            <a:pPr lvl="3" eaLnBrk="1" latinLnBrk="0" hangingPunct="1"/>
            <a:r>
              <a:rPr lang="ru-RU"/>
              <a:t>Четвертый уровень</a:t>
            </a:r>
          </a:p>
          <a:p>
            <a:pPr lvl="4" eaLnBrk="1" latinLnBrk="0" hangingPunct="1"/>
            <a:r>
              <a:rPr lang="ru-RU"/>
              <a:t>Пятый уровень</a:t>
            </a:r>
            <a:endParaRPr kumimoji="0"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Заголовок раздела">
    <p:bg>
      <p:bgRef idx="1001">
        <a:schemeClr val="bg2"/>
      </p:bgRef>
    </p:bg>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1219200" y="2971800"/>
            <a:ext cx="6858000" cy="1066800"/>
          </a:xfrm>
        </p:spPr>
        <p:txBody>
          <a:bodyPr anchor="t" anchorCtr="0"/>
          <a:lstStyle>
            <a:lvl1pPr algn="r">
              <a:buNone/>
              <a:defRPr sz="3200" b="0" cap="none" baseline="0"/>
            </a:lvl1pPr>
          </a:lstStyle>
          <a:p>
            <a:r>
              <a:rPr kumimoji="0" lang="ru-RU"/>
              <a:t>Образец заголовка</a:t>
            </a:r>
            <a:endParaRPr kumimoji="0" lang="en-US"/>
          </a:p>
        </p:txBody>
      </p:sp>
      <p:sp>
        <p:nvSpPr>
          <p:cNvPr id="3" name="Текст 2"/>
          <p:cNvSpPr>
            <a:spLocks noGrp="1"/>
          </p:cNvSpPr>
          <p:nvPr>
            <p:ph type="body" idx="1"/>
          </p:nvPr>
        </p:nvSpPr>
        <p:spPr>
          <a:xfrm>
            <a:off x="1295400" y="4267200"/>
            <a:ext cx="6781800" cy="1143000"/>
          </a:xfrm>
        </p:spPr>
        <p:txBody>
          <a:bodyPr anchor="t" anchorCtr="0"/>
          <a:lstStyle>
            <a:lvl1pPr marL="0" indent="0" algn="r">
              <a:buNone/>
              <a:defRPr sz="2000">
                <a:solidFill>
                  <a:schemeClr val="tx1">
                    <a:tint val="75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ru-RU"/>
              <a:t>Образец текста</a:t>
            </a:r>
          </a:p>
        </p:txBody>
      </p:sp>
      <p:sp>
        <p:nvSpPr>
          <p:cNvPr id="4" name="Дата 3"/>
          <p:cNvSpPr>
            <a:spLocks noGrp="1"/>
          </p:cNvSpPr>
          <p:nvPr>
            <p:ph type="dt" sz="half" idx="10"/>
          </p:nvPr>
        </p:nvSpPr>
        <p:spPr>
          <a:xfrm>
            <a:off x="6400800" y="6355080"/>
            <a:ext cx="2286000" cy="365760"/>
          </a:xfrm>
        </p:spPr>
        <p:txBody>
          <a:bodyPr/>
          <a:lstStyle/>
          <a:p>
            <a:fld id="{87EB4978-0867-4AEF-A28C-7086D1853D40}" type="datetime1">
              <a:rPr lang="ru-RU" smtClean="0"/>
              <a:pPr/>
              <a:t>04.09.2024</a:t>
            </a:fld>
            <a:endParaRPr lang="ru-RU" dirty="0"/>
          </a:p>
        </p:txBody>
      </p:sp>
      <p:sp>
        <p:nvSpPr>
          <p:cNvPr id="5" name="Нижний колонтитул 4"/>
          <p:cNvSpPr>
            <a:spLocks noGrp="1"/>
          </p:cNvSpPr>
          <p:nvPr>
            <p:ph type="ftr" sz="quarter" idx="11"/>
          </p:nvPr>
        </p:nvSpPr>
        <p:spPr>
          <a:xfrm>
            <a:off x="2898648" y="6355080"/>
            <a:ext cx="3474720" cy="365760"/>
          </a:xfrm>
        </p:spPr>
        <p:txBody>
          <a:bodyPr/>
          <a:lstStyle/>
          <a:p>
            <a:endParaRPr lang="ru-RU" dirty="0"/>
          </a:p>
        </p:txBody>
      </p:sp>
      <p:sp>
        <p:nvSpPr>
          <p:cNvPr id="6" name="Номер слайда 5"/>
          <p:cNvSpPr>
            <a:spLocks noGrp="1"/>
          </p:cNvSpPr>
          <p:nvPr>
            <p:ph type="sldNum" sz="quarter" idx="12"/>
          </p:nvPr>
        </p:nvSpPr>
        <p:spPr>
          <a:xfrm>
            <a:off x="1069848" y="6355080"/>
            <a:ext cx="1520952" cy="365760"/>
          </a:xfrm>
        </p:spPr>
        <p:txBody>
          <a:bodyPr/>
          <a:lstStyle/>
          <a:p>
            <a:fld id="{725C68B6-61C2-468F-89AB-4B9F7531AA68}" type="slidenum">
              <a:rPr lang="ru-RU" smtClean="0"/>
              <a:pPr/>
              <a:t>‹#›</a:t>
            </a:fld>
            <a:endParaRPr lang="ru-RU" dirty="0"/>
          </a:p>
        </p:txBody>
      </p:sp>
      <p:sp>
        <p:nvSpPr>
          <p:cNvPr id="7" name="Прямоугольник 6"/>
          <p:cNvSpPr/>
          <p:nvPr/>
        </p:nvSpPr>
        <p:spPr>
          <a:xfrm>
            <a:off x="914400" y="2819400"/>
            <a:ext cx="7315200" cy="1280160"/>
          </a:xfrm>
          <a:prstGeom prst="rect">
            <a:avLst/>
          </a:prstGeom>
          <a:noFill/>
          <a:ln w="6350" cap="rnd" cmpd="sng" algn="ctr">
            <a:solidFill>
              <a:schemeClr val="accent1"/>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8" name="Прямоугольник 7"/>
          <p:cNvSpPr/>
          <p:nvPr/>
        </p:nvSpPr>
        <p:spPr>
          <a:xfrm>
            <a:off x="914400" y="2819400"/>
            <a:ext cx="228600" cy="128016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Два объекта">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57200" y="228600"/>
            <a:ext cx="8229600" cy="914400"/>
          </a:xfrm>
        </p:spPr>
        <p:txBody>
          <a:bodyPr/>
          <a:lstStyle/>
          <a:p>
            <a:r>
              <a:rPr kumimoji="0" lang="ru-RU"/>
              <a:t>Образец заголовка</a:t>
            </a:r>
            <a:endParaRPr kumimoji="0" lang="en-US"/>
          </a:p>
        </p:txBody>
      </p:sp>
      <p:sp>
        <p:nvSpPr>
          <p:cNvPr id="5" name="Дата 4"/>
          <p:cNvSpPr>
            <a:spLocks noGrp="1"/>
          </p:cNvSpPr>
          <p:nvPr>
            <p:ph type="dt" sz="half" idx="10"/>
          </p:nvPr>
        </p:nvSpPr>
        <p:spPr/>
        <p:txBody>
          <a:bodyPr/>
          <a:lstStyle/>
          <a:p>
            <a:fld id="{DB1FC949-39BC-4E58-BB44-6E9D9DCE8265}" type="datetime1">
              <a:rPr lang="ru-RU" smtClean="0"/>
              <a:pPr/>
              <a:t>04.09.2024</a:t>
            </a:fld>
            <a:endParaRPr lang="ru-RU" dirty="0"/>
          </a:p>
        </p:txBody>
      </p:sp>
      <p:sp>
        <p:nvSpPr>
          <p:cNvPr id="6" name="Нижний колонтитул 5"/>
          <p:cNvSpPr>
            <a:spLocks noGrp="1"/>
          </p:cNvSpPr>
          <p:nvPr>
            <p:ph type="ftr" sz="quarter" idx="11"/>
          </p:nvPr>
        </p:nvSpPr>
        <p:spPr/>
        <p:txBody>
          <a:bodyPr/>
          <a:lstStyle/>
          <a:p>
            <a:endParaRPr lang="ru-RU" dirty="0"/>
          </a:p>
        </p:txBody>
      </p:sp>
      <p:sp>
        <p:nvSpPr>
          <p:cNvPr id="7" name="Номер слайда 6"/>
          <p:cNvSpPr>
            <a:spLocks noGrp="1"/>
          </p:cNvSpPr>
          <p:nvPr>
            <p:ph type="sldNum" sz="quarter" idx="12"/>
          </p:nvPr>
        </p:nvSpPr>
        <p:spPr/>
        <p:txBody>
          <a:bodyPr/>
          <a:lstStyle/>
          <a:p>
            <a:fld id="{725C68B6-61C2-468F-89AB-4B9F7531AA68}" type="slidenum">
              <a:rPr lang="ru-RU" smtClean="0"/>
              <a:pPr/>
              <a:t>‹#›</a:t>
            </a:fld>
            <a:endParaRPr lang="ru-RU" dirty="0"/>
          </a:p>
        </p:txBody>
      </p:sp>
      <p:sp>
        <p:nvSpPr>
          <p:cNvPr id="9" name="Содержимое 8"/>
          <p:cNvSpPr>
            <a:spLocks noGrp="1"/>
          </p:cNvSpPr>
          <p:nvPr>
            <p:ph sz="quarter" idx="1"/>
          </p:nvPr>
        </p:nvSpPr>
        <p:spPr>
          <a:xfrm>
            <a:off x="457200" y="1219200"/>
            <a:ext cx="4041648" cy="4937760"/>
          </a:xfrm>
        </p:spPr>
        <p:txBody>
          <a:bodyPr/>
          <a:lstStyle/>
          <a:p>
            <a:pPr lvl="0" eaLnBrk="1" latinLnBrk="0" hangingPunct="1"/>
            <a:r>
              <a:rPr lang="ru-RU"/>
              <a:t>Образец текста</a:t>
            </a:r>
          </a:p>
          <a:p>
            <a:pPr lvl="1" eaLnBrk="1" latinLnBrk="0" hangingPunct="1"/>
            <a:r>
              <a:rPr lang="ru-RU"/>
              <a:t>Второй уровень</a:t>
            </a:r>
          </a:p>
          <a:p>
            <a:pPr lvl="2" eaLnBrk="1" latinLnBrk="0" hangingPunct="1"/>
            <a:r>
              <a:rPr lang="ru-RU"/>
              <a:t>Третий уровень</a:t>
            </a:r>
          </a:p>
          <a:p>
            <a:pPr lvl="3" eaLnBrk="1" latinLnBrk="0" hangingPunct="1"/>
            <a:r>
              <a:rPr lang="ru-RU"/>
              <a:t>Четвертый уровень</a:t>
            </a:r>
          </a:p>
          <a:p>
            <a:pPr lvl="4" eaLnBrk="1" latinLnBrk="0" hangingPunct="1"/>
            <a:r>
              <a:rPr lang="ru-RU"/>
              <a:t>Пятый уровень</a:t>
            </a:r>
            <a:endParaRPr kumimoji="0" lang="en-US"/>
          </a:p>
        </p:txBody>
      </p:sp>
      <p:sp>
        <p:nvSpPr>
          <p:cNvPr id="11" name="Содержимое 10"/>
          <p:cNvSpPr>
            <a:spLocks noGrp="1"/>
          </p:cNvSpPr>
          <p:nvPr>
            <p:ph sz="quarter" idx="2"/>
          </p:nvPr>
        </p:nvSpPr>
        <p:spPr>
          <a:xfrm>
            <a:off x="4632198" y="1216152"/>
            <a:ext cx="4041648" cy="4937760"/>
          </a:xfrm>
        </p:spPr>
        <p:txBody>
          <a:bodyPr/>
          <a:lstStyle/>
          <a:p>
            <a:pPr lvl="0" eaLnBrk="1" latinLnBrk="0" hangingPunct="1"/>
            <a:r>
              <a:rPr lang="ru-RU"/>
              <a:t>Образец текста</a:t>
            </a:r>
          </a:p>
          <a:p>
            <a:pPr lvl="1" eaLnBrk="1" latinLnBrk="0" hangingPunct="1"/>
            <a:r>
              <a:rPr lang="ru-RU"/>
              <a:t>Второй уровень</a:t>
            </a:r>
          </a:p>
          <a:p>
            <a:pPr lvl="2" eaLnBrk="1" latinLnBrk="0" hangingPunct="1"/>
            <a:r>
              <a:rPr lang="ru-RU"/>
              <a:t>Третий уровень</a:t>
            </a:r>
          </a:p>
          <a:p>
            <a:pPr lvl="3" eaLnBrk="1" latinLnBrk="0" hangingPunct="1"/>
            <a:r>
              <a:rPr lang="ru-RU"/>
              <a:t>Четвертый уровень</a:t>
            </a:r>
          </a:p>
          <a:p>
            <a:pPr lvl="4" eaLnBrk="1" latinLnBrk="0" hangingPunct="1"/>
            <a:r>
              <a:rPr lang="ru-RU"/>
              <a:t>Пятый уровень</a:t>
            </a:r>
            <a:endParaRPr kumimoji="0"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Сравнение">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57200" y="228600"/>
            <a:ext cx="8229600" cy="914400"/>
          </a:xfrm>
        </p:spPr>
        <p:txBody>
          <a:bodyPr anchor="ctr"/>
          <a:lstStyle>
            <a:lvl1pPr>
              <a:defRPr/>
            </a:lvl1pPr>
          </a:lstStyle>
          <a:p>
            <a:r>
              <a:rPr kumimoji="0" lang="ru-RU"/>
              <a:t>Образец заголовка</a:t>
            </a:r>
            <a:endParaRPr kumimoji="0" lang="en-US"/>
          </a:p>
        </p:txBody>
      </p:sp>
      <p:sp>
        <p:nvSpPr>
          <p:cNvPr id="3" name="Текст 2"/>
          <p:cNvSpPr>
            <a:spLocks noGrp="1"/>
          </p:cNvSpPr>
          <p:nvPr>
            <p:ph type="body" idx="1"/>
          </p:nvPr>
        </p:nvSpPr>
        <p:spPr>
          <a:xfrm>
            <a:off x="457200" y="1285875"/>
            <a:ext cx="4040188" cy="685800"/>
          </a:xfrm>
          <a:noFill/>
          <a:ln>
            <a:noFill/>
          </a:ln>
        </p:spPr>
        <p:txBody>
          <a:bodyPr lIns="91440" anchor="b" anchorCtr="0">
            <a:noAutofit/>
          </a:bodyPr>
          <a:lstStyle>
            <a:lvl1pPr marL="0" indent="0">
              <a:buNone/>
              <a:defRPr sz="2400" b="1">
                <a:solidFill>
                  <a:schemeClr val="accent2"/>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ru-RU"/>
              <a:t>Образец текста</a:t>
            </a:r>
          </a:p>
        </p:txBody>
      </p:sp>
      <p:sp>
        <p:nvSpPr>
          <p:cNvPr id="4" name="Текст 3"/>
          <p:cNvSpPr>
            <a:spLocks noGrp="1"/>
          </p:cNvSpPr>
          <p:nvPr>
            <p:ph type="body" sz="half" idx="3"/>
          </p:nvPr>
        </p:nvSpPr>
        <p:spPr>
          <a:xfrm>
            <a:off x="4648200" y="1295400"/>
            <a:ext cx="4041775" cy="685800"/>
          </a:xfrm>
          <a:noFill/>
          <a:ln>
            <a:noFill/>
          </a:ln>
        </p:spPr>
        <p:txBody>
          <a:bodyPr lIns="91440" anchor="b" anchorCtr="0"/>
          <a:lstStyle>
            <a:lvl1pPr marL="0" indent="0">
              <a:buNone/>
              <a:defRPr sz="2400" b="1">
                <a:solidFill>
                  <a:schemeClr val="accent2"/>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ru-RU"/>
              <a:t>Образец текста</a:t>
            </a:r>
          </a:p>
        </p:txBody>
      </p:sp>
      <p:sp>
        <p:nvSpPr>
          <p:cNvPr id="7" name="Дата 6"/>
          <p:cNvSpPr>
            <a:spLocks noGrp="1"/>
          </p:cNvSpPr>
          <p:nvPr>
            <p:ph type="dt" sz="half" idx="10"/>
          </p:nvPr>
        </p:nvSpPr>
        <p:spPr/>
        <p:txBody>
          <a:bodyPr/>
          <a:lstStyle/>
          <a:p>
            <a:fld id="{2ABA1F5D-E0D6-4941-8D1D-462B0D00F7D2}" type="datetime1">
              <a:rPr lang="ru-RU" smtClean="0"/>
              <a:pPr/>
              <a:t>04.09.2024</a:t>
            </a:fld>
            <a:endParaRPr lang="ru-RU" dirty="0"/>
          </a:p>
        </p:txBody>
      </p:sp>
      <p:sp>
        <p:nvSpPr>
          <p:cNvPr id="8" name="Нижний колонтитул 7"/>
          <p:cNvSpPr>
            <a:spLocks noGrp="1"/>
          </p:cNvSpPr>
          <p:nvPr>
            <p:ph type="ftr" sz="quarter" idx="11"/>
          </p:nvPr>
        </p:nvSpPr>
        <p:spPr/>
        <p:txBody>
          <a:bodyPr/>
          <a:lstStyle/>
          <a:p>
            <a:endParaRPr lang="ru-RU" dirty="0"/>
          </a:p>
        </p:txBody>
      </p:sp>
      <p:sp>
        <p:nvSpPr>
          <p:cNvPr id="9" name="Номер слайда 8"/>
          <p:cNvSpPr>
            <a:spLocks noGrp="1"/>
          </p:cNvSpPr>
          <p:nvPr>
            <p:ph type="sldNum" sz="quarter" idx="12"/>
          </p:nvPr>
        </p:nvSpPr>
        <p:spPr/>
        <p:txBody>
          <a:bodyPr/>
          <a:lstStyle/>
          <a:p>
            <a:fld id="{725C68B6-61C2-468F-89AB-4B9F7531AA68}" type="slidenum">
              <a:rPr lang="ru-RU" smtClean="0"/>
              <a:pPr/>
              <a:t>‹#›</a:t>
            </a:fld>
            <a:endParaRPr lang="ru-RU" dirty="0"/>
          </a:p>
        </p:txBody>
      </p:sp>
      <p:sp>
        <p:nvSpPr>
          <p:cNvPr id="11" name="Содержимое 10"/>
          <p:cNvSpPr>
            <a:spLocks noGrp="1"/>
          </p:cNvSpPr>
          <p:nvPr>
            <p:ph sz="quarter" idx="2"/>
          </p:nvPr>
        </p:nvSpPr>
        <p:spPr>
          <a:xfrm>
            <a:off x="457200" y="2133600"/>
            <a:ext cx="4038600" cy="4038600"/>
          </a:xfrm>
        </p:spPr>
        <p:txBody>
          <a:bodyPr/>
          <a:lstStyle/>
          <a:p>
            <a:pPr lvl="0" eaLnBrk="1" latinLnBrk="0" hangingPunct="1"/>
            <a:r>
              <a:rPr lang="ru-RU"/>
              <a:t>Образец текста</a:t>
            </a:r>
          </a:p>
          <a:p>
            <a:pPr lvl="1" eaLnBrk="1" latinLnBrk="0" hangingPunct="1"/>
            <a:r>
              <a:rPr lang="ru-RU"/>
              <a:t>Второй уровень</a:t>
            </a:r>
          </a:p>
          <a:p>
            <a:pPr lvl="2" eaLnBrk="1" latinLnBrk="0" hangingPunct="1"/>
            <a:r>
              <a:rPr lang="ru-RU"/>
              <a:t>Третий уровень</a:t>
            </a:r>
          </a:p>
          <a:p>
            <a:pPr lvl="3" eaLnBrk="1" latinLnBrk="0" hangingPunct="1"/>
            <a:r>
              <a:rPr lang="ru-RU"/>
              <a:t>Четвертый уровень</a:t>
            </a:r>
          </a:p>
          <a:p>
            <a:pPr lvl="4" eaLnBrk="1" latinLnBrk="0" hangingPunct="1"/>
            <a:r>
              <a:rPr lang="ru-RU"/>
              <a:t>Пятый уровень</a:t>
            </a:r>
            <a:endParaRPr kumimoji="0" lang="en-US"/>
          </a:p>
        </p:txBody>
      </p:sp>
      <p:sp>
        <p:nvSpPr>
          <p:cNvPr id="13" name="Содержимое 12"/>
          <p:cNvSpPr>
            <a:spLocks noGrp="1"/>
          </p:cNvSpPr>
          <p:nvPr>
            <p:ph sz="quarter" idx="4"/>
          </p:nvPr>
        </p:nvSpPr>
        <p:spPr>
          <a:xfrm>
            <a:off x="4648200" y="2133600"/>
            <a:ext cx="4038600" cy="4038600"/>
          </a:xfrm>
        </p:spPr>
        <p:txBody>
          <a:bodyPr/>
          <a:lstStyle/>
          <a:p>
            <a:pPr lvl="0" eaLnBrk="1" latinLnBrk="0" hangingPunct="1"/>
            <a:r>
              <a:rPr lang="ru-RU"/>
              <a:t>Образец текста</a:t>
            </a:r>
          </a:p>
          <a:p>
            <a:pPr lvl="1" eaLnBrk="1" latinLnBrk="0" hangingPunct="1"/>
            <a:r>
              <a:rPr lang="ru-RU"/>
              <a:t>Второй уровень</a:t>
            </a:r>
          </a:p>
          <a:p>
            <a:pPr lvl="2" eaLnBrk="1" latinLnBrk="0" hangingPunct="1"/>
            <a:r>
              <a:rPr lang="ru-RU"/>
              <a:t>Третий уровень</a:t>
            </a:r>
          </a:p>
          <a:p>
            <a:pPr lvl="3" eaLnBrk="1" latinLnBrk="0" hangingPunct="1"/>
            <a:r>
              <a:rPr lang="ru-RU"/>
              <a:t>Четвертый уровень</a:t>
            </a:r>
          </a:p>
          <a:p>
            <a:pPr lvl="4" eaLnBrk="1" latinLnBrk="0" hangingPunct="1"/>
            <a:r>
              <a:rPr lang="ru-RU"/>
              <a:t>Пятый уровень</a:t>
            </a:r>
            <a:endParaRPr kumimoji="0"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Только заголовок">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57200" y="228600"/>
            <a:ext cx="8229600" cy="914400"/>
          </a:xfrm>
        </p:spPr>
        <p:txBody>
          <a:bodyPr/>
          <a:lstStyle/>
          <a:p>
            <a:r>
              <a:rPr kumimoji="0" lang="ru-RU"/>
              <a:t>Образец заголовка</a:t>
            </a:r>
            <a:endParaRPr kumimoji="0" lang="en-US"/>
          </a:p>
        </p:txBody>
      </p:sp>
      <p:sp>
        <p:nvSpPr>
          <p:cNvPr id="3" name="Дата 2"/>
          <p:cNvSpPr>
            <a:spLocks noGrp="1"/>
          </p:cNvSpPr>
          <p:nvPr>
            <p:ph type="dt" sz="half" idx="10"/>
          </p:nvPr>
        </p:nvSpPr>
        <p:spPr/>
        <p:txBody>
          <a:bodyPr/>
          <a:lstStyle/>
          <a:p>
            <a:fld id="{80647115-3EDC-4CC6-8FC1-94535E8B4D74}" type="datetime1">
              <a:rPr lang="ru-RU" smtClean="0"/>
              <a:pPr/>
              <a:t>04.09.2024</a:t>
            </a:fld>
            <a:endParaRPr lang="ru-RU" dirty="0"/>
          </a:p>
        </p:txBody>
      </p:sp>
      <p:sp>
        <p:nvSpPr>
          <p:cNvPr id="4" name="Нижний колонтитул 3"/>
          <p:cNvSpPr>
            <a:spLocks noGrp="1"/>
          </p:cNvSpPr>
          <p:nvPr>
            <p:ph type="ftr" sz="quarter" idx="11"/>
          </p:nvPr>
        </p:nvSpPr>
        <p:spPr/>
        <p:txBody>
          <a:bodyPr/>
          <a:lstStyle/>
          <a:p>
            <a:endParaRPr lang="ru-RU" dirty="0"/>
          </a:p>
        </p:txBody>
      </p:sp>
      <p:sp>
        <p:nvSpPr>
          <p:cNvPr id="5" name="Номер слайда 4"/>
          <p:cNvSpPr>
            <a:spLocks noGrp="1"/>
          </p:cNvSpPr>
          <p:nvPr>
            <p:ph type="sldNum" sz="quarter" idx="12"/>
          </p:nvPr>
        </p:nvSpPr>
        <p:spPr/>
        <p:txBody>
          <a:bodyPr/>
          <a:lstStyle/>
          <a:p>
            <a:fld id="{725C68B6-61C2-468F-89AB-4B9F7531AA68}" type="slidenum">
              <a:rPr lang="ru-RU" smtClean="0"/>
              <a:pPr/>
              <a:t>‹#›</a:t>
            </a:fld>
            <a:endParaRPr lang="ru-RU" dirty="0"/>
          </a:p>
        </p:txBody>
      </p:sp>
      <p:sp>
        <p:nvSpPr>
          <p:cNvPr id="6" name="Равнобедренный треугольник 5"/>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Пустой слайд">
    <p:spTree>
      <p:nvGrpSpPr>
        <p:cNvPr id="1" name=""/>
        <p:cNvGrpSpPr/>
        <p:nvPr/>
      </p:nvGrpSpPr>
      <p:grpSpPr>
        <a:xfrm>
          <a:off x="0" y="0"/>
          <a:ext cx="0" cy="0"/>
          <a:chOff x="0" y="0"/>
          <a:chExt cx="0" cy="0"/>
        </a:xfrm>
      </p:grpSpPr>
      <p:sp>
        <p:nvSpPr>
          <p:cNvPr id="2" name="Дата 1"/>
          <p:cNvSpPr>
            <a:spLocks noGrp="1"/>
          </p:cNvSpPr>
          <p:nvPr>
            <p:ph type="dt" sz="half" idx="10"/>
          </p:nvPr>
        </p:nvSpPr>
        <p:spPr/>
        <p:txBody>
          <a:bodyPr/>
          <a:lstStyle/>
          <a:p>
            <a:fld id="{8F6D79DE-9336-4E89-AC78-9AC387CCE782}" type="datetime1">
              <a:rPr lang="ru-RU" smtClean="0"/>
              <a:pPr/>
              <a:t>04.09.2024</a:t>
            </a:fld>
            <a:endParaRPr lang="ru-RU" dirty="0"/>
          </a:p>
        </p:txBody>
      </p:sp>
      <p:sp>
        <p:nvSpPr>
          <p:cNvPr id="3" name="Нижний колонтитул 2"/>
          <p:cNvSpPr>
            <a:spLocks noGrp="1"/>
          </p:cNvSpPr>
          <p:nvPr>
            <p:ph type="ftr" sz="quarter" idx="11"/>
          </p:nvPr>
        </p:nvSpPr>
        <p:spPr/>
        <p:txBody>
          <a:bodyPr/>
          <a:lstStyle/>
          <a:p>
            <a:endParaRPr lang="ru-RU" dirty="0"/>
          </a:p>
        </p:txBody>
      </p:sp>
      <p:sp>
        <p:nvSpPr>
          <p:cNvPr id="4" name="Номер слайда 3"/>
          <p:cNvSpPr>
            <a:spLocks noGrp="1"/>
          </p:cNvSpPr>
          <p:nvPr>
            <p:ph type="sldNum" sz="quarter" idx="12"/>
          </p:nvPr>
        </p:nvSpPr>
        <p:spPr/>
        <p:txBody>
          <a:bodyPr/>
          <a:lstStyle/>
          <a:p>
            <a:fld id="{725C68B6-61C2-468F-89AB-4B9F7531AA68}" type="slidenum">
              <a:rPr lang="ru-RU" smtClean="0"/>
              <a:pPr/>
              <a:t>‹#›</a:t>
            </a:fld>
            <a:endParaRPr lang="ru-RU" dirty="0"/>
          </a:p>
        </p:txBody>
      </p:sp>
      <p:sp>
        <p:nvSpPr>
          <p:cNvPr id="5" name="Прямая соединительная линия 4"/>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dirty="0"/>
          </a:p>
        </p:txBody>
      </p:sp>
      <p:sp>
        <p:nvSpPr>
          <p:cNvPr id="6" name="Равнобедренный треугольник 5"/>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Объект с подписью">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6324600" y="304800"/>
            <a:ext cx="2514600" cy="838200"/>
          </a:xfrm>
        </p:spPr>
        <p:txBody>
          <a:bodyPr anchor="b" anchorCtr="0">
            <a:noAutofit/>
          </a:bodyPr>
          <a:lstStyle>
            <a:lvl1pPr algn="l">
              <a:buNone/>
              <a:defRPr sz="2000" b="1">
                <a:solidFill>
                  <a:schemeClr val="tx2"/>
                </a:solidFill>
                <a:latin typeface="+mn-lt"/>
                <a:ea typeface="+mn-ea"/>
                <a:cs typeface="+mn-cs"/>
              </a:defRPr>
            </a:lvl1pPr>
          </a:lstStyle>
          <a:p>
            <a:r>
              <a:rPr kumimoji="0" lang="ru-RU"/>
              <a:t>Образец заголовка</a:t>
            </a:r>
            <a:endParaRPr kumimoji="0" lang="en-US"/>
          </a:p>
        </p:txBody>
      </p:sp>
      <p:sp>
        <p:nvSpPr>
          <p:cNvPr id="3" name="Текст 2"/>
          <p:cNvSpPr>
            <a:spLocks noGrp="1"/>
          </p:cNvSpPr>
          <p:nvPr>
            <p:ph type="body" idx="2"/>
          </p:nvPr>
        </p:nvSpPr>
        <p:spPr>
          <a:xfrm>
            <a:off x="6324600" y="1219200"/>
            <a:ext cx="2514600" cy="4843463"/>
          </a:xfrm>
        </p:spPr>
        <p:txBody>
          <a:bodyPr/>
          <a:lstStyle>
            <a:lvl1pPr marL="0" indent="0">
              <a:lnSpc>
                <a:spcPts val="2200"/>
              </a:lnSpc>
              <a:spcAft>
                <a:spcPts val="1000"/>
              </a:spcAft>
              <a:buNone/>
              <a:defRPr sz="1600">
                <a:solidFill>
                  <a:schemeClr val="tx2"/>
                </a:solidFill>
              </a:defRPr>
            </a:lvl1pPr>
            <a:lvl2pPr>
              <a:buNone/>
              <a:defRPr sz="1200"/>
            </a:lvl2pPr>
            <a:lvl3pPr>
              <a:buNone/>
              <a:defRPr sz="1000"/>
            </a:lvl3pPr>
            <a:lvl4pPr>
              <a:buNone/>
              <a:defRPr sz="900"/>
            </a:lvl4pPr>
            <a:lvl5pPr>
              <a:buNone/>
              <a:defRPr sz="900"/>
            </a:lvl5pPr>
          </a:lstStyle>
          <a:p>
            <a:pPr lvl="0" eaLnBrk="1" latinLnBrk="0" hangingPunct="1"/>
            <a:r>
              <a:rPr kumimoji="0" lang="ru-RU"/>
              <a:t>Образец текста</a:t>
            </a:r>
          </a:p>
        </p:txBody>
      </p:sp>
      <p:sp>
        <p:nvSpPr>
          <p:cNvPr id="5" name="Дата 4"/>
          <p:cNvSpPr>
            <a:spLocks noGrp="1"/>
          </p:cNvSpPr>
          <p:nvPr>
            <p:ph type="dt" sz="half" idx="10"/>
          </p:nvPr>
        </p:nvSpPr>
        <p:spPr/>
        <p:txBody>
          <a:bodyPr/>
          <a:lstStyle/>
          <a:p>
            <a:fld id="{CC4A7B75-DC03-44F5-AAE7-C73CCAB6C2BC}" type="datetime1">
              <a:rPr lang="ru-RU" smtClean="0"/>
              <a:pPr/>
              <a:t>04.09.2024</a:t>
            </a:fld>
            <a:endParaRPr lang="ru-RU" dirty="0"/>
          </a:p>
        </p:txBody>
      </p:sp>
      <p:sp>
        <p:nvSpPr>
          <p:cNvPr id="6" name="Нижний колонтитул 5"/>
          <p:cNvSpPr>
            <a:spLocks noGrp="1"/>
          </p:cNvSpPr>
          <p:nvPr>
            <p:ph type="ftr" sz="quarter" idx="11"/>
          </p:nvPr>
        </p:nvSpPr>
        <p:spPr/>
        <p:txBody>
          <a:bodyPr/>
          <a:lstStyle/>
          <a:p>
            <a:endParaRPr lang="ru-RU" dirty="0"/>
          </a:p>
        </p:txBody>
      </p:sp>
      <p:sp>
        <p:nvSpPr>
          <p:cNvPr id="7" name="Номер слайда 6"/>
          <p:cNvSpPr>
            <a:spLocks noGrp="1"/>
          </p:cNvSpPr>
          <p:nvPr>
            <p:ph type="sldNum" sz="quarter" idx="12"/>
          </p:nvPr>
        </p:nvSpPr>
        <p:spPr/>
        <p:txBody>
          <a:bodyPr/>
          <a:lstStyle/>
          <a:p>
            <a:fld id="{725C68B6-61C2-468F-89AB-4B9F7531AA68}" type="slidenum">
              <a:rPr lang="ru-RU" smtClean="0"/>
              <a:pPr/>
              <a:t>‹#›</a:t>
            </a:fld>
            <a:endParaRPr lang="ru-RU" dirty="0"/>
          </a:p>
        </p:txBody>
      </p:sp>
      <p:sp>
        <p:nvSpPr>
          <p:cNvPr id="8" name="Прямая соединительная линия 7"/>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dirty="0"/>
          </a:p>
        </p:txBody>
      </p:sp>
      <p:sp>
        <p:nvSpPr>
          <p:cNvPr id="10" name="Прямая соединительная линия 9"/>
          <p:cNvSpPr>
            <a:spLocks noChangeShapeType="1"/>
          </p:cNvSpPr>
          <p:nvPr/>
        </p:nvSpPr>
        <p:spPr bwMode="auto">
          <a:xfrm rot="5400000">
            <a:off x="3160645" y="3324225"/>
            <a:ext cx="603504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dirty="0"/>
          </a:p>
        </p:txBody>
      </p:sp>
      <p:sp>
        <p:nvSpPr>
          <p:cNvPr id="9" name="Равнобедренный треугольник 8"/>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2" name="Содержимое 11"/>
          <p:cNvSpPr>
            <a:spLocks noGrp="1"/>
          </p:cNvSpPr>
          <p:nvPr>
            <p:ph sz="quarter" idx="1"/>
          </p:nvPr>
        </p:nvSpPr>
        <p:spPr>
          <a:xfrm>
            <a:off x="304800" y="304800"/>
            <a:ext cx="5715000" cy="5715000"/>
          </a:xfrm>
        </p:spPr>
        <p:txBody>
          <a:bodyPr/>
          <a:lstStyle/>
          <a:p>
            <a:pPr lvl="0" eaLnBrk="1" latinLnBrk="0" hangingPunct="1"/>
            <a:r>
              <a:rPr lang="ru-RU"/>
              <a:t>Образец текста</a:t>
            </a:r>
          </a:p>
          <a:p>
            <a:pPr lvl="1" eaLnBrk="1" latinLnBrk="0" hangingPunct="1"/>
            <a:r>
              <a:rPr lang="ru-RU"/>
              <a:t>Второй уровень</a:t>
            </a:r>
          </a:p>
          <a:p>
            <a:pPr lvl="2" eaLnBrk="1" latinLnBrk="0" hangingPunct="1"/>
            <a:r>
              <a:rPr lang="ru-RU"/>
              <a:t>Третий уровень</a:t>
            </a:r>
          </a:p>
          <a:p>
            <a:pPr lvl="3" eaLnBrk="1" latinLnBrk="0" hangingPunct="1"/>
            <a:r>
              <a:rPr lang="ru-RU"/>
              <a:t>Четвертый уровень</a:t>
            </a:r>
          </a:p>
          <a:p>
            <a:pPr lvl="4" eaLnBrk="1" latinLnBrk="0" hangingPunct="1"/>
            <a:r>
              <a:rPr lang="ru-RU"/>
              <a:t>Пятый уровень</a:t>
            </a:r>
            <a:endParaRPr kumimoji="0"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Рисунок с подписью">
    <p:bg>
      <p:bgRef idx="1001">
        <a:schemeClr val="bg2"/>
      </p:bgRef>
    </p:bg>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57200" y="500856"/>
            <a:ext cx="8229600" cy="674688"/>
          </a:xfrm>
          <a:ln>
            <a:solidFill>
              <a:schemeClr val="accent1"/>
            </a:solidFill>
          </a:ln>
        </p:spPr>
        <p:txBody>
          <a:bodyPr lIns="274320" anchor="ctr"/>
          <a:lstStyle>
            <a:lvl1pPr algn="r">
              <a:buNone/>
              <a:defRPr sz="2000" b="0">
                <a:solidFill>
                  <a:schemeClr val="tx1"/>
                </a:solidFill>
              </a:defRPr>
            </a:lvl1pPr>
          </a:lstStyle>
          <a:p>
            <a:r>
              <a:rPr kumimoji="0" lang="ru-RU"/>
              <a:t>Образец заголовка</a:t>
            </a:r>
            <a:endParaRPr kumimoji="0" lang="en-US"/>
          </a:p>
        </p:txBody>
      </p:sp>
      <p:sp>
        <p:nvSpPr>
          <p:cNvPr id="3" name="Рисунок 2"/>
          <p:cNvSpPr>
            <a:spLocks noGrp="1"/>
          </p:cNvSpPr>
          <p:nvPr>
            <p:ph type="pic" idx="1"/>
          </p:nvPr>
        </p:nvSpPr>
        <p:spPr>
          <a:xfrm>
            <a:off x="457200" y="1905000"/>
            <a:ext cx="8229600" cy="4270248"/>
          </a:xfrm>
          <a:solidFill>
            <a:schemeClr val="tx1">
              <a:shade val="50000"/>
            </a:schemeClr>
          </a:solidFill>
          <a:ln>
            <a:noFill/>
          </a:ln>
          <a:effectLst/>
        </p:spPr>
        <p:txBody>
          <a:bodyPr/>
          <a:lstStyle>
            <a:lvl1pPr marL="0" indent="0">
              <a:spcBef>
                <a:spcPts val="600"/>
              </a:spcBef>
              <a:buNone/>
              <a:defRPr sz="3200"/>
            </a:lvl1pPr>
          </a:lstStyle>
          <a:p>
            <a:r>
              <a:rPr kumimoji="0" lang="ru-RU" dirty="0"/>
              <a:t>Вставка рисунка</a:t>
            </a:r>
            <a:endParaRPr kumimoji="0" lang="en-US" dirty="0"/>
          </a:p>
        </p:txBody>
      </p:sp>
      <p:sp>
        <p:nvSpPr>
          <p:cNvPr id="4" name="Текст 3"/>
          <p:cNvSpPr>
            <a:spLocks noGrp="1"/>
          </p:cNvSpPr>
          <p:nvPr>
            <p:ph type="body" sz="half" idx="2"/>
          </p:nvPr>
        </p:nvSpPr>
        <p:spPr>
          <a:xfrm>
            <a:off x="457200" y="1219200"/>
            <a:ext cx="8229600" cy="533400"/>
          </a:xfrm>
        </p:spPr>
        <p:txBody>
          <a:bodyPr anchor="ctr" anchorCtr="0"/>
          <a:lstStyle>
            <a:lvl1pPr marL="0" indent="0" algn="l">
              <a:buFontTx/>
              <a:buNone/>
              <a:defRPr sz="1400"/>
            </a:lvl1pPr>
            <a:lvl2pPr>
              <a:defRPr sz="1200"/>
            </a:lvl2pPr>
            <a:lvl3pPr>
              <a:defRPr sz="1000"/>
            </a:lvl3pPr>
            <a:lvl4pPr>
              <a:defRPr sz="900"/>
            </a:lvl4pPr>
            <a:lvl5pPr>
              <a:defRPr sz="900"/>
            </a:lvl5pPr>
          </a:lstStyle>
          <a:p>
            <a:pPr lvl="0" eaLnBrk="1" latinLnBrk="0" hangingPunct="1"/>
            <a:r>
              <a:rPr kumimoji="0" lang="ru-RU"/>
              <a:t>Образец текста</a:t>
            </a:r>
          </a:p>
        </p:txBody>
      </p:sp>
      <p:sp>
        <p:nvSpPr>
          <p:cNvPr id="5" name="Дата 4"/>
          <p:cNvSpPr>
            <a:spLocks noGrp="1"/>
          </p:cNvSpPr>
          <p:nvPr>
            <p:ph type="dt" sz="half" idx="10"/>
          </p:nvPr>
        </p:nvSpPr>
        <p:spPr/>
        <p:txBody>
          <a:bodyPr/>
          <a:lstStyle/>
          <a:p>
            <a:fld id="{8D7455E1-D86F-4524-9CEC-87627E269D26}" type="datetime1">
              <a:rPr lang="ru-RU" smtClean="0"/>
              <a:pPr/>
              <a:t>04.09.2024</a:t>
            </a:fld>
            <a:endParaRPr lang="ru-RU" dirty="0"/>
          </a:p>
        </p:txBody>
      </p:sp>
      <p:sp>
        <p:nvSpPr>
          <p:cNvPr id="6" name="Нижний колонтитул 5"/>
          <p:cNvSpPr>
            <a:spLocks noGrp="1"/>
          </p:cNvSpPr>
          <p:nvPr>
            <p:ph type="ftr" sz="quarter" idx="11"/>
          </p:nvPr>
        </p:nvSpPr>
        <p:spPr/>
        <p:txBody>
          <a:bodyPr/>
          <a:lstStyle/>
          <a:p>
            <a:endParaRPr lang="ru-RU" dirty="0"/>
          </a:p>
        </p:txBody>
      </p:sp>
      <p:sp>
        <p:nvSpPr>
          <p:cNvPr id="7" name="Номер слайда 6"/>
          <p:cNvSpPr>
            <a:spLocks noGrp="1"/>
          </p:cNvSpPr>
          <p:nvPr>
            <p:ph type="sldNum" sz="quarter" idx="12"/>
          </p:nvPr>
        </p:nvSpPr>
        <p:spPr/>
        <p:txBody>
          <a:bodyPr/>
          <a:lstStyle/>
          <a:p>
            <a:fld id="{725C68B6-61C2-468F-89AB-4B9F7531AA68}" type="slidenum">
              <a:rPr lang="ru-RU" smtClean="0"/>
              <a:pPr/>
              <a:t>‹#›</a:t>
            </a:fld>
            <a:endParaRPr lang="ru-RU" dirty="0"/>
          </a:p>
        </p:txBody>
      </p:sp>
      <p:sp>
        <p:nvSpPr>
          <p:cNvPr id="8" name="Прямая соединительная линия 7"/>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dirty="0"/>
          </a:p>
        </p:txBody>
      </p:sp>
      <p:sp>
        <p:nvSpPr>
          <p:cNvPr id="9" name="Равнобедренный треугольник 8"/>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0" name="Прямоугольник 9"/>
          <p:cNvSpPr/>
          <p:nvPr/>
        </p:nvSpPr>
        <p:spPr>
          <a:xfrm>
            <a:off x="457200" y="500856"/>
            <a:ext cx="182880" cy="68580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Tree>
  </p:cSld>
  <p:clrMapOvr>
    <a:overrideClrMapping bg1="dk1" tx1="lt1" bg2="dk2" tx2="lt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Заголовок и вертикальный текст">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kumimoji="0" lang="ru-RU"/>
              <a:t>Образец заголовка</a:t>
            </a:r>
            <a:endParaRPr kumimoji="0" lang="en-US"/>
          </a:p>
        </p:txBody>
      </p:sp>
      <p:sp>
        <p:nvSpPr>
          <p:cNvPr id="3" name="Вертикальный текст 2"/>
          <p:cNvSpPr>
            <a:spLocks noGrp="1"/>
          </p:cNvSpPr>
          <p:nvPr>
            <p:ph type="body" orient="vert" idx="1"/>
          </p:nvPr>
        </p:nvSpPr>
        <p:spPr/>
        <p:txBody>
          <a:bodyPr vert="eaVert"/>
          <a:lstStyle/>
          <a:p>
            <a:pPr lvl="0" eaLnBrk="1" latinLnBrk="0" hangingPunct="1"/>
            <a:r>
              <a:rPr lang="ru-RU"/>
              <a:t>Образец текста</a:t>
            </a:r>
          </a:p>
          <a:p>
            <a:pPr lvl="1" eaLnBrk="1" latinLnBrk="0" hangingPunct="1"/>
            <a:r>
              <a:rPr lang="ru-RU"/>
              <a:t>Второй уровень</a:t>
            </a:r>
          </a:p>
          <a:p>
            <a:pPr lvl="2" eaLnBrk="1" latinLnBrk="0" hangingPunct="1"/>
            <a:r>
              <a:rPr lang="ru-RU"/>
              <a:t>Третий уровень</a:t>
            </a:r>
          </a:p>
          <a:p>
            <a:pPr lvl="3" eaLnBrk="1" latinLnBrk="0" hangingPunct="1"/>
            <a:r>
              <a:rPr lang="ru-RU"/>
              <a:t>Четвертый уровень</a:t>
            </a:r>
          </a:p>
          <a:p>
            <a:pPr lvl="4" eaLnBrk="1" latinLnBrk="0" hangingPunct="1"/>
            <a:r>
              <a:rPr lang="ru-RU"/>
              <a:t>Пятый уровень</a:t>
            </a:r>
            <a:endParaRPr kumimoji="0" lang="en-US"/>
          </a:p>
        </p:txBody>
      </p:sp>
      <p:sp>
        <p:nvSpPr>
          <p:cNvPr id="4" name="Дата 3"/>
          <p:cNvSpPr>
            <a:spLocks noGrp="1"/>
          </p:cNvSpPr>
          <p:nvPr>
            <p:ph type="dt" sz="half" idx="10"/>
          </p:nvPr>
        </p:nvSpPr>
        <p:spPr/>
        <p:txBody>
          <a:bodyPr/>
          <a:lstStyle/>
          <a:p>
            <a:fld id="{8BEDAF3C-1D40-43A0-9546-19B445D95B53}" type="datetime1">
              <a:rPr lang="ru-RU" smtClean="0"/>
              <a:pPr/>
              <a:t>04.09.2024</a:t>
            </a:fld>
            <a:endParaRPr lang="ru-RU" dirty="0"/>
          </a:p>
        </p:txBody>
      </p:sp>
      <p:sp>
        <p:nvSpPr>
          <p:cNvPr id="5" name="Нижний колонтитул 4"/>
          <p:cNvSpPr>
            <a:spLocks noGrp="1"/>
          </p:cNvSpPr>
          <p:nvPr>
            <p:ph type="ftr" sz="quarter" idx="11"/>
          </p:nvPr>
        </p:nvSpPr>
        <p:spPr/>
        <p:txBody>
          <a:bodyPr/>
          <a:lstStyle/>
          <a:p>
            <a:endParaRPr lang="ru-RU" dirty="0"/>
          </a:p>
        </p:txBody>
      </p:sp>
      <p:sp>
        <p:nvSpPr>
          <p:cNvPr id="6" name="Номер слайда 5"/>
          <p:cNvSpPr>
            <a:spLocks noGrp="1"/>
          </p:cNvSpPr>
          <p:nvPr>
            <p:ph type="sldNum" sz="quarter" idx="12"/>
          </p:nvPr>
        </p:nvSpPr>
        <p:spPr/>
        <p:txBody>
          <a:bodyPr/>
          <a:lstStyle/>
          <a:p>
            <a:fld id="{725C68B6-61C2-468F-89AB-4B9F7531AA68}" type="slidenum">
              <a:rPr lang="ru-RU" smtClean="0"/>
              <a:pPr/>
              <a:t>‹#›</a:t>
            </a:fld>
            <a:endParaRPr lang="ru-RU"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Вертикальный заголовок и текст">
    <p:spTree>
      <p:nvGrpSpPr>
        <p:cNvPr id="1" name=""/>
        <p:cNvGrpSpPr/>
        <p:nvPr/>
      </p:nvGrpSpPr>
      <p:grpSpPr>
        <a:xfrm>
          <a:off x="0" y="0"/>
          <a:ext cx="0" cy="0"/>
          <a:chOff x="0" y="0"/>
          <a:chExt cx="0" cy="0"/>
        </a:xfrm>
      </p:grpSpPr>
      <p:sp>
        <p:nvSpPr>
          <p:cNvPr id="2" name="Вертикальный заголовок 1"/>
          <p:cNvSpPr>
            <a:spLocks noGrp="1"/>
          </p:cNvSpPr>
          <p:nvPr>
            <p:ph type="title" orient="vert"/>
          </p:nvPr>
        </p:nvSpPr>
        <p:spPr>
          <a:xfrm>
            <a:off x="6629400" y="274638"/>
            <a:ext cx="2057400" cy="5851525"/>
          </a:xfrm>
        </p:spPr>
        <p:txBody>
          <a:bodyPr vert="eaVert"/>
          <a:lstStyle/>
          <a:p>
            <a:r>
              <a:rPr kumimoji="0" lang="ru-RU"/>
              <a:t>Образец заголовка</a:t>
            </a:r>
            <a:endParaRPr kumimoji="0" lang="en-US"/>
          </a:p>
        </p:txBody>
      </p:sp>
      <p:sp>
        <p:nvSpPr>
          <p:cNvPr id="3" name="Вертикальный текст 2"/>
          <p:cNvSpPr>
            <a:spLocks noGrp="1"/>
          </p:cNvSpPr>
          <p:nvPr>
            <p:ph type="body" orient="vert" idx="1"/>
          </p:nvPr>
        </p:nvSpPr>
        <p:spPr>
          <a:xfrm>
            <a:off x="457200" y="274638"/>
            <a:ext cx="6019800" cy="5851525"/>
          </a:xfrm>
        </p:spPr>
        <p:txBody>
          <a:bodyPr vert="eaVert"/>
          <a:lstStyle/>
          <a:p>
            <a:pPr lvl="0" eaLnBrk="1" latinLnBrk="0" hangingPunct="1"/>
            <a:r>
              <a:rPr lang="ru-RU"/>
              <a:t>Образец текста</a:t>
            </a:r>
          </a:p>
          <a:p>
            <a:pPr lvl="1" eaLnBrk="1" latinLnBrk="0" hangingPunct="1"/>
            <a:r>
              <a:rPr lang="ru-RU"/>
              <a:t>Второй уровень</a:t>
            </a:r>
          </a:p>
          <a:p>
            <a:pPr lvl="2" eaLnBrk="1" latinLnBrk="0" hangingPunct="1"/>
            <a:r>
              <a:rPr lang="ru-RU"/>
              <a:t>Третий уровень</a:t>
            </a:r>
          </a:p>
          <a:p>
            <a:pPr lvl="3" eaLnBrk="1" latinLnBrk="0" hangingPunct="1"/>
            <a:r>
              <a:rPr lang="ru-RU"/>
              <a:t>Четвертый уровень</a:t>
            </a:r>
          </a:p>
          <a:p>
            <a:pPr lvl="4" eaLnBrk="1" latinLnBrk="0" hangingPunct="1"/>
            <a:r>
              <a:rPr lang="ru-RU"/>
              <a:t>Пятый уровень</a:t>
            </a:r>
            <a:endParaRPr kumimoji="0" lang="en-US"/>
          </a:p>
        </p:txBody>
      </p:sp>
      <p:sp>
        <p:nvSpPr>
          <p:cNvPr id="4" name="Дата 3"/>
          <p:cNvSpPr>
            <a:spLocks noGrp="1"/>
          </p:cNvSpPr>
          <p:nvPr>
            <p:ph type="dt" sz="half" idx="10"/>
          </p:nvPr>
        </p:nvSpPr>
        <p:spPr/>
        <p:txBody>
          <a:bodyPr/>
          <a:lstStyle/>
          <a:p>
            <a:fld id="{4DD255E1-D4F8-4E89-8EE8-F10A5968D96D}" type="datetime1">
              <a:rPr lang="ru-RU" smtClean="0"/>
              <a:pPr/>
              <a:t>04.09.2024</a:t>
            </a:fld>
            <a:endParaRPr lang="ru-RU" dirty="0"/>
          </a:p>
        </p:txBody>
      </p:sp>
      <p:sp>
        <p:nvSpPr>
          <p:cNvPr id="5" name="Нижний колонтитул 4"/>
          <p:cNvSpPr>
            <a:spLocks noGrp="1"/>
          </p:cNvSpPr>
          <p:nvPr>
            <p:ph type="ftr" sz="quarter" idx="11"/>
          </p:nvPr>
        </p:nvSpPr>
        <p:spPr/>
        <p:txBody>
          <a:bodyPr/>
          <a:lstStyle/>
          <a:p>
            <a:endParaRPr lang="ru-RU" dirty="0"/>
          </a:p>
        </p:txBody>
      </p:sp>
      <p:sp>
        <p:nvSpPr>
          <p:cNvPr id="6" name="Номер слайда 5"/>
          <p:cNvSpPr>
            <a:spLocks noGrp="1"/>
          </p:cNvSpPr>
          <p:nvPr>
            <p:ph type="sldNum" sz="quarter" idx="12"/>
          </p:nvPr>
        </p:nvSpPr>
        <p:spPr/>
        <p:txBody>
          <a:bodyPr/>
          <a:lstStyle/>
          <a:p>
            <a:fld id="{725C68B6-61C2-468F-89AB-4B9F7531AA68}" type="slidenum">
              <a:rPr lang="ru-RU" smtClean="0"/>
              <a:pPr/>
              <a:t>‹#›</a:t>
            </a:fld>
            <a:endParaRPr lang="ru-RU" dirty="0"/>
          </a:p>
        </p:txBody>
      </p:sp>
      <p:sp>
        <p:nvSpPr>
          <p:cNvPr id="7" name="Прямая соединительная линия 6"/>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dirty="0"/>
          </a:p>
        </p:txBody>
      </p:sp>
      <p:sp>
        <p:nvSpPr>
          <p:cNvPr id="8" name="Равнобедренный треугольник 7"/>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9" name="Прямая соединительная линия 8"/>
          <p:cNvSpPr>
            <a:spLocks noChangeShapeType="1"/>
          </p:cNvSpPr>
          <p:nvPr/>
        </p:nvSpPr>
        <p:spPr bwMode="auto">
          <a:xfrm rot="5400000">
            <a:off x="3629607" y="3201952"/>
            <a:ext cx="585216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2" name="Заголовок 21"/>
          <p:cNvSpPr>
            <a:spLocks noGrp="1"/>
          </p:cNvSpPr>
          <p:nvPr>
            <p:ph type="title"/>
          </p:nvPr>
        </p:nvSpPr>
        <p:spPr>
          <a:xfrm>
            <a:off x="457200" y="152400"/>
            <a:ext cx="8229600" cy="990600"/>
          </a:xfrm>
          <a:prstGeom prst="rect">
            <a:avLst/>
          </a:prstGeom>
        </p:spPr>
        <p:txBody>
          <a:bodyPr vert="horz" anchor="b" anchorCtr="0">
            <a:normAutofit/>
          </a:bodyPr>
          <a:lstStyle/>
          <a:p>
            <a:r>
              <a:rPr kumimoji="0" lang="ru-RU"/>
              <a:t>Образец заголовка</a:t>
            </a:r>
            <a:endParaRPr kumimoji="0" lang="en-US"/>
          </a:p>
        </p:txBody>
      </p:sp>
      <p:sp>
        <p:nvSpPr>
          <p:cNvPr id="13" name="Текст 12"/>
          <p:cNvSpPr>
            <a:spLocks noGrp="1"/>
          </p:cNvSpPr>
          <p:nvPr>
            <p:ph type="body" idx="1"/>
          </p:nvPr>
        </p:nvSpPr>
        <p:spPr>
          <a:xfrm>
            <a:off x="457200" y="1219200"/>
            <a:ext cx="8229600" cy="4910328"/>
          </a:xfrm>
          <a:prstGeom prst="rect">
            <a:avLst/>
          </a:prstGeom>
        </p:spPr>
        <p:txBody>
          <a:bodyPr vert="horz">
            <a:normAutofit/>
          </a:bodyPr>
          <a:lstStyle/>
          <a:p>
            <a:pPr lvl="0" eaLnBrk="1" latinLnBrk="0" hangingPunct="1"/>
            <a:r>
              <a:rPr kumimoji="0" lang="ru-RU"/>
              <a:t>Образец текста</a:t>
            </a:r>
          </a:p>
          <a:p>
            <a:pPr lvl="1" eaLnBrk="1" latinLnBrk="0" hangingPunct="1"/>
            <a:r>
              <a:rPr kumimoji="0" lang="ru-RU"/>
              <a:t>Второй уровень</a:t>
            </a:r>
          </a:p>
          <a:p>
            <a:pPr lvl="2" eaLnBrk="1" latinLnBrk="0" hangingPunct="1"/>
            <a:r>
              <a:rPr kumimoji="0" lang="ru-RU"/>
              <a:t>Третий уровень</a:t>
            </a:r>
          </a:p>
          <a:p>
            <a:pPr lvl="3" eaLnBrk="1" latinLnBrk="0" hangingPunct="1"/>
            <a:r>
              <a:rPr kumimoji="0" lang="ru-RU"/>
              <a:t>Четвертый уровень</a:t>
            </a:r>
          </a:p>
          <a:p>
            <a:pPr lvl="4" eaLnBrk="1" latinLnBrk="0" hangingPunct="1"/>
            <a:r>
              <a:rPr kumimoji="0" lang="ru-RU"/>
              <a:t>Пятый уровень</a:t>
            </a:r>
            <a:endParaRPr kumimoji="0" lang="en-US"/>
          </a:p>
        </p:txBody>
      </p:sp>
      <p:sp>
        <p:nvSpPr>
          <p:cNvPr id="14" name="Дата 13"/>
          <p:cNvSpPr>
            <a:spLocks noGrp="1"/>
          </p:cNvSpPr>
          <p:nvPr>
            <p:ph type="dt" sz="half" idx="2"/>
          </p:nvPr>
        </p:nvSpPr>
        <p:spPr>
          <a:xfrm>
            <a:off x="6400800" y="6356350"/>
            <a:ext cx="2289048" cy="365760"/>
          </a:xfrm>
          <a:prstGeom prst="rect">
            <a:avLst/>
          </a:prstGeom>
        </p:spPr>
        <p:txBody>
          <a:bodyPr vert="horz"/>
          <a:lstStyle>
            <a:lvl1pPr algn="l" eaLnBrk="1" latinLnBrk="0" hangingPunct="1">
              <a:defRPr kumimoji="0" sz="1400">
                <a:solidFill>
                  <a:schemeClr val="tx2"/>
                </a:solidFill>
              </a:defRPr>
            </a:lvl1pPr>
          </a:lstStyle>
          <a:p>
            <a:fld id="{4F1C9D63-57E2-46CF-A7F0-CDF2BC021BD9}" type="datetime1">
              <a:rPr lang="ru-RU" smtClean="0"/>
              <a:pPr/>
              <a:t>04.09.2024</a:t>
            </a:fld>
            <a:endParaRPr lang="ru-RU" dirty="0"/>
          </a:p>
        </p:txBody>
      </p:sp>
      <p:sp>
        <p:nvSpPr>
          <p:cNvPr id="3" name="Нижний колонтитул 2"/>
          <p:cNvSpPr>
            <a:spLocks noGrp="1"/>
          </p:cNvSpPr>
          <p:nvPr>
            <p:ph type="ftr" sz="quarter" idx="3"/>
          </p:nvPr>
        </p:nvSpPr>
        <p:spPr>
          <a:xfrm>
            <a:off x="2898648" y="6356350"/>
            <a:ext cx="3505200" cy="365760"/>
          </a:xfrm>
          <a:prstGeom prst="rect">
            <a:avLst/>
          </a:prstGeom>
        </p:spPr>
        <p:txBody>
          <a:bodyPr vert="horz"/>
          <a:lstStyle>
            <a:lvl1pPr algn="r" eaLnBrk="1" latinLnBrk="0" hangingPunct="1">
              <a:defRPr kumimoji="0" sz="1400">
                <a:solidFill>
                  <a:schemeClr val="tx2"/>
                </a:solidFill>
              </a:defRPr>
            </a:lvl1pPr>
          </a:lstStyle>
          <a:p>
            <a:endParaRPr lang="ru-RU" dirty="0"/>
          </a:p>
        </p:txBody>
      </p:sp>
      <p:sp>
        <p:nvSpPr>
          <p:cNvPr id="23" name="Номер слайда 22"/>
          <p:cNvSpPr>
            <a:spLocks noGrp="1"/>
          </p:cNvSpPr>
          <p:nvPr>
            <p:ph type="sldNum" sz="quarter" idx="4"/>
          </p:nvPr>
        </p:nvSpPr>
        <p:spPr>
          <a:xfrm>
            <a:off x="612648" y="6356350"/>
            <a:ext cx="1981200" cy="365760"/>
          </a:xfrm>
          <a:prstGeom prst="rect">
            <a:avLst/>
          </a:prstGeom>
        </p:spPr>
        <p:txBody>
          <a:bodyPr vert="horz"/>
          <a:lstStyle>
            <a:lvl1pPr algn="l" eaLnBrk="1" latinLnBrk="0" hangingPunct="1">
              <a:defRPr kumimoji="0" sz="1400">
                <a:solidFill>
                  <a:schemeClr val="tx2"/>
                </a:solidFill>
              </a:defRPr>
            </a:lvl1pPr>
          </a:lstStyle>
          <a:p>
            <a:fld id="{725C68B6-61C2-468F-89AB-4B9F7531AA68}" type="slidenum">
              <a:rPr lang="ru-RU" smtClean="0"/>
              <a:pPr/>
              <a:t>‹#›</a:t>
            </a:fld>
            <a:endParaRPr lang="ru-RU" dirty="0"/>
          </a:p>
        </p:txBody>
      </p:sp>
      <p:sp>
        <p:nvSpPr>
          <p:cNvPr id="28" name="Прямая соединительная линия 27"/>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dirty="0"/>
          </a:p>
        </p:txBody>
      </p:sp>
      <p:sp>
        <p:nvSpPr>
          <p:cNvPr id="29" name="Прямая соединительная линия 28"/>
          <p:cNvSpPr>
            <a:spLocks noChangeShapeType="1"/>
          </p:cNvSpPr>
          <p:nvPr/>
        </p:nvSpPr>
        <p:spPr bwMode="auto">
          <a:xfrm>
            <a:off x="457200" y="1143000"/>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dirty="0"/>
          </a:p>
        </p:txBody>
      </p:sp>
      <p:sp>
        <p:nvSpPr>
          <p:cNvPr id="10" name="Равнобедренный треугольник 9"/>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Tree>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hf hdr="0" ftr="0" dt="0"/>
  <p:txStyles>
    <p:titleStyle>
      <a:lvl1pPr algn="l" rtl="0" eaLnBrk="1" latinLnBrk="0" hangingPunct="1">
        <a:spcBef>
          <a:spcPct val="0"/>
        </a:spcBef>
        <a:buNone/>
        <a:defRPr kumimoji="0" sz="3200" kern="1200">
          <a:solidFill>
            <a:schemeClr val="tx2"/>
          </a:solidFill>
          <a:latin typeface="+mj-lt"/>
          <a:ea typeface="+mj-ea"/>
          <a:cs typeface="+mj-cs"/>
        </a:defRPr>
      </a:lvl1pPr>
    </p:titleStyle>
    <p:bodyStyle>
      <a:lvl1pPr marL="274320" indent="-274320" algn="l" rtl="0" eaLnBrk="1" latinLnBrk="0" hangingPunct="1">
        <a:spcBef>
          <a:spcPts val="600"/>
        </a:spcBef>
        <a:buClr>
          <a:schemeClr val="accent1"/>
        </a:buClr>
        <a:buSzPct val="76000"/>
        <a:buFont typeface="Wingdings 3"/>
        <a:buChar char=""/>
        <a:defRPr kumimoji="0" sz="2600" kern="1200">
          <a:solidFill>
            <a:schemeClr val="tx1"/>
          </a:solidFill>
          <a:latin typeface="+mn-lt"/>
          <a:ea typeface="+mn-ea"/>
          <a:cs typeface="+mn-cs"/>
        </a:defRPr>
      </a:lvl1pPr>
      <a:lvl2pPr marL="548640" indent="-274320" algn="l" rtl="0" eaLnBrk="1" latinLnBrk="0" hangingPunct="1">
        <a:spcBef>
          <a:spcPts val="500"/>
        </a:spcBef>
        <a:buClr>
          <a:schemeClr val="accent2"/>
        </a:buClr>
        <a:buSzPct val="76000"/>
        <a:buFont typeface="Wingdings 3"/>
        <a:buChar char=""/>
        <a:defRPr kumimoji="0" sz="2300" kern="1200">
          <a:solidFill>
            <a:schemeClr val="tx2"/>
          </a:solidFill>
          <a:latin typeface="+mn-lt"/>
          <a:ea typeface="+mn-ea"/>
          <a:cs typeface="+mn-cs"/>
        </a:defRPr>
      </a:lvl2pPr>
      <a:lvl3pPr marL="822960" indent="-228600" algn="l" rtl="0" eaLnBrk="1" latinLnBrk="0" hangingPunct="1">
        <a:spcBef>
          <a:spcPts val="500"/>
        </a:spcBef>
        <a:buClr>
          <a:schemeClr val="bg1">
            <a:shade val="50000"/>
          </a:schemeClr>
        </a:buClr>
        <a:buSzPct val="76000"/>
        <a:buFont typeface="Wingdings 3"/>
        <a:buChar char=""/>
        <a:defRPr kumimoji="0" sz="2000" kern="1200">
          <a:solidFill>
            <a:schemeClr val="tx1"/>
          </a:solidFill>
          <a:latin typeface="+mn-lt"/>
          <a:ea typeface="+mn-ea"/>
          <a:cs typeface="+mn-cs"/>
        </a:defRPr>
      </a:lvl3pPr>
      <a:lvl4pPr marL="1097280" indent="-228600" algn="l" rtl="0" eaLnBrk="1" latinLnBrk="0" hangingPunct="1">
        <a:spcBef>
          <a:spcPts val="400"/>
        </a:spcBef>
        <a:buClr>
          <a:schemeClr val="accent2">
            <a:shade val="75000"/>
          </a:schemeClr>
        </a:buClr>
        <a:buSzPct val="70000"/>
        <a:buFont typeface="Wingdings"/>
        <a:buChar char=""/>
        <a:defRPr kumimoji="0" sz="1800" kern="1200">
          <a:solidFill>
            <a:schemeClr val="tx1"/>
          </a:solidFill>
          <a:latin typeface="+mn-lt"/>
          <a:ea typeface="+mn-ea"/>
          <a:cs typeface="+mn-cs"/>
        </a:defRPr>
      </a:lvl4pPr>
      <a:lvl5pPr marL="1371600" indent="-228600" algn="l" rtl="0" eaLnBrk="1" latinLnBrk="0" hangingPunct="1">
        <a:spcBef>
          <a:spcPts val="300"/>
        </a:spcBef>
        <a:buClr>
          <a:schemeClr val="accent2"/>
        </a:buClr>
        <a:buSzPct val="70000"/>
        <a:buFont typeface="Wingdings"/>
        <a:buChar char=""/>
        <a:defRPr kumimoji="0" sz="1600" kern="1200">
          <a:solidFill>
            <a:schemeClr val="tx1"/>
          </a:solidFill>
          <a:latin typeface="+mn-lt"/>
          <a:ea typeface="+mn-ea"/>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www.cibf.edu.au/searching-for-brain-signatures-of-psychiatric-disorders-for-better-diagnosis" TargetMode="External"/><Relationship Id="rId2" Type="http://schemas.openxmlformats.org/officeDocument/2006/relationships/image" Target="../media/image2.jpeg"/><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6.jpe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8.jpe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7.xml"/><Relationship Id="rId1" Type="http://schemas.openxmlformats.org/officeDocument/2006/relationships/slideLayout" Target="../slideLayouts/slideLayout2.xml"/><Relationship Id="rId5" Type="http://schemas.openxmlformats.org/officeDocument/2006/relationships/image" Target="../media/image12.jpeg"/><Relationship Id="rId4" Type="http://schemas.openxmlformats.org/officeDocument/2006/relationships/image" Target="../media/image11.gif"/></Relationships>
</file>

<file path=ppt/slides/_rels/slide9.xml.rels><?xml version="1.0" encoding="UTF-8" standalone="yes"?>
<Relationships xmlns="http://schemas.openxmlformats.org/package/2006/relationships"><Relationship Id="rId8" Type="http://schemas.openxmlformats.org/officeDocument/2006/relationships/image" Target="../media/image18.png"/><Relationship Id="rId3" Type="http://schemas.openxmlformats.org/officeDocument/2006/relationships/image" Target="../media/image13.png"/><Relationship Id="rId7" Type="http://schemas.openxmlformats.org/officeDocument/2006/relationships/image" Target="../media/image17.png"/><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16.png"/><Relationship Id="rId5" Type="http://schemas.openxmlformats.org/officeDocument/2006/relationships/image" Target="../media/image15.jpeg"/><Relationship Id="rId4" Type="http://schemas.openxmlformats.org/officeDocument/2006/relationships/image" Target="../media/image14.jpeg"/><Relationship Id="rId9" Type="http://schemas.openxmlformats.org/officeDocument/2006/relationships/image" Target="../media/image19.jpeg"/></Relationships>
</file>

<file path=ppt/slides/_rels/slide10.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22.jpe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24.jpe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Рисунок 5">
            <a:extLst>
              <a:ext uri="{FF2B5EF4-FFF2-40B4-BE49-F238E27FC236}">
                <a16:creationId xmlns:a16="http://schemas.microsoft.com/office/drawing/2014/main" id="{F1F102EC-046D-4612-BAA2-F4EF16CACD7F}"/>
              </a:ext>
            </a:extLst>
          </p:cNvPr>
          <p:cNvPicPr>
            <a:picLocks noChangeAspect="1"/>
          </p:cNvPicPr>
          <p:nvPr/>
        </p:nvPicPr>
        <p:blipFill rotWithShape="1">
          <a:blip r:embed="rId2" cstate="print">
            <a:extLst>
              <a:ext uri="{28A0092B-C50C-407E-A947-70E740481C1C}">
                <a14:useLocalDpi xmlns:a14="http://schemas.microsoft.com/office/drawing/2010/main" val="0"/>
              </a:ext>
              <a:ext uri="{837473B0-CC2E-450A-ABE3-18F120FF3D39}">
                <a1611:picAttrSrcUrl xmlns:a1611="http://schemas.microsoft.com/office/drawing/2016/11/main" r:id="rId3"/>
              </a:ext>
            </a:extLst>
          </a:blip>
          <a:srcRect b="13860"/>
          <a:stretch/>
        </p:blipFill>
        <p:spPr>
          <a:xfrm>
            <a:off x="3563888" y="3572"/>
            <a:ext cx="5580112" cy="3636000"/>
          </a:xfrm>
          <a:prstGeom prst="rect">
            <a:avLst/>
          </a:prstGeom>
        </p:spPr>
      </p:pic>
      <p:sp>
        <p:nvSpPr>
          <p:cNvPr id="3" name="Подзаголовок 2"/>
          <p:cNvSpPr>
            <a:spLocks noGrp="1"/>
          </p:cNvSpPr>
          <p:nvPr>
            <p:ph type="subTitle" idx="1"/>
          </p:nvPr>
        </p:nvSpPr>
        <p:spPr/>
        <p:txBody>
          <a:bodyPr/>
          <a:lstStyle/>
          <a:p>
            <a:r>
              <a:rPr lang="ru-RU" dirty="0"/>
              <a:t>Профессор Игорь </a:t>
            </a:r>
            <a:r>
              <a:rPr lang="ru-RU"/>
              <a:t>Александрович Бессмертный</a:t>
            </a:r>
            <a:endParaRPr lang="ru-RU" dirty="0"/>
          </a:p>
        </p:txBody>
      </p:sp>
      <p:sp>
        <p:nvSpPr>
          <p:cNvPr id="4" name="Номер слайда 3"/>
          <p:cNvSpPr>
            <a:spLocks noGrp="1"/>
          </p:cNvSpPr>
          <p:nvPr>
            <p:ph type="sldNum" sz="quarter" idx="12"/>
          </p:nvPr>
        </p:nvSpPr>
        <p:spPr/>
        <p:txBody>
          <a:bodyPr/>
          <a:lstStyle/>
          <a:p>
            <a:fld id="{725C68B6-61C2-468F-89AB-4B9F7531AA68}" type="slidenum">
              <a:rPr lang="ru-RU" smtClean="0"/>
              <a:pPr/>
              <a:t>1</a:t>
            </a:fld>
            <a:endParaRPr lang="ru-RU" dirty="0"/>
          </a:p>
        </p:txBody>
      </p:sp>
      <p:pic>
        <p:nvPicPr>
          <p:cNvPr id="8" name="Рисунок 7">
            <a:extLst>
              <a:ext uri="{FF2B5EF4-FFF2-40B4-BE49-F238E27FC236}">
                <a16:creationId xmlns:a16="http://schemas.microsoft.com/office/drawing/2014/main" id="{02BA6FD6-8485-937D-9605-7F9328168BC4}"/>
              </a:ext>
            </a:extLst>
          </p:cNvPr>
          <p:cNvPicPr>
            <a:picLocks noChangeAspect="1"/>
          </p:cNvPicPr>
          <p:nvPr/>
        </p:nvPicPr>
        <p:blipFill>
          <a:blip r:embed="rId4"/>
          <a:stretch>
            <a:fillRect/>
          </a:stretch>
        </p:blipFill>
        <p:spPr>
          <a:xfrm>
            <a:off x="179512" y="140732"/>
            <a:ext cx="2400300" cy="857250"/>
          </a:xfrm>
          <a:prstGeom prst="rect">
            <a:avLst/>
          </a:prstGeom>
        </p:spPr>
      </p:pic>
      <p:sp>
        <p:nvSpPr>
          <p:cNvPr id="2" name="Заголовок 1"/>
          <p:cNvSpPr>
            <a:spLocks noGrp="1"/>
          </p:cNvSpPr>
          <p:nvPr>
            <p:ph type="ctrTitle"/>
          </p:nvPr>
        </p:nvSpPr>
        <p:spPr>
          <a:xfrm>
            <a:off x="1143000" y="3639572"/>
            <a:ext cx="6858000" cy="990600"/>
          </a:xfrm>
        </p:spPr>
        <p:txBody>
          <a:bodyPr>
            <a:normAutofit fontScale="90000"/>
          </a:bodyPr>
          <a:lstStyle/>
          <a:p>
            <a:r>
              <a:rPr lang="ru-RU" sz="4300" b="1" dirty="0"/>
              <a:t>Искусственный интеллект</a:t>
            </a:r>
            <a:r>
              <a:rPr lang="en-US" sz="4300" b="1" dirty="0"/>
              <a:t>: </a:t>
            </a:r>
            <a:r>
              <a:rPr lang="ru-RU" sz="4300" b="1" dirty="0"/>
              <a:t>История</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31060" y="404664"/>
            <a:ext cx="8686800" cy="504056"/>
          </a:xfrm>
        </p:spPr>
        <p:txBody>
          <a:bodyPr>
            <a:noAutofit/>
          </a:bodyPr>
          <a:lstStyle/>
          <a:p>
            <a:r>
              <a:rPr lang="ru-RU" sz="3600" b="1" dirty="0">
                <a:solidFill>
                  <a:srgbClr val="002060"/>
                </a:solidFill>
              </a:rPr>
              <a:t>АНТИЧНОСТЬ</a:t>
            </a:r>
          </a:p>
        </p:txBody>
      </p:sp>
      <p:sp>
        <p:nvSpPr>
          <p:cNvPr id="4" name="Номер слайда 3"/>
          <p:cNvSpPr>
            <a:spLocks noGrp="1"/>
          </p:cNvSpPr>
          <p:nvPr>
            <p:ph type="sldNum" sz="quarter" idx="12"/>
          </p:nvPr>
        </p:nvSpPr>
        <p:spPr>
          <a:xfrm>
            <a:off x="6804248" y="6237312"/>
            <a:ext cx="2133600" cy="365125"/>
          </a:xfrm>
        </p:spPr>
        <p:txBody>
          <a:bodyPr/>
          <a:lstStyle/>
          <a:p>
            <a:pPr algn="r"/>
            <a:fld id="{725C68B6-61C2-468F-89AB-4B9F7531AA68}" type="slidenum">
              <a:rPr lang="ru-RU" sz="1600" b="1" smtClean="0">
                <a:solidFill>
                  <a:schemeClr val="tx1"/>
                </a:solidFill>
                <a:latin typeface="Arial" pitchFamily="34" charset="0"/>
                <a:cs typeface="Arial" pitchFamily="34" charset="0"/>
              </a:rPr>
              <a:pPr algn="r"/>
              <a:t>2</a:t>
            </a:fld>
            <a:endParaRPr lang="ru-RU" sz="1600" b="1" dirty="0">
              <a:solidFill>
                <a:schemeClr val="tx1"/>
              </a:solidFill>
              <a:latin typeface="Arial" pitchFamily="34" charset="0"/>
              <a:cs typeface="Arial" pitchFamily="34" charset="0"/>
            </a:endParaRPr>
          </a:p>
        </p:txBody>
      </p:sp>
      <p:sp>
        <p:nvSpPr>
          <p:cNvPr id="53" name="Содержимое 52"/>
          <p:cNvSpPr>
            <a:spLocks noGrp="1"/>
          </p:cNvSpPr>
          <p:nvPr>
            <p:ph sz="quarter" idx="1"/>
          </p:nvPr>
        </p:nvSpPr>
        <p:spPr>
          <a:xfrm>
            <a:off x="251520" y="1196752"/>
            <a:ext cx="7794276" cy="3220540"/>
          </a:xfrm>
        </p:spPr>
        <p:txBody>
          <a:bodyPr>
            <a:noAutofit/>
          </a:bodyPr>
          <a:lstStyle/>
          <a:p>
            <a:pPr marL="0" indent="0">
              <a:buNone/>
            </a:pPr>
            <a:r>
              <a:rPr lang="ru-RU" sz="2400" dirty="0"/>
              <a:t>Афинская община –&gt; демократия –&gt; необходимость убеждать -&gt; ораторское искусство -&gt; логика</a:t>
            </a:r>
          </a:p>
          <a:p>
            <a:pPr marL="0" indent="0">
              <a:buNone/>
            </a:pPr>
            <a:r>
              <a:rPr lang="ru-RU" sz="2400" dirty="0"/>
              <a:t> </a:t>
            </a:r>
            <a:r>
              <a:rPr lang="en-US" sz="2400" dirty="0"/>
              <a:t> </a:t>
            </a:r>
            <a:endParaRPr lang="ru-RU" sz="2400" dirty="0"/>
          </a:p>
          <a:p>
            <a:pPr marL="0" indent="0">
              <a:buNone/>
            </a:pPr>
            <a:endParaRPr lang="ru-RU" sz="2400" dirty="0"/>
          </a:p>
          <a:p>
            <a:pPr marL="0" indent="0">
              <a:buNone/>
            </a:pPr>
            <a:r>
              <a:rPr lang="ru-RU" sz="2400" dirty="0" err="1"/>
              <a:t>Cиллогизмы</a:t>
            </a:r>
            <a:r>
              <a:rPr lang="ru-RU" sz="2400" dirty="0"/>
              <a:t> Аристотеля:</a:t>
            </a:r>
          </a:p>
          <a:p>
            <a:pPr marL="0" indent="0">
              <a:buNone/>
            </a:pPr>
            <a:r>
              <a:rPr lang="ru-RU" sz="2400" dirty="0"/>
              <a:t>Все люди смертны </a:t>
            </a:r>
            <a:br>
              <a:rPr lang="ru-RU" sz="2400" dirty="0"/>
            </a:br>
            <a:r>
              <a:rPr lang="ru-RU" sz="2400" dirty="0"/>
              <a:t>Сократ – человек </a:t>
            </a:r>
            <a:br>
              <a:rPr lang="ru-RU" sz="2400" dirty="0"/>
            </a:br>
            <a:r>
              <a:rPr lang="ru-RU" sz="2400" dirty="0"/>
              <a:t>Следовательно: Сократ смертен.</a:t>
            </a:r>
          </a:p>
          <a:p>
            <a:endParaRPr lang="ru-RU" sz="2400" dirty="0"/>
          </a:p>
        </p:txBody>
      </p:sp>
      <p:pic>
        <p:nvPicPr>
          <p:cNvPr id="8" name="Picture 2" descr="Аристотель ">
            <a:extLst>
              <a:ext uri="{FF2B5EF4-FFF2-40B4-BE49-F238E27FC236}">
                <a16:creationId xmlns:a16="http://schemas.microsoft.com/office/drawing/2014/main" id="{E4BBDAFF-7FAB-5353-F5EA-D085E1EB2287}"/>
              </a:ext>
            </a:extLst>
          </p:cNvPr>
          <p:cNvPicPr>
            <a:picLocks noChangeAspect="1" noChangeArrowheads="1"/>
          </p:cNvPicPr>
          <p:nvPr/>
        </p:nvPicPr>
        <p:blipFill>
          <a:blip r:embed="rId3" cstate="print"/>
          <a:srcRect/>
          <a:stretch>
            <a:fillRect/>
          </a:stretch>
        </p:blipFill>
        <p:spPr bwMode="auto">
          <a:xfrm>
            <a:off x="6516216" y="2612685"/>
            <a:ext cx="2010827" cy="2714617"/>
          </a:xfrm>
          <a:prstGeom prst="rect">
            <a:avLst/>
          </a:prstGeom>
          <a:noFill/>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3">
                                            <p:txEl>
                                              <p:pRg st="0" end="0"/>
                                            </p:txEl>
                                          </p:spTgt>
                                        </p:tgtEl>
                                        <p:attrNameLst>
                                          <p:attrName>style.visibility</p:attrName>
                                        </p:attrNameLst>
                                      </p:cBhvr>
                                      <p:to>
                                        <p:strVal val="visible"/>
                                      </p:to>
                                    </p:set>
                                    <p:anim calcmode="lin" valueType="num">
                                      <p:cBhvr additive="base">
                                        <p:cTn id="7" dur="500" fill="hold"/>
                                        <p:tgtEl>
                                          <p:spTgt spid="5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53">
                                            <p:txEl>
                                              <p:pRg st="1" end="1"/>
                                            </p:txEl>
                                          </p:spTgt>
                                        </p:tgtEl>
                                        <p:attrNameLst>
                                          <p:attrName>style.visibility</p:attrName>
                                        </p:attrNameLst>
                                      </p:cBhvr>
                                      <p:to>
                                        <p:strVal val="visible"/>
                                      </p:to>
                                    </p:set>
                                    <p:anim calcmode="lin" valueType="num">
                                      <p:cBhvr additive="base">
                                        <p:cTn id="13" dur="500" fill="hold"/>
                                        <p:tgtEl>
                                          <p:spTgt spid="5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53">
                                            <p:txEl>
                                              <p:pRg st="1" end="1"/>
                                            </p:txEl>
                                          </p:spTgt>
                                        </p:tgtEl>
                                        <p:attrNameLst>
                                          <p:attrName>ppt_y</p:attrName>
                                        </p:attrNameLst>
                                      </p:cBhvr>
                                      <p:tavLst>
                                        <p:tav tm="0">
                                          <p:val>
                                            <p:strVal val="1+#ppt_h/2"/>
                                          </p:val>
                                        </p:tav>
                                        <p:tav tm="100000">
                                          <p:val>
                                            <p:strVal val="#ppt_y"/>
                                          </p:val>
                                        </p:tav>
                                      </p:tavLst>
                                    </p:anim>
                                  </p:childTnLst>
                                </p:cTn>
                              </p:par>
                              <p:par>
                                <p:cTn id="15" presetID="53" presetClass="entr" presetSubtype="0" fill="hold" nodeType="withEffect">
                                  <p:stCondLst>
                                    <p:cond delay="0"/>
                                  </p:stCondLst>
                                  <p:childTnLst>
                                    <p:set>
                                      <p:cBhvr>
                                        <p:cTn id="16" dur="1" fill="hold">
                                          <p:stCondLst>
                                            <p:cond delay="0"/>
                                          </p:stCondLst>
                                        </p:cTn>
                                        <p:tgtEl>
                                          <p:spTgt spid="8"/>
                                        </p:tgtEl>
                                        <p:attrNameLst>
                                          <p:attrName>style.visibility</p:attrName>
                                        </p:attrNameLst>
                                      </p:cBhvr>
                                      <p:to>
                                        <p:strVal val="visible"/>
                                      </p:to>
                                    </p:set>
                                    <p:anim calcmode="lin" valueType="num">
                                      <p:cBhvr>
                                        <p:cTn id="17" dur="500" fill="hold"/>
                                        <p:tgtEl>
                                          <p:spTgt spid="8"/>
                                        </p:tgtEl>
                                        <p:attrNameLst>
                                          <p:attrName>ppt_w</p:attrName>
                                        </p:attrNameLst>
                                      </p:cBhvr>
                                      <p:tavLst>
                                        <p:tav tm="0">
                                          <p:val>
                                            <p:fltVal val="0"/>
                                          </p:val>
                                        </p:tav>
                                        <p:tav tm="100000">
                                          <p:val>
                                            <p:strVal val="#ppt_w"/>
                                          </p:val>
                                        </p:tav>
                                      </p:tavLst>
                                    </p:anim>
                                    <p:anim calcmode="lin" valueType="num">
                                      <p:cBhvr>
                                        <p:cTn id="18" dur="500" fill="hold"/>
                                        <p:tgtEl>
                                          <p:spTgt spid="8"/>
                                        </p:tgtEl>
                                        <p:attrNameLst>
                                          <p:attrName>ppt_h</p:attrName>
                                        </p:attrNameLst>
                                      </p:cBhvr>
                                      <p:tavLst>
                                        <p:tav tm="0">
                                          <p:val>
                                            <p:fltVal val="0"/>
                                          </p:val>
                                        </p:tav>
                                        <p:tav tm="100000">
                                          <p:val>
                                            <p:strVal val="#ppt_h"/>
                                          </p:val>
                                        </p:tav>
                                      </p:tavLst>
                                    </p:anim>
                                    <p:animEffect transition="in" filter="fade">
                                      <p:cBhvr>
                                        <p:cTn id="19"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31060" y="404664"/>
            <a:ext cx="8686800" cy="504056"/>
          </a:xfrm>
        </p:spPr>
        <p:txBody>
          <a:bodyPr>
            <a:noAutofit/>
          </a:bodyPr>
          <a:lstStyle/>
          <a:p>
            <a:r>
              <a:rPr lang="ru-RU" sz="3600" b="1" dirty="0">
                <a:solidFill>
                  <a:srgbClr val="002060"/>
                </a:solidFill>
              </a:rPr>
              <a:t>СРЕДНЕВЕКОВЬЕ</a:t>
            </a:r>
          </a:p>
        </p:txBody>
      </p:sp>
      <p:sp>
        <p:nvSpPr>
          <p:cNvPr id="4" name="Номер слайда 3"/>
          <p:cNvSpPr>
            <a:spLocks noGrp="1"/>
          </p:cNvSpPr>
          <p:nvPr>
            <p:ph type="sldNum" sz="quarter" idx="12"/>
          </p:nvPr>
        </p:nvSpPr>
        <p:spPr>
          <a:xfrm>
            <a:off x="6804248" y="6237312"/>
            <a:ext cx="2133600" cy="365125"/>
          </a:xfrm>
        </p:spPr>
        <p:txBody>
          <a:bodyPr/>
          <a:lstStyle/>
          <a:p>
            <a:pPr algn="r"/>
            <a:fld id="{725C68B6-61C2-468F-89AB-4B9F7531AA68}" type="slidenum">
              <a:rPr lang="ru-RU" sz="1600" b="1" smtClean="0">
                <a:solidFill>
                  <a:schemeClr val="tx1"/>
                </a:solidFill>
                <a:latin typeface="Arial" pitchFamily="34" charset="0"/>
                <a:cs typeface="Arial" pitchFamily="34" charset="0"/>
              </a:rPr>
              <a:pPr algn="r"/>
              <a:t>3</a:t>
            </a:fld>
            <a:endParaRPr lang="ru-RU" sz="1600" b="1" dirty="0">
              <a:solidFill>
                <a:schemeClr val="tx1"/>
              </a:solidFill>
              <a:latin typeface="Arial" pitchFamily="34" charset="0"/>
              <a:cs typeface="Arial" pitchFamily="34" charset="0"/>
            </a:endParaRPr>
          </a:p>
        </p:txBody>
      </p:sp>
      <p:sp>
        <p:nvSpPr>
          <p:cNvPr id="53" name="Содержимое 52"/>
          <p:cNvSpPr>
            <a:spLocks noGrp="1"/>
          </p:cNvSpPr>
          <p:nvPr>
            <p:ph sz="quarter" idx="1"/>
          </p:nvPr>
        </p:nvSpPr>
        <p:spPr>
          <a:xfrm>
            <a:off x="251520" y="1196752"/>
            <a:ext cx="7771994" cy="3528392"/>
          </a:xfrm>
        </p:spPr>
        <p:txBody>
          <a:bodyPr>
            <a:noAutofit/>
          </a:bodyPr>
          <a:lstStyle/>
          <a:p>
            <a:pPr marL="0" indent="0">
              <a:buNone/>
            </a:pPr>
            <a:r>
              <a:rPr lang="ru-RU" sz="2400" dirty="0"/>
              <a:t>Раймонд </a:t>
            </a:r>
            <a:r>
              <a:rPr lang="ru-RU" sz="2400" dirty="0" err="1"/>
              <a:t>Луллий</a:t>
            </a:r>
            <a:r>
              <a:rPr lang="ru-RU" sz="2400" dirty="0"/>
              <a:t> 1235 - 1315, логическая</a:t>
            </a:r>
          </a:p>
          <a:p>
            <a:pPr marL="0" indent="0">
              <a:buNone/>
            </a:pPr>
            <a:r>
              <a:rPr lang="ru-RU" sz="2400" dirty="0"/>
              <a:t>машина на основе комбинаторики </a:t>
            </a:r>
          </a:p>
          <a:p>
            <a:pPr marL="0" indent="0">
              <a:buNone/>
            </a:pPr>
            <a:r>
              <a:rPr lang="ru-RU" sz="2400" dirty="0"/>
              <a:t>понятий. А усовершенствовал ее </a:t>
            </a:r>
          </a:p>
          <a:p>
            <a:pPr marL="0" indent="0">
              <a:buNone/>
            </a:pPr>
            <a:r>
              <a:rPr lang="ru-RU" sz="2400" dirty="0"/>
              <a:t>Джордано Бруно.</a:t>
            </a:r>
          </a:p>
          <a:p>
            <a:pPr marL="0" indent="0">
              <a:buNone/>
            </a:pPr>
            <a:endParaRPr lang="ru-RU" sz="2400" dirty="0"/>
          </a:p>
          <a:p>
            <a:pPr marL="0" indent="0">
              <a:buNone/>
            </a:pPr>
            <a:endParaRPr lang="ru-RU" sz="2400" dirty="0"/>
          </a:p>
          <a:p>
            <a:pPr marL="0" indent="0">
              <a:buNone/>
            </a:pPr>
            <a:r>
              <a:rPr lang="ru-RU" sz="2400" dirty="0" err="1"/>
              <a:t>Блёз</a:t>
            </a:r>
            <a:r>
              <a:rPr lang="ru-RU" sz="2400" dirty="0"/>
              <a:t> Паскаль. Суммирующая машина </a:t>
            </a:r>
            <a:r>
              <a:rPr lang="ru-RU" sz="2400" dirty="0" err="1"/>
              <a:t>Паскалина</a:t>
            </a:r>
            <a:r>
              <a:rPr lang="ru-RU" sz="2400" dirty="0"/>
              <a:t>, 1642г.</a:t>
            </a:r>
          </a:p>
          <a:p>
            <a:pPr marL="0" indent="0">
              <a:buNone/>
            </a:pPr>
            <a:endParaRPr lang="ru-RU" sz="2400" dirty="0"/>
          </a:p>
          <a:p>
            <a:pPr marL="0" indent="0">
              <a:buNone/>
            </a:pPr>
            <a:endParaRPr lang="ru-RU" sz="2400" dirty="0"/>
          </a:p>
          <a:p>
            <a:endParaRPr lang="ru-RU" sz="2400" dirty="0"/>
          </a:p>
        </p:txBody>
      </p:sp>
      <p:pic>
        <p:nvPicPr>
          <p:cNvPr id="8194" name="Picture 2">
            <a:extLst>
              <a:ext uri="{FF2B5EF4-FFF2-40B4-BE49-F238E27FC236}">
                <a16:creationId xmlns:a16="http://schemas.microsoft.com/office/drawing/2014/main" id="{23DAA2F1-575E-F092-B05A-02856A591C7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87824" y="4581128"/>
            <a:ext cx="2376264" cy="1584176"/>
          </a:xfrm>
          <a:prstGeom prst="rect">
            <a:avLst/>
          </a:prstGeom>
          <a:noFill/>
          <a:extLst>
            <a:ext uri="{909E8E84-426E-40DD-AFC4-6F175D3DCCD1}">
              <a14:hiddenFill xmlns:a14="http://schemas.microsoft.com/office/drawing/2010/main">
                <a:solidFill>
                  <a:srgbClr val="FFFFFF"/>
                </a:solidFill>
              </a14:hiddenFill>
            </a:ext>
          </a:extLst>
        </p:spPr>
      </p:pic>
      <p:pic>
        <p:nvPicPr>
          <p:cNvPr id="8198" name="Picture 6" descr="Логическая машина Раймонда Луллия Творчество, Наука, Комбинация, Комбинаторика, Логика, Изобретения, Морфология, Средневековье, Ноу-хау, Видео, YouTube, Длиннопост">
            <a:extLst>
              <a:ext uri="{FF2B5EF4-FFF2-40B4-BE49-F238E27FC236}">
                <a16:creationId xmlns:a16="http://schemas.microsoft.com/office/drawing/2014/main" id="{B6EE32C2-06ED-51D6-F766-3E86D65AB02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828760" y="1268760"/>
            <a:ext cx="3063720" cy="245097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3647619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31060" y="404664"/>
            <a:ext cx="8686800" cy="504056"/>
          </a:xfrm>
        </p:spPr>
        <p:txBody>
          <a:bodyPr>
            <a:noAutofit/>
          </a:bodyPr>
          <a:lstStyle/>
          <a:p>
            <a:r>
              <a:rPr lang="ru-RU" sz="3600" b="1" dirty="0">
                <a:solidFill>
                  <a:srgbClr val="002060"/>
                </a:solidFill>
              </a:rPr>
              <a:t>О КОМБИНАТОРИКЕ ПОНЯТИЙ…</a:t>
            </a:r>
          </a:p>
        </p:txBody>
      </p:sp>
      <p:sp>
        <p:nvSpPr>
          <p:cNvPr id="4" name="Номер слайда 3"/>
          <p:cNvSpPr>
            <a:spLocks noGrp="1"/>
          </p:cNvSpPr>
          <p:nvPr>
            <p:ph type="sldNum" sz="quarter" idx="12"/>
          </p:nvPr>
        </p:nvSpPr>
        <p:spPr>
          <a:xfrm>
            <a:off x="6804248" y="6237312"/>
            <a:ext cx="2133600" cy="365125"/>
          </a:xfrm>
        </p:spPr>
        <p:txBody>
          <a:bodyPr/>
          <a:lstStyle/>
          <a:p>
            <a:pPr algn="r"/>
            <a:fld id="{725C68B6-61C2-468F-89AB-4B9F7531AA68}" type="slidenum">
              <a:rPr lang="ru-RU" sz="1600" b="1" smtClean="0">
                <a:solidFill>
                  <a:schemeClr val="tx1"/>
                </a:solidFill>
                <a:latin typeface="Arial" pitchFamily="34" charset="0"/>
                <a:cs typeface="Arial" pitchFamily="34" charset="0"/>
              </a:rPr>
              <a:pPr algn="r"/>
              <a:t>4</a:t>
            </a:fld>
            <a:endParaRPr lang="ru-RU" sz="1600" b="1" dirty="0">
              <a:solidFill>
                <a:schemeClr val="tx1"/>
              </a:solidFill>
              <a:latin typeface="Arial" pitchFamily="34" charset="0"/>
              <a:cs typeface="Arial" pitchFamily="34" charset="0"/>
            </a:endParaRPr>
          </a:p>
        </p:txBody>
      </p:sp>
      <p:graphicFrame>
        <p:nvGraphicFramePr>
          <p:cNvPr id="3" name="Таблица 2">
            <a:extLst>
              <a:ext uri="{FF2B5EF4-FFF2-40B4-BE49-F238E27FC236}">
                <a16:creationId xmlns:a16="http://schemas.microsoft.com/office/drawing/2014/main" id="{75853230-BE7B-F66C-C491-016EB35CAFA1}"/>
              </a:ext>
            </a:extLst>
          </p:cNvPr>
          <p:cNvGraphicFramePr>
            <a:graphicFrameLocks noGrp="1"/>
          </p:cNvGraphicFramePr>
          <p:nvPr>
            <p:extLst>
              <p:ext uri="{D42A27DB-BD31-4B8C-83A1-F6EECF244321}">
                <p14:modId xmlns:p14="http://schemas.microsoft.com/office/powerpoint/2010/main" val="4042498104"/>
              </p:ext>
            </p:extLst>
          </p:nvPr>
        </p:nvGraphicFramePr>
        <p:xfrm>
          <a:off x="323528" y="1196752"/>
          <a:ext cx="7992890" cy="3881120"/>
        </p:xfrm>
        <a:graphic>
          <a:graphicData uri="http://schemas.openxmlformats.org/drawingml/2006/table">
            <a:tbl>
              <a:tblPr firstRow="1" bandRow="1">
                <a:tableStyleId>{5C22544A-7EE6-4342-B048-85BDC9FD1C3A}</a:tableStyleId>
              </a:tblPr>
              <a:tblGrid>
                <a:gridCol w="1598578">
                  <a:extLst>
                    <a:ext uri="{9D8B030D-6E8A-4147-A177-3AD203B41FA5}">
                      <a16:colId xmlns:a16="http://schemas.microsoft.com/office/drawing/2014/main" val="3746370325"/>
                    </a:ext>
                  </a:extLst>
                </a:gridCol>
                <a:gridCol w="1598578">
                  <a:extLst>
                    <a:ext uri="{9D8B030D-6E8A-4147-A177-3AD203B41FA5}">
                      <a16:colId xmlns:a16="http://schemas.microsoft.com/office/drawing/2014/main" val="1257965185"/>
                    </a:ext>
                  </a:extLst>
                </a:gridCol>
                <a:gridCol w="1598578">
                  <a:extLst>
                    <a:ext uri="{9D8B030D-6E8A-4147-A177-3AD203B41FA5}">
                      <a16:colId xmlns:a16="http://schemas.microsoft.com/office/drawing/2014/main" val="2669290376"/>
                    </a:ext>
                  </a:extLst>
                </a:gridCol>
                <a:gridCol w="1598578">
                  <a:extLst>
                    <a:ext uri="{9D8B030D-6E8A-4147-A177-3AD203B41FA5}">
                      <a16:colId xmlns:a16="http://schemas.microsoft.com/office/drawing/2014/main" val="3896660406"/>
                    </a:ext>
                  </a:extLst>
                </a:gridCol>
                <a:gridCol w="1598578">
                  <a:extLst>
                    <a:ext uri="{9D8B030D-6E8A-4147-A177-3AD203B41FA5}">
                      <a16:colId xmlns:a16="http://schemas.microsoft.com/office/drawing/2014/main" val="4086672462"/>
                    </a:ext>
                  </a:extLst>
                </a:gridCol>
              </a:tblGrid>
              <a:tr h="370840">
                <a:tc>
                  <a:txBody>
                    <a:bodyPr/>
                    <a:lstStyle/>
                    <a:p>
                      <a:r>
                        <a:rPr lang="ru-RU" sz="1000" dirty="0"/>
                        <a:t>Существительные</a:t>
                      </a:r>
                    </a:p>
                  </a:txBody>
                  <a:tcPr/>
                </a:tc>
                <a:tc>
                  <a:txBody>
                    <a:bodyPr/>
                    <a:lstStyle/>
                    <a:p>
                      <a:r>
                        <a:rPr lang="ru-RU" sz="1000" dirty="0"/>
                        <a:t>Прилагательные </a:t>
                      </a:r>
                    </a:p>
                  </a:txBody>
                  <a:tcPr/>
                </a:tc>
                <a:tc>
                  <a:txBody>
                    <a:bodyPr/>
                    <a:lstStyle/>
                    <a:p>
                      <a:r>
                        <a:rPr lang="ru-RU" sz="1000" dirty="0"/>
                        <a:t>Глаголы </a:t>
                      </a:r>
                    </a:p>
                  </a:txBody>
                  <a:tcPr/>
                </a:tc>
                <a:tc>
                  <a:txBody>
                    <a:bodyPr/>
                    <a:lstStyle/>
                    <a:p>
                      <a:r>
                        <a:rPr lang="ru-RU" sz="1000" dirty="0"/>
                        <a:t>Эпитеты</a:t>
                      </a:r>
                    </a:p>
                  </a:txBody>
                  <a:tcPr/>
                </a:tc>
                <a:tc>
                  <a:txBody>
                    <a:bodyPr/>
                    <a:lstStyle/>
                    <a:p>
                      <a:r>
                        <a:rPr lang="ru-RU" sz="1000" dirty="0"/>
                        <a:t> Прочие</a:t>
                      </a:r>
                    </a:p>
                  </a:txBody>
                  <a:tcPr/>
                </a:tc>
                <a:extLst>
                  <a:ext uri="{0D108BD9-81ED-4DB2-BD59-A6C34878D82A}">
                    <a16:rowId xmlns:a16="http://schemas.microsoft.com/office/drawing/2014/main" val="2847143094"/>
                  </a:ext>
                </a:extLst>
              </a:tr>
              <a:tr h="370840">
                <a:tc>
                  <a:txBody>
                    <a:bodyPr/>
                    <a:lstStyle/>
                    <a:p>
                      <a:r>
                        <a:rPr kumimoji="0" lang="ru-RU" sz="1000" b="0" kern="1200" dirty="0">
                          <a:solidFill>
                            <a:schemeClr val="dk1"/>
                          </a:solidFill>
                          <a:effectLst/>
                          <a:latin typeface="+mn-lt"/>
                          <a:ea typeface="+mn-ea"/>
                          <a:cs typeface="+mn-cs"/>
                        </a:rPr>
                        <a:t>1. Клики</a:t>
                      </a:r>
                    </a:p>
                    <a:p>
                      <a:r>
                        <a:rPr kumimoji="0" lang="ru-RU" sz="1000" b="0" kern="1200" dirty="0">
                          <a:solidFill>
                            <a:schemeClr val="dk1"/>
                          </a:solidFill>
                          <a:effectLst/>
                          <a:latin typeface="+mn-lt"/>
                          <a:ea typeface="+mn-ea"/>
                          <a:cs typeface="+mn-cs"/>
                        </a:rPr>
                        <a:t>2. Трудящиеся</a:t>
                      </a:r>
                    </a:p>
                    <a:p>
                      <a:r>
                        <a:rPr kumimoji="0" lang="ru-RU" sz="1000" b="0" kern="1200" dirty="0">
                          <a:solidFill>
                            <a:schemeClr val="dk1"/>
                          </a:solidFill>
                          <a:effectLst/>
                          <a:latin typeface="+mn-lt"/>
                          <a:ea typeface="+mn-ea"/>
                          <a:cs typeface="+mn-cs"/>
                        </a:rPr>
                        <a:t>3. Заря</a:t>
                      </a:r>
                    </a:p>
                    <a:p>
                      <a:r>
                        <a:rPr kumimoji="0" lang="ru-RU" sz="1000" b="0" kern="1200" dirty="0">
                          <a:solidFill>
                            <a:schemeClr val="dk1"/>
                          </a:solidFill>
                          <a:effectLst/>
                          <a:latin typeface="+mn-lt"/>
                          <a:ea typeface="+mn-ea"/>
                          <a:cs typeface="+mn-cs"/>
                        </a:rPr>
                        <a:t>4. Жизнь</a:t>
                      </a:r>
                    </a:p>
                    <a:p>
                      <a:r>
                        <a:rPr kumimoji="0" lang="ru-RU" sz="1000" b="0" kern="1200" dirty="0">
                          <a:solidFill>
                            <a:schemeClr val="dk1"/>
                          </a:solidFill>
                          <a:effectLst/>
                          <a:latin typeface="+mn-lt"/>
                          <a:ea typeface="+mn-ea"/>
                          <a:cs typeface="+mn-cs"/>
                        </a:rPr>
                        <a:t>5. Маяк</a:t>
                      </a:r>
                    </a:p>
                    <a:p>
                      <a:r>
                        <a:rPr kumimoji="0" lang="ru-RU" sz="1000" b="0" kern="1200" dirty="0">
                          <a:solidFill>
                            <a:schemeClr val="dk1"/>
                          </a:solidFill>
                          <a:effectLst/>
                          <a:latin typeface="+mn-lt"/>
                          <a:ea typeface="+mn-ea"/>
                          <a:cs typeface="+mn-cs"/>
                        </a:rPr>
                        <a:t>6. Ошибки</a:t>
                      </a:r>
                    </a:p>
                    <a:p>
                      <a:r>
                        <a:rPr kumimoji="0" lang="ru-RU" sz="1000" b="0" kern="1200" dirty="0">
                          <a:solidFill>
                            <a:schemeClr val="dk1"/>
                          </a:solidFill>
                          <a:effectLst/>
                          <a:latin typeface="+mn-lt"/>
                          <a:ea typeface="+mn-ea"/>
                          <a:cs typeface="+mn-cs"/>
                        </a:rPr>
                        <a:t>7. Стяг (флаг)</a:t>
                      </a:r>
                    </a:p>
                    <a:p>
                      <a:r>
                        <a:rPr kumimoji="0" lang="ru-RU" sz="1000" b="0" kern="1200" dirty="0">
                          <a:solidFill>
                            <a:schemeClr val="dk1"/>
                          </a:solidFill>
                          <a:effectLst/>
                          <a:latin typeface="+mn-lt"/>
                          <a:ea typeface="+mn-ea"/>
                          <a:cs typeface="+mn-cs"/>
                        </a:rPr>
                        <a:t>8. Ваал</a:t>
                      </a:r>
                    </a:p>
                    <a:p>
                      <a:r>
                        <a:rPr kumimoji="0" lang="ru-RU" sz="1000" b="0" kern="1200" dirty="0">
                          <a:solidFill>
                            <a:schemeClr val="dk1"/>
                          </a:solidFill>
                          <a:effectLst/>
                          <a:latin typeface="+mn-lt"/>
                          <a:ea typeface="+mn-ea"/>
                          <a:cs typeface="+mn-cs"/>
                        </a:rPr>
                        <a:t>9. Молох</a:t>
                      </a:r>
                    </a:p>
                    <a:p>
                      <a:r>
                        <a:rPr kumimoji="0" lang="ru-RU" sz="1000" b="0" kern="1200" dirty="0">
                          <a:solidFill>
                            <a:schemeClr val="dk1"/>
                          </a:solidFill>
                          <a:effectLst/>
                          <a:latin typeface="+mn-lt"/>
                          <a:ea typeface="+mn-ea"/>
                          <a:cs typeface="+mn-cs"/>
                        </a:rPr>
                        <a:t>10. Прислужник</a:t>
                      </a:r>
                    </a:p>
                    <a:p>
                      <a:r>
                        <a:rPr kumimoji="0" lang="ru-RU" sz="1000" b="0" kern="1200" dirty="0">
                          <a:solidFill>
                            <a:schemeClr val="dk1"/>
                          </a:solidFill>
                          <a:effectLst/>
                          <a:latin typeface="+mn-lt"/>
                          <a:ea typeface="+mn-ea"/>
                          <a:cs typeface="+mn-cs"/>
                        </a:rPr>
                        <a:t>11. Час</a:t>
                      </a:r>
                    </a:p>
                    <a:p>
                      <a:r>
                        <a:rPr kumimoji="0" lang="ru-RU" sz="1000" b="0" kern="1200" dirty="0">
                          <a:solidFill>
                            <a:schemeClr val="dk1"/>
                          </a:solidFill>
                          <a:effectLst/>
                          <a:latin typeface="+mn-lt"/>
                          <a:ea typeface="+mn-ea"/>
                          <a:cs typeface="+mn-cs"/>
                        </a:rPr>
                        <a:t>12. Враг</a:t>
                      </a:r>
                    </a:p>
                    <a:p>
                      <a:r>
                        <a:rPr kumimoji="0" lang="ru-RU" sz="1000" b="0" kern="1200" dirty="0">
                          <a:solidFill>
                            <a:schemeClr val="dk1"/>
                          </a:solidFill>
                          <a:effectLst/>
                          <a:latin typeface="+mn-lt"/>
                          <a:ea typeface="+mn-ea"/>
                          <a:cs typeface="+mn-cs"/>
                        </a:rPr>
                        <a:t>13. Поступь</a:t>
                      </a:r>
                    </a:p>
                    <a:p>
                      <a:r>
                        <a:rPr kumimoji="0" lang="ru-RU" sz="1000" b="0" kern="1200" dirty="0">
                          <a:solidFill>
                            <a:schemeClr val="dk1"/>
                          </a:solidFill>
                          <a:effectLst/>
                          <a:latin typeface="+mn-lt"/>
                          <a:ea typeface="+mn-ea"/>
                          <a:cs typeface="+mn-cs"/>
                        </a:rPr>
                        <a:t>14. Вал</a:t>
                      </a:r>
                    </a:p>
                    <a:p>
                      <a:r>
                        <a:rPr kumimoji="0" lang="ru-RU" sz="1000" b="0" kern="1200" dirty="0">
                          <a:solidFill>
                            <a:schemeClr val="dk1"/>
                          </a:solidFill>
                          <a:effectLst/>
                          <a:latin typeface="+mn-lt"/>
                          <a:ea typeface="+mn-ea"/>
                          <a:cs typeface="+mn-cs"/>
                        </a:rPr>
                        <a:t>15. Пески</a:t>
                      </a:r>
                    </a:p>
                    <a:p>
                      <a:r>
                        <a:rPr kumimoji="0" lang="ru-RU" sz="1000" b="0" kern="1200" dirty="0">
                          <a:solidFill>
                            <a:schemeClr val="dk1"/>
                          </a:solidFill>
                          <a:effectLst/>
                          <a:latin typeface="+mn-lt"/>
                          <a:ea typeface="+mn-ea"/>
                          <a:cs typeface="+mn-cs"/>
                        </a:rPr>
                        <a:t>16. Скок</a:t>
                      </a:r>
                    </a:p>
                    <a:p>
                      <a:r>
                        <a:rPr kumimoji="0" lang="ru-RU" sz="1000" b="0" kern="1200" dirty="0">
                          <a:solidFill>
                            <a:schemeClr val="dk1"/>
                          </a:solidFill>
                          <a:effectLst/>
                          <a:latin typeface="+mn-lt"/>
                          <a:ea typeface="+mn-ea"/>
                          <a:cs typeface="+mn-cs"/>
                        </a:rPr>
                        <a:t>17. Конь</a:t>
                      </a:r>
                    </a:p>
                    <a:p>
                      <a:r>
                        <a:rPr kumimoji="0" lang="ru-RU" sz="1000" b="0" kern="1200" dirty="0">
                          <a:solidFill>
                            <a:schemeClr val="dk1"/>
                          </a:solidFill>
                          <a:effectLst/>
                          <a:latin typeface="+mn-lt"/>
                          <a:ea typeface="+mn-ea"/>
                          <a:cs typeface="+mn-cs"/>
                        </a:rPr>
                        <a:t>18. Сердце</a:t>
                      </a:r>
                    </a:p>
                    <a:p>
                      <a:r>
                        <a:rPr kumimoji="0" lang="ru-RU" sz="1000" b="0" kern="1200" dirty="0">
                          <a:solidFill>
                            <a:schemeClr val="dk1"/>
                          </a:solidFill>
                          <a:effectLst/>
                          <a:latin typeface="+mn-lt"/>
                          <a:ea typeface="+mn-ea"/>
                          <a:cs typeface="+mn-cs"/>
                        </a:rPr>
                        <a:t>19. Прошлое</a:t>
                      </a:r>
                    </a:p>
                    <a:p>
                      <a:endParaRPr lang="ru-RU" sz="1000" dirty="0"/>
                    </a:p>
                  </a:txBody>
                  <a:tcPr/>
                </a:tc>
                <a:tc>
                  <a:txBody>
                    <a:bodyPr/>
                    <a:lstStyle/>
                    <a:p>
                      <a:r>
                        <a:rPr kumimoji="0" lang="ru-RU" sz="1000" b="0" kern="1200" dirty="0">
                          <a:solidFill>
                            <a:schemeClr val="dk1"/>
                          </a:solidFill>
                          <a:effectLst/>
                          <a:latin typeface="+mn-lt"/>
                          <a:ea typeface="+mn-ea"/>
                          <a:cs typeface="+mn-cs"/>
                        </a:rPr>
                        <a:t>1. Империалистический</a:t>
                      </a:r>
                    </a:p>
                    <a:p>
                      <a:r>
                        <a:rPr kumimoji="0" lang="ru-RU" sz="1000" b="0" kern="1200" dirty="0">
                          <a:solidFill>
                            <a:schemeClr val="dk1"/>
                          </a:solidFill>
                          <a:effectLst/>
                          <a:latin typeface="+mn-lt"/>
                          <a:ea typeface="+mn-ea"/>
                          <a:cs typeface="+mn-cs"/>
                        </a:rPr>
                        <a:t>2. Капиталистический</a:t>
                      </a:r>
                    </a:p>
                    <a:p>
                      <a:r>
                        <a:rPr kumimoji="0" lang="ru-RU" sz="1000" b="0" kern="1200" dirty="0">
                          <a:solidFill>
                            <a:schemeClr val="dk1"/>
                          </a:solidFill>
                          <a:effectLst/>
                          <a:latin typeface="+mn-lt"/>
                          <a:ea typeface="+mn-ea"/>
                          <a:cs typeface="+mn-cs"/>
                        </a:rPr>
                        <a:t>3. Исторический</a:t>
                      </a:r>
                    </a:p>
                    <a:p>
                      <a:r>
                        <a:rPr kumimoji="0" lang="ru-RU" sz="1000" b="0" kern="1200" dirty="0">
                          <a:solidFill>
                            <a:schemeClr val="dk1"/>
                          </a:solidFill>
                          <a:effectLst/>
                          <a:latin typeface="+mn-lt"/>
                          <a:ea typeface="+mn-ea"/>
                          <a:cs typeface="+mn-cs"/>
                        </a:rPr>
                        <a:t>4. Последний</a:t>
                      </a:r>
                    </a:p>
                    <a:p>
                      <a:r>
                        <a:rPr kumimoji="0" lang="ru-RU" sz="1000" b="0" kern="1200" dirty="0">
                          <a:solidFill>
                            <a:schemeClr val="dk1"/>
                          </a:solidFill>
                          <a:effectLst/>
                          <a:latin typeface="+mn-lt"/>
                          <a:ea typeface="+mn-ea"/>
                          <a:cs typeface="+mn-cs"/>
                        </a:rPr>
                        <a:t>5. Индустриальный</a:t>
                      </a:r>
                    </a:p>
                    <a:p>
                      <a:r>
                        <a:rPr kumimoji="0" lang="ru-RU" sz="1000" b="0" kern="1200" dirty="0">
                          <a:solidFill>
                            <a:schemeClr val="dk1"/>
                          </a:solidFill>
                          <a:effectLst/>
                          <a:latin typeface="+mn-lt"/>
                          <a:ea typeface="+mn-ea"/>
                          <a:cs typeface="+mn-cs"/>
                        </a:rPr>
                        <a:t>6. Стальной</a:t>
                      </a:r>
                    </a:p>
                    <a:p>
                      <a:r>
                        <a:rPr kumimoji="0" lang="ru-RU" sz="1000" b="0" kern="1200" dirty="0">
                          <a:solidFill>
                            <a:schemeClr val="dk1"/>
                          </a:solidFill>
                          <a:effectLst/>
                          <a:latin typeface="+mn-lt"/>
                          <a:ea typeface="+mn-ea"/>
                          <a:cs typeface="+mn-cs"/>
                        </a:rPr>
                        <a:t>7. Железный</a:t>
                      </a:r>
                    </a:p>
                    <a:p>
                      <a:endParaRPr lang="ru-RU" sz="1000" dirty="0"/>
                    </a:p>
                  </a:txBody>
                  <a:tcPr/>
                </a:tc>
                <a:tc>
                  <a:txBody>
                    <a:bodyPr/>
                    <a:lstStyle/>
                    <a:p>
                      <a:r>
                        <a:rPr kumimoji="0" lang="ru-RU" sz="1000" b="0" kern="1200" dirty="0">
                          <a:solidFill>
                            <a:schemeClr val="dk1"/>
                          </a:solidFill>
                          <a:effectLst/>
                          <a:latin typeface="+mn-lt"/>
                          <a:ea typeface="+mn-ea"/>
                          <a:cs typeface="+mn-cs"/>
                        </a:rPr>
                        <a:t>1. Пылать</a:t>
                      </a:r>
                    </a:p>
                    <a:p>
                      <a:r>
                        <a:rPr kumimoji="0" lang="ru-RU" sz="1000" b="0" kern="1200" dirty="0">
                          <a:solidFill>
                            <a:schemeClr val="dk1"/>
                          </a:solidFill>
                          <a:effectLst/>
                          <a:latin typeface="+mn-lt"/>
                          <a:ea typeface="+mn-ea"/>
                          <a:cs typeface="+mn-cs"/>
                        </a:rPr>
                        <a:t>2. Взметать(</a:t>
                      </a:r>
                      <a:r>
                        <a:rPr kumimoji="0" lang="ru-RU" sz="1000" b="0" kern="1200" dirty="0" err="1">
                          <a:solidFill>
                            <a:schemeClr val="dk1"/>
                          </a:solidFill>
                          <a:effectLst/>
                          <a:latin typeface="+mn-lt"/>
                          <a:ea typeface="+mn-ea"/>
                          <a:cs typeface="+mn-cs"/>
                        </a:rPr>
                        <a:t>ся</a:t>
                      </a:r>
                      <a:r>
                        <a:rPr kumimoji="0" lang="ru-RU" sz="1000" b="0" kern="1200" dirty="0">
                          <a:solidFill>
                            <a:schemeClr val="dk1"/>
                          </a:solidFill>
                          <a:effectLst/>
                          <a:latin typeface="+mn-lt"/>
                          <a:ea typeface="+mn-ea"/>
                          <a:cs typeface="+mn-cs"/>
                        </a:rPr>
                        <a:t>)</a:t>
                      </a:r>
                    </a:p>
                    <a:p>
                      <a:r>
                        <a:rPr kumimoji="0" lang="ru-RU" sz="1000" b="0" kern="1200" dirty="0">
                          <a:solidFill>
                            <a:schemeClr val="dk1"/>
                          </a:solidFill>
                          <a:effectLst/>
                          <a:latin typeface="+mn-lt"/>
                          <a:ea typeface="+mn-ea"/>
                          <a:cs typeface="+mn-cs"/>
                        </a:rPr>
                        <a:t>3. Выявлять</a:t>
                      </a:r>
                    </a:p>
                    <a:p>
                      <a:r>
                        <a:rPr kumimoji="0" lang="ru-RU" sz="1000" b="0" kern="1200" dirty="0">
                          <a:solidFill>
                            <a:schemeClr val="dk1"/>
                          </a:solidFill>
                          <a:effectLst/>
                          <a:latin typeface="+mn-lt"/>
                          <a:ea typeface="+mn-ea"/>
                          <a:cs typeface="+mn-cs"/>
                        </a:rPr>
                        <a:t>4. Рдеть</a:t>
                      </a:r>
                    </a:p>
                    <a:p>
                      <a:r>
                        <a:rPr kumimoji="0" lang="ru-RU" sz="1000" b="0" kern="1200" dirty="0">
                          <a:solidFill>
                            <a:schemeClr val="dk1"/>
                          </a:solidFill>
                          <a:effectLst/>
                          <a:latin typeface="+mn-lt"/>
                          <a:ea typeface="+mn-ea"/>
                          <a:cs typeface="+mn-cs"/>
                        </a:rPr>
                        <a:t>5. Взвивать(</a:t>
                      </a:r>
                      <a:r>
                        <a:rPr kumimoji="0" lang="ru-RU" sz="1000" b="0" kern="1200" dirty="0" err="1">
                          <a:solidFill>
                            <a:schemeClr val="dk1"/>
                          </a:solidFill>
                          <a:effectLst/>
                          <a:latin typeface="+mn-lt"/>
                          <a:ea typeface="+mn-ea"/>
                          <a:cs typeface="+mn-cs"/>
                        </a:rPr>
                        <a:t>ся</a:t>
                      </a:r>
                      <a:r>
                        <a:rPr kumimoji="0" lang="ru-RU" sz="1000" b="0" kern="1200" dirty="0">
                          <a:solidFill>
                            <a:schemeClr val="dk1"/>
                          </a:solidFill>
                          <a:effectLst/>
                          <a:latin typeface="+mn-lt"/>
                          <a:ea typeface="+mn-ea"/>
                          <a:cs typeface="+mn-cs"/>
                        </a:rPr>
                        <a:t>)</a:t>
                      </a:r>
                    </a:p>
                    <a:p>
                      <a:r>
                        <a:rPr kumimoji="0" lang="ru-RU" sz="1000" b="0" kern="1200" dirty="0">
                          <a:solidFill>
                            <a:schemeClr val="dk1"/>
                          </a:solidFill>
                          <a:effectLst/>
                          <a:latin typeface="+mn-lt"/>
                          <a:ea typeface="+mn-ea"/>
                          <a:cs typeface="+mn-cs"/>
                        </a:rPr>
                        <a:t>6. Вершить(</a:t>
                      </a:r>
                      <a:r>
                        <a:rPr kumimoji="0" lang="ru-RU" sz="1000" b="0" kern="1200" dirty="0" err="1">
                          <a:solidFill>
                            <a:schemeClr val="dk1"/>
                          </a:solidFill>
                          <a:effectLst/>
                          <a:latin typeface="+mn-lt"/>
                          <a:ea typeface="+mn-ea"/>
                          <a:cs typeface="+mn-cs"/>
                        </a:rPr>
                        <a:t>ся</a:t>
                      </a:r>
                      <a:r>
                        <a:rPr kumimoji="0" lang="ru-RU" sz="1000" b="0" kern="1200" dirty="0">
                          <a:solidFill>
                            <a:schemeClr val="dk1"/>
                          </a:solidFill>
                          <a:effectLst/>
                          <a:latin typeface="+mn-lt"/>
                          <a:ea typeface="+mn-ea"/>
                          <a:cs typeface="+mn-cs"/>
                        </a:rPr>
                        <a:t>)</a:t>
                      </a:r>
                    </a:p>
                    <a:p>
                      <a:r>
                        <a:rPr kumimoji="0" lang="ru-RU" sz="1000" b="0" kern="1200" dirty="0">
                          <a:solidFill>
                            <a:schemeClr val="dk1"/>
                          </a:solidFill>
                          <a:effectLst/>
                          <a:latin typeface="+mn-lt"/>
                          <a:ea typeface="+mn-ea"/>
                          <a:cs typeface="+mn-cs"/>
                        </a:rPr>
                        <a:t>7. Петь</a:t>
                      </a:r>
                    </a:p>
                    <a:p>
                      <a:r>
                        <a:rPr kumimoji="0" lang="ru-RU" sz="1000" b="0" kern="1200" dirty="0">
                          <a:solidFill>
                            <a:schemeClr val="dk1"/>
                          </a:solidFill>
                          <a:effectLst/>
                          <a:latin typeface="+mn-lt"/>
                          <a:ea typeface="+mn-ea"/>
                          <a:cs typeface="+mn-cs"/>
                        </a:rPr>
                        <a:t>8. Клеветать</a:t>
                      </a:r>
                    </a:p>
                    <a:p>
                      <a:r>
                        <a:rPr kumimoji="0" lang="ru-RU" sz="1000" b="0" kern="1200" dirty="0">
                          <a:solidFill>
                            <a:schemeClr val="dk1"/>
                          </a:solidFill>
                          <a:effectLst/>
                          <a:latin typeface="+mn-lt"/>
                          <a:ea typeface="+mn-ea"/>
                          <a:cs typeface="+mn-cs"/>
                        </a:rPr>
                        <a:t>9. Скрежетать</a:t>
                      </a:r>
                    </a:p>
                    <a:p>
                      <a:r>
                        <a:rPr kumimoji="0" lang="ru-RU" sz="1000" b="0" kern="1200" dirty="0">
                          <a:solidFill>
                            <a:schemeClr val="dk1"/>
                          </a:solidFill>
                          <a:effectLst/>
                          <a:latin typeface="+mn-lt"/>
                          <a:ea typeface="+mn-ea"/>
                          <a:cs typeface="+mn-cs"/>
                        </a:rPr>
                        <a:t>10. Грозить</a:t>
                      </a:r>
                    </a:p>
                    <a:p>
                      <a:endParaRPr lang="ru-RU" sz="1000" dirty="0"/>
                    </a:p>
                  </a:txBody>
                  <a:tcPr/>
                </a:tc>
                <a:tc>
                  <a:txBody>
                    <a:bodyPr/>
                    <a:lstStyle/>
                    <a:p>
                      <a:r>
                        <a:rPr kumimoji="0" lang="ru-RU" sz="1000" b="0" kern="1200" dirty="0">
                          <a:solidFill>
                            <a:schemeClr val="dk1"/>
                          </a:solidFill>
                          <a:effectLst/>
                          <a:latin typeface="+mn-lt"/>
                          <a:ea typeface="+mn-ea"/>
                          <a:cs typeface="+mn-cs"/>
                        </a:rPr>
                        <a:t>1. Злобный</a:t>
                      </a:r>
                    </a:p>
                    <a:p>
                      <a:r>
                        <a:rPr kumimoji="0" lang="ru-RU" sz="1000" b="0" kern="1200" dirty="0">
                          <a:solidFill>
                            <a:schemeClr val="dk1"/>
                          </a:solidFill>
                          <a:effectLst/>
                          <a:latin typeface="+mn-lt"/>
                          <a:ea typeface="+mn-ea"/>
                          <a:cs typeface="+mn-cs"/>
                        </a:rPr>
                        <a:t>2. Зубовный</a:t>
                      </a:r>
                    </a:p>
                    <a:p>
                      <a:endParaRPr lang="ru-RU" sz="1000" dirty="0"/>
                    </a:p>
                  </a:txBody>
                  <a:tcPr/>
                </a:tc>
                <a:tc>
                  <a:txBody>
                    <a:bodyPr/>
                    <a:lstStyle/>
                    <a:p>
                      <a:r>
                        <a:rPr kumimoji="0" lang="ru-RU" sz="1000" b="0" kern="1200" dirty="0">
                          <a:solidFill>
                            <a:schemeClr val="dk1"/>
                          </a:solidFill>
                          <a:effectLst/>
                          <a:latin typeface="+mn-lt"/>
                          <a:ea typeface="+mn-ea"/>
                          <a:cs typeface="+mn-cs"/>
                        </a:rPr>
                        <a:t>1. Девятый</a:t>
                      </a:r>
                    </a:p>
                    <a:p>
                      <a:r>
                        <a:rPr kumimoji="0" lang="ru-RU" sz="1000" b="0" kern="1200" dirty="0">
                          <a:solidFill>
                            <a:schemeClr val="dk1"/>
                          </a:solidFill>
                          <a:effectLst/>
                          <a:latin typeface="+mn-lt"/>
                          <a:ea typeface="+mn-ea"/>
                          <a:cs typeface="+mn-cs"/>
                        </a:rPr>
                        <a:t>2. Двенадцатый</a:t>
                      </a:r>
                    </a:p>
                    <a:p>
                      <a:r>
                        <a:rPr kumimoji="0" lang="ru-RU" sz="1000" b="0" kern="1200" dirty="0">
                          <a:solidFill>
                            <a:schemeClr val="dk1"/>
                          </a:solidFill>
                          <a:effectLst/>
                          <a:latin typeface="+mn-lt"/>
                          <a:ea typeface="+mn-ea"/>
                          <a:cs typeface="+mn-cs"/>
                        </a:rPr>
                        <a:t>3. Пусть!</a:t>
                      </a:r>
                    </a:p>
                    <a:p>
                      <a:r>
                        <a:rPr kumimoji="0" lang="ru-RU" sz="1000" b="0" kern="1200" dirty="0">
                          <a:solidFill>
                            <a:schemeClr val="dk1"/>
                          </a:solidFill>
                          <a:effectLst/>
                          <a:latin typeface="+mn-lt"/>
                          <a:ea typeface="+mn-ea"/>
                          <a:cs typeface="+mn-cs"/>
                        </a:rPr>
                        <a:t>4. Пускай!</a:t>
                      </a:r>
                    </a:p>
                    <a:p>
                      <a:r>
                        <a:rPr kumimoji="0" lang="ru-RU" sz="1000" b="0" kern="1200" dirty="0">
                          <a:solidFill>
                            <a:schemeClr val="dk1"/>
                          </a:solidFill>
                          <a:effectLst/>
                          <a:latin typeface="+mn-lt"/>
                          <a:ea typeface="+mn-ea"/>
                          <a:cs typeface="+mn-cs"/>
                        </a:rPr>
                        <a:t>5. Вперед!</a:t>
                      </a:r>
                    </a:p>
                    <a:p>
                      <a:endParaRPr lang="ru-RU" sz="1000" dirty="0"/>
                    </a:p>
                  </a:txBody>
                  <a:tcPr/>
                </a:tc>
                <a:extLst>
                  <a:ext uri="{0D108BD9-81ED-4DB2-BD59-A6C34878D82A}">
                    <a16:rowId xmlns:a16="http://schemas.microsoft.com/office/drawing/2014/main" val="443314207"/>
                  </a:ext>
                </a:extLst>
              </a:tr>
              <a:tr h="370840">
                <a:tc>
                  <a:txBody>
                    <a:bodyPr/>
                    <a:lstStyle/>
                    <a:p>
                      <a:endParaRPr lang="ru-RU" sz="1000"/>
                    </a:p>
                  </a:txBody>
                  <a:tcPr/>
                </a:tc>
                <a:tc>
                  <a:txBody>
                    <a:bodyPr/>
                    <a:lstStyle/>
                    <a:p>
                      <a:endParaRPr lang="ru-RU" sz="1000"/>
                    </a:p>
                  </a:txBody>
                  <a:tcPr/>
                </a:tc>
                <a:tc>
                  <a:txBody>
                    <a:bodyPr/>
                    <a:lstStyle/>
                    <a:p>
                      <a:endParaRPr lang="ru-RU" sz="1000"/>
                    </a:p>
                  </a:txBody>
                  <a:tcPr/>
                </a:tc>
                <a:tc>
                  <a:txBody>
                    <a:bodyPr/>
                    <a:lstStyle/>
                    <a:p>
                      <a:endParaRPr lang="ru-RU" sz="1000" dirty="0"/>
                    </a:p>
                  </a:txBody>
                  <a:tcPr/>
                </a:tc>
                <a:tc>
                  <a:txBody>
                    <a:bodyPr/>
                    <a:lstStyle/>
                    <a:p>
                      <a:endParaRPr lang="ru-RU" sz="1000" dirty="0"/>
                    </a:p>
                  </a:txBody>
                  <a:tcPr/>
                </a:tc>
                <a:extLst>
                  <a:ext uri="{0D108BD9-81ED-4DB2-BD59-A6C34878D82A}">
                    <a16:rowId xmlns:a16="http://schemas.microsoft.com/office/drawing/2014/main" val="3312172288"/>
                  </a:ext>
                </a:extLst>
              </a:tr>
            </a:tbl>
          </a:graphicData>
        </a:graphic>
      </p:graphicFrame>
      <p:sp>
        <p:nvSpPr>
          <p:cNvPr id="53" name="Содержимое 52"/>
          <p:cNvSpPr>
            <a:spLocks noGrp="1"/>
          </p:cNvSpPr>
          <p:nvPr>
            <p:ph sz="quarter" idx="1"/>
          </p:nvPr>
        </p:nvSpPr>
        <p:spPr>
          <a:xfrm>
            <a:off x="1691680" y="3331708"/>
            <a:ext cx="7246168" cy="2833596"/>
          </a:xfrm>
          <a:solidFill>
            <a:schemeClr val="bg2"/>
          </a:solidFill>
        </p:spPr>
        <p:txBody>
          <a:bodyPr>
            <a:noAutofit/>
          </a:bodyPr>
          <a:lstStyle/>
          <a:p>
            <a:pPr marL="0" indent="0">
              <a:buNone/>
            </a:pPr>
            <a:r>
              <a:rPr lang="ru-RU" sz="1600" b="0" i="0" dirty="0">
                <a:solidFill>
                  <a:srgbClr val="000000"/>
                </a:solidFill>
                <a:effectLst/>
                <a:latin typeface="verdana" panose="020B0604030504040204" pitchFamily="34" charset="0"/>
              </a:rPr>
              <a:t>Восточная </a:t>
            </a:r>
            <a:r>
              <a:rPr lang="ru-RU" sz="1600" b="0" i="1" dirty="0">
                <a:solidFill>
                  <a:srgbClr val="000000"/>
                </a:solidFill>
                <a:effectLst/>
                <a:latin typeface="verdana" panose="020B0604030504040204" pitchFamily="34" charset="0"/>
              </a:rPr>
              <a:t>магистраль, этот</a:t>
            </a:r>
            <a:r>
              <a:rPr lang="ru-RU" sz="1600" b="0" i="0" dirty="0">
                <a:solidFill>
                  <a:srgbClr val="000000"/>
                </a:solidFill>
                <a:effectLst/>
                <a:latin typeface="verdana" panose="020B0604030504040204" pitchFamily="34" charset="0"/>
              </a:rPr>
              <a:t> железный конь, который, взметая стальным скоком пески прошлого, вершит поступь истории, выявляя очередной зубовный скрежет клевещущего врага, на которого уже взметается девятый вал, грозящий двенадцатым часом, последним часом для прислужников империалистического Молоха, этого капиталистического Ваала; но, невзирая на ошибки, пусть рдеют, а равно и взвиваются стяги у маяка индустриализации, пылающего под клики трудящихся, коими под пение сердец выявляется заря новой жизни</a:t>
            </a:r>
            <a:r>
              <a:rPr lang="ru-RU" sz="1600" b="0" i="1" dirty="0">
                <a:solidFill>
                  <a:srgbClr val="000000"/>
                </a:solidFill>
                <a:effectLst/>
                <a:latin typeface="verdana" panose="020B0604030504040204" pitchFamily="34" charset="0"/>
              </a:rPr>
              <a:t>;</a:t>
            </a:r>
            <a:r>
              <a:rPr lang="ru-RU" sz="1600" b="0" i="0" dirty="0">
                <a:solidFill>
                  <a:srgbClr val="000000"/>
                </a:solidFill>
                <a:effectLst/>
                <a:latin typeface="verdana" panose="020B0604030504040204" pitchFamily="34" charset="0"/>
              </a:rPr>
              <a:t> вперед!</a:t>
            </a:r>
          </a:p>
          <a:p>
            <a:pPr marL="0" indent="0" algn="r">
              <a:buNone/>
            </a:pPr>
            <a:r>
              <a:rPr lang="ru-RU" sz="1600" b="1" dirty="0">
                <a:solidFill>
                  <a:srgbClr val="000000"/>
                </a:solidFill>
                <a:latin typeface="verdana" panose="020B0604030504040204" pitchFamily="34" charset="0"/>
              </a:rPr>
              <a:t> </a:t>
            </a:r>
            <a:r>
              <a:rPr lang="ru-RU" sz="1600" b="1" dirty="0" err="1">
                <a:solidFill>
                  <a:srgbClr val="000000"/>
                </a:solidFill>
                <a:latin typeface="verdana" panose="020B0604030504040204" pitchFamily="34" charset="0"/>
              </a:rPr>
              <a:t>И.Ильф</a:t>
            </a:r>
            <a:r>
              <a:rPr lang="ru-RU" sz="1600" b="1" dirty="0">
                <a:solidFill>
                  <a:srgbClr val="000000"/>
                </a:solidFill>
                <a:latin typeface="verdana" panose="020B0604030504040204" pitchFamily="34" charset="0"/>
              </a:rPr>
              <a:t>, </a:t>
            </a:r>
            <a:r>
              <a:rPr lang="ru-RU" sz="1600" b="1" dirty="0" err="1">
                <a:solidFill>
                  <a:srgbClr val="000000"/>
                </a:solidFill>
                <a:latin typeface="verdana" panose="020B0604030504040204" pitchFamily="34" charset="0"/>
              </a:rPr>
              <a:t>Е.Петров</a:t>
            </a:r>
            <a:r>
              <a:rPr lang="ru-RU" sz="1600" b="1" dirty="0">
                <a:solidFill>
                  <a:srgbClr val="000000"/>
                </a:solidFill>
                <a:latin typeface="verdana" panose="020B0604030504040204" pitchFamily="34" charset="0"/>
              </a:rPr>
              <a:t>. «Золотой теленок»</a:t>
            </a:r>
            <a:endParaRPr lang="ru-RU" sz="2400" dirty="0"/>
          </a:p>
          <a:p>
            <a:pPr marL="0" indent="0">
              <a:buNone/>
            </a:pPr>
            <a:endParaRPr lang="ru-RU" sz="2400" dirty="0"/>
          </a:p>
          <a:p>
            <a:pPr marL="0" indent="0">
              <a:buNone/>
            </a:pPr>
            <a:endParaRPr lang="ru-RU" sz="2400" dirty="0"/>
          </a:p>
          <a:p>
            <a:endParaRPr lang="ru-RU" sz="2400" dirty="0"/>
          </a:p>
        </p:txBody>
      </p:sp>
    </p:spTree>
    <p:extLst>
      <p:ext uri="{BB962C8B-B14F-4D97-AF65-F5344CB8AC3E}">
        <p14:creationId xmlns:p14="http://schemas.microsoft.com/office/powerpoint/2010/main" val="402263028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31060" y="404664"/>
            <a:ext cx="8686800" cy="504056"/>
          </a:xfrm>
        </p:spPr>
        <p:txBody>
          <a:bodyPr>
            <a:noAutofit/>
          </a:bodyPr>
          <a:lstStyle/>
          <a:p>
            <a:r>
              <a:rPr lang="en-US" sz="3600" b="1" dirty="0">
                <a:solidFill>
                  <a:srgbClr val="002060"/>
                </a:solidFill>
              </a:rPr>
              <a:t>XIX </a:t>
            </a:r>
            <a:r>
              <a:rPr lang="ru-RU" sz="3600" b="1" dirty="0">
                <a:solidFill>
                  <a:srgbClr val="002060"/>
                </a:solidFill>
              </a:rPr>
              <a:t>ВЕК</a:t>
            </a:r>
          </a:p>
        </p:txBody>
      </p:sp>
      <p:sp>
        <p:nvSpPr>
          <p:cNvPr id="4" name="Номер слайда 3"/>
          <p:cNvSpPr>
            <a:spLocks noGrp="1"/>
          </p:cNvSpPr>
          <p:nvPr>
            <p:ph type="sldNum" sz="quarter" idx="12"/>
          </p:nvPr>
        </p:nvSpPr>
        <p:spPr>
          <a:xfrm>
            <a:off x="6804248" y="6237312"/>
            <a:ext cx="2133600" cy="365125"/>
          </a:xfrm>
        </p:spPr>
        <p:txBody>
          <a:bodyPr/>
          <a:lstStyle/>
          <a:p>
            <a:pPr algn="r"/>
            <a:fld id="{725C68B6-61C2-468F-89AB-4B9F7531AA68}" type="slidenum">
              <a:rPr lang="ru-RU" sz="1600" b="1" smtClean="0">
                <a:solidFill>
                  <a:schemeClr val="tx1"/>
                </a:solidFill>
                <a:latin typeface="Arial" pitchFamily="34" charset="0"/>
                <a:cs typeface="Arial" pitchFamily="34" charset="0"/>
              </a:rPr>
              <a:pPr algn="r"/>
              <a:t>5</a:t>
            </a:fld>
            <a:endParaRPr lang="ru-RU" sz="1600" b="1" dirty="0">
              <a:solidFill>
                <a:schemeClr val="tx1"/>
              </a:solidFill>
              <a:latin typeface="Arial" pitchFamily="34" charset="0"/>
              <a:cs typeface="Arial" pitchFamily="34" charset="0"/>
            </a:endParaRPr>
          </a:p>
        </p:txBody>
      </p:sp>
      <p:sp>
        <p:nvSpPr>
          <p:cNvPr id="53" name="Содержимое 52"/>
          <p:cNvSpPr>
            <a:spLocks noGrp="1"/>
          </p:cNvSpPr>
          <p:nvPr>
            <p:ph sz="quarter" idx="1"/>
          </p:nvPr>
        </p:nvSpPr>
        <p:spPr>
          <a:xfrm>
            <a:off x="251520" y="1196752"/>
            <a:ext cx="4680520" cy="3220540"/>
          </a:xfrm>
        </p:spPr>
        <p:txBody>
          <a:bodyPr>
            <a:noAutofit/>
          </a:bodyPr>
          <a:lstStyle/>
          <a:p>
            <a:pPr marL="0" indent="0">
              <a:buNone/>
            </a:pPr>
            <a:r>
              <a:rPr lang="ru-RU" sz="2400" dirty="0"/>
              <a:t>Джордж Буль </a:t>
            </a:r>
          </a:p>
          <a:p>
            <a:pPr marL="0" indent="0">
              <a:buNone/>
            </a:pPr>
            <a:r>
              <a:rPr lang="ru-RU" sz="2400" dirty="0"/>
              <a:t>( 1815 - 1864)</a:t>
            </a:r>
          </a:p>
          <a:p>
            <a:pPr marL="0" indent="0">
              <a:buNone/>
            </a:pPr>
            <a:r>
              <a:rPr lang="ru-RU" sz="2400" dirty="0"/>
              <a:t>Алгебра логики</a:t>
            </a:r>
          </a:p>
          <a:p>
            <a:pPr marL="0" indent="0">
              <a:buNone/>
            </a:pPr>
            <a:endParaRPr lang="ru-RU" sz="2400" dirty="0"/>
          </a:p>
          <a:p>
            <a:pPr marL="0" indent="0">
              <a:buNone/>
            </a:pPr>
            <a:endParaRPr lang="ru-RU" sz="2400" dirty="0"/>
          </a:p>
          <a:p>
            <a:pPr marL="0" indent="0">
              <a:buNone/>
            </a:pPr>
            <a:endParaRPr lang="ru-RU" sz="2400" dirty="0"/>
          </a:p>
          <a:p>
            <a:pPr marL="0" indent="0">
              <a:buNone/>
            </a:pPr>
            <a:r>
              <a:rPr lang="ru-RU" sz="2400" dirty="0"/>
              <a:t>Джузеппе Пеано</a:t>
            </a:r>
          </a:p>
          <a:p>
            <a:pPr marL="0" indent="0">
              <a:buNone/>
            </a:pPr>
            <a:r>
              <a:rPr lang="ru-RU" sz="2400" dirty="0"/>
              <a:t> (1858 –1932)</a:t>
            </a:r>
          </a:p>
          <a:p>
            <a:pPr marL="0" indent="0">
              <a:buNone/>
            </a:pPr>
            <a:r>
              <a:rPr lang="ru-RU" sz="2400" dirty="0"/>
              <a:t>Математическая логика</a:t>
            </a:r>
          </a:p>
          <a:p>
            <a:pPr marL="0" indent="0">
              <a:buNone/>
            </a:pPr>
            <a:endParaRPr lang="ru-RU" sz="2400" dirty="0"/>
          </a:p>
          <a:p>
            <a:endParaRPr lang="ru-RU" sz="2400" dirty="0"/>
          </a:p>
        </p:txBody>
      </p:sp>
      <p:pic>
        <p:nvPicPr>
          <p:cNvPr id="3" name="Picture 4" descr="http://upload.wikimedia.org/wikipedia/commons/6/6c/George_Boole.jpg">
            <a:extLst>
              <a:ext uri="{FF2B5EF4-FFF2-40B4-BE49-F238E27FC236}">
                <a16:creationId xmlns:a16="http://schemas.microsoft.com/office/drawing/2014/main" id="{8750892F-4093-8549-187E-E176675A4D44}"/>
              </a:ext>
            </a:extLst>
          </p:cNvPr>
          <p:cNvPicPr>
            <a:picLocks noChangeAspect="1" noChangeArrowheads="1"/>
          </p:cNvPicPr>
          <p:nvPr/>
        </p:nvPicPr>
        <p:blipFill>
          <a:blip r:embed="rId3" cstate="print"/>
          <a:srcRect/>
          <a:stretch>
            <a:fillRect/>
          </a:stretch>
        </p:blipFill>
        <p:spPr bwMode="auto">
          <a:xfrm>
            <a:off x="4644008" y="1149038"/>
            <a:ext cx="2357454" cy="2311487"/>
          </a:xfrm>
          <a:prstGeom prst="rect">
            <a:avLst/>
          </a:prstGeom>
          <a:noFill/>
        </p:spPr>
      </p:pic>
      <p:pic>
        <p:nvPicPr>
          <p:cNvPr id="5" name="Picture 2" descr="File:Giuseppe Peano.jpg">
            <a:extLst>
              <a:ext uri="{FF2B5EF4-FFF2-40B4-BE49-F238E27FC236}">
                <a16:creationId xmlns:a16="http://schemas.microsoft.com/office/drawing/2014/main" id="{7B08AAA6-0389-C33A-4441-1C05E3CA9C86}"/>
              </a:ext>
            </a:extLst>
          </p:cNvPr>
          <p:cNvPicPr>
            <a:picLocks noChangeAspect="1" noChangeArrowheads="1"/>
          </p:cNvPicPr>
          <p:nvPr/>
        </p:nvPicPr>
        <p:blipFill>
          <a:blip r:embed="rId4" cstate="print"/>
          <a:srcRect/>
          <a:stretch>
            <a:fillRect/>
          </a:stretch>
        </p:blipFill>
        <p:spPr bwMode="auto">
          <a:xfrm>
            <a:off x="4712144" y="3685507"/>
            <a:ext cx="2221181" cy="2643206"/>
          </a:xfrm>
          <a:prstGeom prst="rect">
            <a:avLst/>
          </a:prstGeom>
          <a:noFill/>
        </p:spPr>
      </p:pic>
    </p:spTree>
    <p:extLst>
      <p:ext uri="{BB962C8B-B14F-4D97-AF65-F5344CB8AC3E}">
        <p14:creationId xmlns:p14="http://schemas.microsoft.com/office/powerpoint/2010/main" val="47911137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31060" y="404664"/>
            <a:ext cx="8686800" cy="504056"/>
          </a:xfrm>
        </p:spPr>
        <p:txBody>
          <a:bodyPr>
            <a:noAutofit/>
          </a:bodyPr>
          <a:lstStyle/>
          <a:p>
            <a:r>
              <a:rPr lang="en-US" sz="3600" b="1" dirty="0">
                <a:solidFill>
                  <a:srgbClr val="002060"/>
                </a:solidFill>
              </a:rPr>
              <a:t>XX </a:t>
            </a:r>
            <a:r>
              <a:rPr lang="ru-RU" sz="3600" b="1" dirty="0">
                <a:solidFill>
                  <a:srgbClr val="002060"/>
                </a:solidFill>
              </a:rPr>
              <a:t>ВЕК, СЕРЕДИНА</a:t>
            </a:r>
          </a:p>
        </p:txBody>
      </p:sp>
      <p:sp>
        <p:nvSpPr>
          <p:cNvPr id="4" name="Номер слайда 3"/>
          <p:cNvSpPr>
            <a:spLocks noGrp="1"/>
          </p:cNvSpPr>
          <p:nvPr>
            <p:ph type="sldNum" sz="quarter" idx="12"/>
          </p:nvPr>
        </p:nvSpPr>
        <p:spPr>
          <a:xfrm>
            <a:off x="6804248" y="6237312"/>
            <a:ext cx="2133600" cy="365125"/>
          </a:xfrm>
        </p:spPr>
        <p:txBody>
          <a:bodyPr/>
          <a:lstStyle/>
          <a:p>
            <a:pPr algn="r"/>
            <a:fld id="{725C68B6-61C2-468F-89AB-4B9F7531AA68}" type="slidenum">
              <a:rPr lang="ru-RU" sz="1600" b="1" smtClean="0">
                <a:solidFill>
                  <a:schemeClr val="tx1"/>
                </a:solidFill>
                <a:latin typeface="Arial" pitchFamily="34" charset="0"/>
                <a:cs typeface="Arial" pitchFamily="34" charset="0"/>
              </a:rPr>
              <a:pPr algn="r"/>
              <a:t>6</a:t>
            </a:fld>
            <a:endParaRPr lang="ru-RU" sz="1600" b="1" dirty="0">
              <a:solidFill>
                <a:schemeClr val="tx1"/>
              </a:solidFill>
              <a:latin typeface="Arial" pitchFamily="34" charset="0"/>
              <a:cs typeface="Arial" pitchFamily="34" charset="0"/>
            </a:endParaRPr>
          </a:p>
        </p:txBody>
      </p:sp>
      <p:sp>
        <p:nvSpPr>
          <p:cNvPr id="53" name="Содержимое 52"/>
          <p:cNvSpPr>
            <a:spLocks noGrp="1"/>
          </p:cNvSpPr>
          <p:nvPr>
            <p:ph sz="quarter" idx="1"/>
          </p:nvPr>
        </p:nvSpPr>
        <p:spPr>
          <a:xfrm>
            <a:off x="251520" y="1196752"/>
            <a:ext cx="8424936" cy="3220540"/>
          </a:xfrm>
        </p:spPr>
        <p:txBody>
          <a:bodyPr>
            <a:noAutofit/>
          </a:bodyPr>
          <a:lstStyle/>
          <a:p>
            <a:pPr marL="0" indent="0">
              <a:buNone/>
            </a:pPr>
            <a:r>
              <a:rPr lang="ru-RU" sz="2400" dirty="0"/>
              <a:t> Уоррен </a:t>
            </a:r>
            <a:r>
              <a:rPr lang="ru-RU" sz="2400" dirty="0" err="1"/>
              <a:t>МакКаллок</a:t>
            </a:r>
            <a:r>
              <a:rPr lang="ru-RU" sz="2400" dirty="0"/>
              <a:t> и Уолтер Питтс, 1943. Концептуальная модель нейронной сети.</a:t>
            </a:r>
          </a:p>
          <a:p>
            <a:pPr marL="0" indent="0">
              <a:buNone/>
            </a:pPr>
            <a:r>
              <a:rPr lang="ru-RU" sz="2400" dirty="0"/>
              <a:t>Дональд </a:t>
            </a:r>
            <a:r>
              <a:rPr lang="ru-RU" sz="2400" dirty="0" err="1"/>
              <a:t>Хебб</a:t>
            </a:r>
            <a:r>
              <a:rPr lang="ru-RU" sz="2400" dirty="0"/>
              <a:t>, 1949. Правило обновления для модификации числа соединений между нейронами. Теперь это -  «</a:t>
            </a:r>
            <a:r>
              <a:rPr lang="ru-RU" sz="2400" dirty="0" err="1"/>
              <a:t>Хеббовское</a:t>
            </a:r>
            <a:r>
              <a:rPr lang="ru-RU" sz="2400" dirty="0"/>
              <a:t> обучение».</a:t>
            </a:r>
          </a:p>
          <a:p>
            <a:pPr marL="0" indent="0">
              <a:buNone/>
            </a:pPr>
            <a:r>
              <a:rPr lang="ru-RU" sz="2400" dirty="0"/>
              <a:t>Марвин </a:t>
            </a:r>
            <a:r>
              <a:rPr lang="ru-RU" sz="2400" dirty="0" err="1"/>
              <a:t>Мински</a:t>
            </a:r>
            <a:r>
              <a:rPr lang="ru-RU" sz="2400" dirty="0"/>
              <a:t> и Дин </a:t>
            </a:r>
            <a:r>
              <a:rPr lang="ru-RU" sz="2400" dirty="0" err="1"/>
              <a:t>Эдмонс</a:t>
            </a:r>
            <a:r>
              <a:rPr lang="ru-RU" sz="2400" dirty="0"/>
              <a:t>, 1950. Первый компьютер на основе нейронной сети (40 нейронов на 3000 лампах).</a:t>
            </a:r>
          </a:p>
          <a:p>
            <a:pPr marL="0" indent="0">
              <a:buNone/>
            </a:pPr>
            <a:endParaRPr lang="ru-RU" sz="2400" dirty="0"/>
          </a:p>
          <a:p>
            <a:pPr marL="0" indent="0">
              <a:buNone/>
            </a:pPr>
            <a:endParaRPr lang="ru-RU" sz="2400" dirty="0"/>
          </a:p>
          <a:p>
            <a:endParaRPr lang="ru-RU" sz="2400" dirty="0"/>
          </a:p>
        </p:txBody>
      </p:sp>
    </p:spTree>
    <p:extLst>
      <p:ext uri="{BB962C8B-B14F-4D97-AF65-F5344CB8AC3E}">
        <p14:creationId xmlns:p14="http://schemas.microsoft.com/office/powerpoint/2010/main" val="397926252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31060" y="404664"/>
            <a:ext cx="8686800" cy="504056"/>
          </a:xfrm>
        </p:spPr>
        <p:txBody>
          <a:bodyPr>
            <a:noAutofit/>
          </a:bodyPr>
          <a:lstStyle/>
          <a:p>
            <a:r>
              <a:rPr lang="en-US" sz="3600" b="1" dirty="0">
                <a:solidFill>
                  <a:srgbClr val="002060"/>
                </a:solidFill>
              </a:rPr>
              <a:t>XX </a:t>
            </a:r>
            <a:r>
              <a:rPr lang="ru-RU" sz="3600" b="1" dirty="0">
                <a:solidFill>
                  <a:srgbClr val="002060"/>
                </a:solidFill>
              </a:rPr>
              <a:t>ВЕК, СЕРЕДИНА</a:t>
            </a:r>
          </a:p>
        </p:txBody>
      </p:sp>
      <p:sp>
        <p:nvSpPr>
          <p:cNvPr id="4" name="Номер слайда 3"/>
          <p:cNvSpPr>
            <a:spLocks noGrp="1"/>
          </p:cNvSpPr>
          <p:nvPr>
            <p:ph type="sldNum" sz="quarter" idx="12"/>
          </p:nvPr>
        </p:nvSpPr>
        <p:spPr>
          <a:xfrm>
            <a:off x="6804248" y="6237312"/>
            <a:ext cx="2133600" cy="365125"/>
          </a:xfrm>
        </p:spPr>
        <p:txBody>
          <a:bodyPr/>
          <a:lstStyle/>
          <a:p>
            <a:pPr algn="r"/>
            <a:fld id="{725C68B6-61C2-468F-89AB-4B9F7531AA68}" type="slidenum">
              <a:rPr lang="ru-RU" sz="1600" b="1" smtClean="0">
                <a:solidFill>
                  <a:schemeClr val="tx1"/>
                </a:solidFill>
                <a:latin typeface="Arial" pitchFamily="34" charset="0"/>
                <a:cs typeface="Arial" pitchFamily="34" charset="0"/>
              </a:rPr>
              <a:pPr algn="r"/>
              <a:t>7</a:t>
            </a:fld>
            <a:endParaRPr lang="ru-RU" sz="1600" b="1" dirty="0">
              <a:solidFill>
                <a:schemeClr val="tx1"/>
              </a:solidFill>
              <a:latin typeface="Arial" pitchFamily="34" charset="0"/>
              <a:cs typeface="Arial" pitchFamily="34" charset="0"/>
            </a:endParaRPr>
          </a:p>
        </p:txBody>
      </p:sp>
      <p:sp>
        <p:nvSpPr>
          <p:cNvPr id="53" name="Содержимое 52"/>
          <p:cNvSpPr>
            <a:spLocks noGrp="1"/>
          </p:cNvSpPr>
          <p:nvPr>
            <p:ph sz="quarter" idx="1"/>
          </p:nvPr>
        </p:nvSpPr>
        <p:spPr>
          <a:xfrm>
            <a:off x="251520" y="1196752"/>
            <a:ext cx="5040560" cy="3220540"/>
          </a:xfrm>
        </p:spPr>
        <p:txBody>
          <a:bodyPr>
            <a:noAutofit/>
          </a:bodyPr>
          <a:lstStyle/>
          <a:p>
            <a:pPr marL="0" indent="0">
              <a:buNone/>
            </a:pPr>
            <a:r>
              <a:rPr lang="ru-RU" sz="2400" dirty="0"/>
              <a:t> Норберт Винер (1894 – 1964)</a:t>
            </a:r>
          </a:p>
          <a:p>
            <a:pPr marL="0" indent="0">
              <a:buNone/>
            </a:pPr>
            <a:r>
              <a:rPr lang="ru-RU" sz="2400" dirty="0"/>
              <a:t>«Кибернетика или управление и связь в животном и машине» - 1948г.</a:t>
            </a:r>
          </a:p>
          <a:p>
            <a:pPr marL="0" indent="0">
              <a:buNone/>
            </a:pPr>
            <a:endParaRPr lang="ru-RU" sz="2400" dirty="0"/>
          </a:p>
          <a:p>
            <a:pPr marL="0" indent="0">
              <a:buNone/>
            </a:pPr>
            <a:endParaRPr lang="ru-RU" sz="2400" dirty="0"/>
          </a:p>
          <a:p>
            <a:endParaRPr lang="ru-RU" sz="2400" dirty="0"/>
          </a:p>
        </p:txBody>
      </p:sp>
      <p:pic>
        <p:nvPicPr>
          <p:cNvPr id="8" name="Picture 2" descr="http://www.palsh.nm.ru/wiener.jpg">
            <a:extLst>
              <a:ext uri="{FF2B5EF4-FFF2-40B4-BE49-F238E27FC236}">
                <a16:creationId xmlns:a16="http://schemas.microsoft.com/office/drawing/2014/main" id="{D4B16A70-B966-98D1-946E-755BCBA00C94}"/>
              </a:ext>
            </a:extLst>
          </p:cNvPr>
          <p:cNvPicPr>
            <a:picLocks noChangeAspect="1" noChangeArrowheads="1"/>
          </p:cNvPicPr>
          <p:nvPr/>
        </p:nvPicPr>
        <p:blipFill>
          <a:blip r:embed="rId3" cstate="print"/>
          <a:srcRect/>
          <a:stretch>
            <a:fillRect/>
          </a:stretch>
        </p:blipFill>
        <p:spPr bwMode="auto">
          <a:xfrm>
            <a:off x="3419872" y="2636912"/>
            <a:ext cx="5108198" cy="2714644"/>
          </a:xfrm>
          <a:prstGeom prst="rect">
            <a:avLst/>
          </a:prstGeom>
          <a:noFill/>
        </p:spPr>
      </p:pic>
    </p:spTree>
    <p:extLst>
      <p:ext uri="{BB962C8B-B14F-4D97-AF65-F5344CB8AC3E}">
        <p14:creationId xmlns:p14="http://schemas.microsoft.com/office/powerpoint/2010/main" val="188420784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31060" y="404664"/>
            <a:ext cx="8686800" cy="504056"/>
          </a:xfrm>
        </p:spPr>
        <p:txBody>
          <a:bodyPr>
            <a:noAutofit/>
          </a:bodyPr>
          <a:lstStyle/>
          <a:p>
            <a:r>
              <a:rPr lang="en-US" sz="3600" b="1" dirty="0">
                <a:solidFill>
                  <a:srgbClr val="002060"/>
                </a:solidFill>
              </a:rPr>
              <a:t>XX </a:t>
            </a:r>
            <a:r>
              <a:rPr lang="ru-RU" sz="3600" b="1" dirty="0">
                <a:solidFill>
                  <a:srgbClr val="002060"/>
                </a:solidFill>
              </a:rPr>
              <a:t>ВЕК, СЕРЕДИНА</a:t>
            </a:r>
          </a:p>
        </p:txBody>
      </p:sp>
      <p:sp>
        <p:nvSpPr>
          <p:cNvPr id="4" name="Номер слайда 3"/>
          <p:cNvSpPr>
            <a:spLocks noGrp="1"/>
          </p:cNvSpPr>
          <p:nvPr>
            <p:ph type="sldNum" sz="quarter" idx="12"/>
          </p:nvPr>
        </p:nvSpPr>
        <p:spPr>
          <a:xfrm>
            <a:off x="6804248" y="6237312"/>
            <a:ext cx="2133600" cy="365125"/>
          </a:xfrm>
        </p:spPr>
        <p:txBody>
          <a:bodyPr/>
          <a:lstStyle/>
          <a:p>
            <a:pPr algn="r"/>
            <a:fld id="{725C68B6-61C2-468F-89AB-4B9F7531AA68}" type="slidenum">
              <a:rPr lang="ru-RU" sz="1600" b="1" smtClean="0">
                <a:solidFill>
                  <a:schemeClr val="tx1"/>
                </a:solidFill>
                <a:latin typeface="Arial" pitchFamily="34" charset="0"/>
                <a:cs typeface="Arial" pitchFamily="34" charset="0"/>
              </a:rPr>
              <a:pPr algn="r"/>
              <a:t>8</a:t>
            </a:fld>
            <a:endParaRPr lang="ru-RU" sz="1600" b="1" dirty="0">
              <a:solidFill>
                <a:schemeClr val="tx1"/>
              </a:solidFill>
              <a:latin typeface="Arial" pitchFamily="34" charset="0"/>
              <a:cs typeface="Arial" pitchFamily="34" charset="0"/>
            </a:endParaRPr>
          </a:p>
        </p:txBody>
      </p:sp>
      <p:sp>
        <p:nvSpPr>
          <p:cNvPr id="53" name="Содержимое 52"/>
          <p:cNvSpPr>
            <a:spLocks noGrp="1"/>
          </p:cNvSpPr>
          <p:nvPr>
            <p:ph sz="quarter" idx="1"/>
          </p:nvPr>
        </p:nvSpPr>
        <p:spPr>
          <a:xfrm>
            <a:off x="251520" y="1196752"/>
            <a:ext cx="5040560" cy="3220540"/>
          </a:xfrm>
        </p:spPr>
        <p:txBody>
          <a:bodyPr>
            <a:noAutofit/>
          </a:bodyPr>
          <a:lstStyle/>
          <a:p>
            <a:pPr marL="0" indent="0">
              <a:buNone/>
            </a:pPr>
            <a:r>
              <a:rPr lang="ru-RU" sz="2400" dirty="0"/>
              <a:t> Алан Тьюринг </a:t>
            </a:r>
          </a:p>
          <a:p>
            <a:pPr marL="0" indent="0">
              <a:buNone/>
            </a:pPr>
            <a:r>
              <a:rPr lang="ru-RU" sz="2400" dirty="0"/>
              <a:t>(1912-1954)</a:t>
            </a:r>
          </a:p>
          <a:p>
            <a:pPr marL="0" indent="0">
              <a:buNone/>
            </a:pPr>
            <a:r>
              <a:rPr lang="ru-RU" sz="2400" dirty="0"/>
              <a:t>Математик, криптограф, </a:t>
            </a:r>
          </a:p>
          <a:p>
            <a:pPr marL="0" indent="0">
              <a:buNone/>
            </a:pPr>
            <a:r>
              <a:rPr lang="ru-RU" sz="2400" dirty="0"/>
              <a:t>логик, создатель </a:t>
            </a:r>
            <a:r>
              <a:rPr lang="ru-RU" sz="2400" i="1" dirty="0"/>
              <a:t>Машины Тьюринга</a:t>
            </a:r>
          </a:p>
          <a:p>
            <a:pPr marL="0" indent="0">
              <a:buNone/>
            </a:pPr>
            <a:endParaRPr lang="ru-RU" sz="2400" dirty="0"/>
          </a:p>
          <a:p>
            <a:endParaRPr lang="ru-RU" sz="2400" dirty="0"/>
          </a:p>
          <a:p>
            <a:r>
              <a:rPr lang="ru-RU" sz="2400" dirty="0"/>
              <a:t>Тест Тьюринга:</a:t>
            </a:r>
          </a:p>
        </p:txBody>
      </p:sp>
      <p:pic>
        <p:nvPicPr>
          <p:cNvPr id="3" name="Picture 2" descr="http://vonneumannmachine.files.wordpress.com/2009/05/turing-alan.jpg">
            <a:extLst>
              <a:ext uri="{FF2B5EF4-FFF2-40B4-BE49-F238E27FC236}">
                <a16:creationId xmlns:a16="http://schemas.microsoft.com/office/drawing/2014/main" id="{B198E966-768B-29CF-2078-A4DDE2315126}"/>
              </a:ext>
            </a:extLst>
          </p:cNvPr>
          <p:cNvPicPr>
            <a:picLocks noChangeAspect="1" noChangeArrowheads="1"/>
          </p:cNvPicPr>
          <p:nvPr/>
        </p:nvPicPr>
        <p:blipFill>
          <a:blip r:embed="rId3" cstate="print"/>
          <a:srcRect/>
          <a:stretch>
            <a:fillRect/>
          </a:stretch>
        </p:blipFill>
        <p:spPr bwMode="auto">
          <a:xfrm>
            <a:off x="6128506" y="1147522"/>
            <a:ext cx="2491843" cy="3130378"/>
          </a:xfrm>
          <a:prstGeom prst="rect">
            <a:avLst/>
          </a:prstGeom>
          <a:noFill/>
        </p:spPr>
      </p:pic>
      <p:grpSp>
        <p:nvGrpSpPr>
          <p:cNvPr id="9" name="Группа 8">
            <a:extLst>
              <a:ext uri="{FF2B5EF4-FFF2-40B4-BE49-F238E27FC236}">
                <a16:creationId xmlns:a16="http://schemas.microsoft.com/office/drawing/2014/main" id="{DC0698CF-CEE6-C74D-9BAF-3BE0D4837F7B}"/>
              </a:ext>
            </a:extLst>
          </p:cNvPr>
          <p:cNvGrpSpPr/>
          <p:nvPr/>
        </p:nvGrpSpPr>
        <p:grpSpPr>
          <a:xfrm>
            <a:off x="755576" y="3933056"/>
            <a:ext cx="5653862" cy="2586795"/>
            <a:chOff x="214282" y="1643050"/>
            <a:chExt cx="8558246" cy="4876801"/>
          </a:xfrm>
        </p:grpSpPr>
        <p:pic>
          <p:nvPicPr>
            <p:cNvPr id="5" name="Picture 2" descr="http://www.yourdictionary.com/images/computer/_TELETYP.GIF">
              <a:extLst>
                <a:ext uri="{FF2B5EF4-FFF2-40B4-BE49-F238E27FC236}">
                  <a16:creationId xmlns:a16="http://schemas.microsoft.com/office/drawing/2014/main" id="{808DFF88-7B51-009F-4E31-8BCB1B9100A8}"/>
                </a:ext>
              </a:extLst>
            </p:cNvPr>
            <p:cNvPicPr>
              <a:picLocks noChangeAspect="1" noChangeArrowheads="1"/>
            </p:cNvPicPr>
            <p:nvPr/>
          </p:nvPicPr>
          <p:blipFill>
            <a:blip r:embed="rId4" cstate="print"/>
            <a:srcRect t="11249"/>
            <a:stretch>
              <a:fillRect/>
            </a:stretch>
          </p:blipFill>
          <p:spPr bwMode="auto">
            <a:xfrm>
              <a:off x="214282" y="3071810"/>
              <a:ext cx="3771900" cy="2840389"/>
            </a:xfrm>
            <a:prstGeom prst="rect">
              <a:avLst/>
            </a:prstGeom>
            <a:noFill/>
          </p:spPr>
        </p:pic>
        <p:pic>
          <p:nvPicPr>
            <p:cNvPr id="6" name="Picture 2" descr="http://www.yourdictionary.com/images/computer/_TELETYP.GIF">
              <a:extLst>
                <a:ext uri="{FF2B5EF4-FFF2-40B4-BE49-F238E27FC236}">
                  <a16:creationId xmlns:a16="http://schemas.microsoft.com/office/drawing/2014/main" id="{497352A7-32F2-886B-2DD7-7A3AB528D28E}"/>
                </a:ext>
              </a:extLst>
            </p:cNvPr>
            <p:cNvPicPr>
              <a:picLocks noChangeAspect="1" noChangeArrowheads="1"/>
            </p:cNvPicPr>
            <p:nvPr/>
          </p:nvPicPr>
          <p:blipFill>
            <a:blip r:embed="rId4" cstate="print"/>
            <a:srcRect t="11249"/>
            <a:stretch>
              <a:fillRect/>
            </a:stretch>
          </p:blipFill>
          <p:spPr bwMode="auto">
            <a:xfrm>
              <a:off x="5000628" y="3071810"/>
              <a:ext cx="3771900" cy="2840389"/>
            </a:xfrm>
            <a:prstGeom prst="rect">
              <a:avLst/>
            </a:prstGeom>
            <a:noFill/>
            <a:scene3d>
              <a:camera prst="orthographicFront">
                <a:rot lat="0" lon="10800000" rev="0"/>
              </a:camera>
              <a:lightRig rig="threePt" dir="t"/>
            </a:scene3d>
          </p:spPr>
        </p:pic>
        <p:pic>
          <p:nvPicPr>
            <p:cNvPr id="7" name="Picture 4" descr="http://stein.bioch.dundee.ac.uk/~charlie/layman/BrownBrickWall_tileable.jpg">
              <a:extLst>
                <a:ext uri="{FF2B5EF4-FFF2-40B4-BE49-F238E27FC236}">
                  <a16:creationId xmlns:a16="http://schemas.microsoft.com/office/drawing/2014/main" id="{2EB45780-4340-A638-4B1A-2808BC42743E}"/>
                </a:ext>
              </a:extLst>
            </p:cNvPr>
            <p:cNvPicPr>
              <a:picLocks noChangeAspect="1" noChangeArrowheads="1"/>
            </p:cNvPicPr>
            <p:nvPr/>
          </p:nvPicPr>
          <p:blipFill>
            <a:blip r:embed="rId5" cstate="print"/>
            <a:srcRect r="83046"/>
            <a:stretch>
              <a:fillRect/>
            </a:stretch>
          </p:blipFill>
          <p:spPr bwMode="auto">
            <a:xfrm>
              <a:off x="4071934" y="1643050"/>
              <a:ext cx="826810" cy="4876801"/>
            </a:xfrm>
            <a:prstGeom prst="rect">
              <a:avLst/>
            </a:prstGeom>
            <a:noFill/>
          </p:spPr>
        </p:pic>
      </p:grpSp>
    </p:spTree>
    <p:extLst>
      <p:ext uri="{BB962C8B-B14F-4D97-AF65-F5344CB8AC3E}">
        <p14:creationId xmlns:p14="http://schemas.microsoft.com/office/powerpoint/2010/main" val="161967306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31060" y="404664"/>
            <a:ext cx="8686800" cy="504056"/>
          </a:xfrm>
        </p:spPr>
        <p:txBody>
          <a:bodyPr>
            <a:noAutofit/>
          </a:bodyPr>
          <a:lstStyle/>
          <a:p>
            <a:r>
              <a:rPr lang="en-US" sz="3600" b="1" dirty="0">
                <a:solidFill>
                  <a:srgbClr val="002060"/>
                </a:solidFill>
              </a:rPr>
              <a:t>XX </a:t>
            </a:r>
            <a:r>
              <a:rPr lang="ru-RU" sz="3600" b="1" dirty="0">
                <a:solidFill>
                  <a:srgbClr val="002060"/>
                </a:solidFill>
              </a:rPr>
              <a:t>ВЕК, СЕРЕДИНА</a:t>
            </a:r>
          </a:p>
        </p:txBody>
      </p:sp>
      <p:sp>
        <p:nvSpPr>
          <p:cNvPr id="4" name="Номер слайда 3"/>
          <p:cNvSpPr>
            <a:spLocks noGrp="1"/>
          </p:cNvSpPr>
          <p:nvPr>
            <p:ph type="sldNum" sz="quarter" idx="12"/>
          </p:nvPr>
        </p:nvSpPr>
        <p:spPr>
          <a:xfrm>
            <a:off x="6804248" y="6237312"/>
            <a:ext cx="2133600" cy="365125"/>
          </a:xfrm>
        </p:spPr>
        <p:txBody>
          <a:bodyPr/>
          <a:lstStyle/>
          <a:p>
            <a:pPr algn="r"/>
            <a:fld id="{725C68B6-61C2-468F-89AB-4B9F7531AA68}" type="slidenum">
              <a:rPr lang="ru-RU" sz="1600" b="1" smtClean="0">
                <a:solidFill>
                  <a:schemeClr val="tx1"/>
                </a:solidFill>
                <a:latin typeface="Arial" pitchFamily="34" charset="0"/>
                <a:cs typeface="Arial" pitchFamily="34" charset="0"/>
              </a:rPr>
              <a:pPr algn="r"/>
              <a:t>9</a:t>
            </a:fld>
            <a:endParaRPr lang="ru-RU" sz="1600" b="1" dirty="0">
              <a:solidFill>
                <a:schemeClr val="tx1"/>
              </a:solidFill>
              <a:latin typeface="Arial" pitchFamily="34" charset="0"/>
              <a:cs typeface="Arial" pitchFamily="34" charset="0"/>
            </a:endParaRPr>
          </a:p>
        </p:txBody>
      </p:sp>
      <p:sp>
        <p:nvSpPr>
          <p:cNvPr id="53" name="Содержимое 52"/>
          <p:cNvSpPr>
            <a:spLocks noGrp="1"/>
          </p:cNvSpPr>
          <p:nvPr>
            <p:ph sz="quarter" idx="1"/>
          </p:nvPr>
        </p:nvSpPr>
        <p:spPr>
          <a:xfrm>
            <a:off x="251520" y="1196752"/>
            <a:ext cx="6840760" cy="1224136"/>
          </a:xfrm>
        </p:spPr>
        <p:txBody>
          <a:bodyPr>
            <a:noAutofit/>
          </a:bodyPr>
          <a:lstStyle/>
          <a:p>
            <a:pPr marL="0" indent="0">
              <a:buNone/>
            </a:pPr>
            <a:r>
              <a:rPr lang="ru-RU" sz="2400" dirty="0"/>
              <a:t>Д.А. Поспелов, М.Л. </a:t>
            </a:r>
            <a:r>
              <a:rPr lang="ru-RU" sz="2400" dirty="0" err="1"/>
              <a:t>Цетлин</a:t>
            </a:r>
            <a:r>
              <a:rPr lang="ru-RU" sz="2400" dirty="0"/>
              <a:t>, М.Г. Гаазе-Рапопорт, </a:t>
            </a:r>
          </a:p>
          <a:p>
            <a:pPr marL="0" indent="0">
              <a:buNone/>
            </a:pPr>
            <a:r>
              <a:rPr lang="ru-RU" sz="2400" dirty="0"/>
              <a:t>конец 1950-х. Агентный подход</a:t>
            </a:r>
          </a:p>
        </p:txBody>
      </p:sp>
      <p:pic>
        <p:nvPicPr>
          <p:cNvPr id="8" name="Рисунок 7">
            <a:extLst>
              <a:ext uri="{FF2B5EF4-FFF2-40B4-BE49-F238E27FC236}">
                <a16:creationId xmlns:a16="http://schemas.microsoft.com/office/drawing/2014/main" id="{7E38F7D4-C619-BEEB-8BA7-053209AC1527}"/>
              </a:ext>
            </a:extLst>
          </p:cNvPr>
          <p:cNvPicPr>
            <a:picLocks noChangeAspect="1"/>
          </p:cNvPicPr>
          <p:nvPr/>
        </p:nvPicPr>
        <p:blipFill>
          <a:blip r:embed="rId3"/>
          <a:stretch>
            <a:fillRect/>
          </a:stretch>
        </p:blipFill>
        <p:spPr>
          <a:xfrm>
            <a:off x="7415502" y="1772554"/>
            <a:ext cx="1659995" cy="2576003"/>
          </a:xfrm>
          <a:prstGeom prst="rect">
            <a:avLst/>
          </a:prstGeom>
        </p:spPr>
      </p:pic>
      <p:pic>
        <p:nvPicPr>
          <p:cNvPr id="10" name="Picture 2" descr="Дмитрий Александрович Поспелов.">
            <a:extLst>
              <a:ext uri="{FF2B5EF4-FFF2-40B4-BE49-F238E27FC236}">
                <a16:creationId xmlns:a16="http://schemas.microsoft.com/office/drawing/2014/main" id="{A166F588-E587-5F44-2CB7-7E5637F0648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7946" y="2368748"/>
            <a:ext cx="1423545" cy="1731030"/>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4" descr="Михаил Львович Цетлин.">
            <a:extLst>
              <a:ext uri="{FF2B5EF4-FFF2-40B4-BE49-F238E27FC236}">
                <a16:creationId xmlns:a16="http://schemas.microsoft.com/office/drawing/2014/main" id="{125B6645-8F4F-7ECB-48D3-A83EA77C2E42}"/>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779754" y="2368747"/>
            <a:ext cx="1661950" cy="1251350"/>
          </a:xfrm>
          <a:prstGeom prst="rect">
            <a:avLst/>
          </a:prstGeom>
          <a:noFill/>
          <a:extLst>
            <a:ext uri="{909E8E84-426E-40DD-AFC4-6F175D3DCCD1}">
              <a14:hiddenFill xmlns:a14="http://schemas.microsoft.com/office/drawing/2010/main">
                <a:solidFill>
                  <a:srgbClr val="FFFFFF"/>
                </a:solidFill>
              </a14:hiddenFill>
            </a:ext>
          </a:extLst>
        </p:spPr>
      </p:pic>
      <p:pic>
        <p:nvPicPr>
          <p:cNvPr id="12" name="Picture 6">
            <a:extLst>
              <a:ext uri="{FF2B5EF4-FFF2-40B4-BE49-F238E27FC236}">
                <a16:creationId xmlns:a16="http://schemas.microsoft.com/office/drawing/2014/main" id="{6E42916C-D42E-E16E-B143-A408D7334CE5}"/>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684142" y="2415388"/>
            <a:ext cx="1731360" cy="2712576"/>
          </a:xfrm>
          <a:prstGeom prst="rect">
            <a:avLst/>
          </a:prstGeom>
          <a:noFill/>
          <a:extLst>
            <a:ext uri="{909E8E84-426E-40DD-AFC4-6F175D3DCCD1}">
              <a14:hiddenFill xmlns:a14="http://schemas.microsoft.com/office/drawing/2010/main">
                <a:solidFill>
                  <a:srgbClr val="FFFFFF"/>
                </a:solidFill>
              </a14:hiddenFill>
            </a:ext>
          </a:extLst>
        </p:spPr>
      </p:pic>
      <p:pic>
        <p:nvPicPr>
          <p:cNvPr id="13" name="Picture 8">
            <a:extLst>
              <a:ext uri="{FF2B5EF4-FFF2-40B4-BE49-F238E27FC236}">
                <a16:creationId xmlns:a16="http://schemas.microsoft.com/office/drawing/2014/main" id="{18370800-9029-DF2F-A66F-D7C4561815FD}"/>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339752" y="3645024"/>
            <a:ext cx="1661950" cy="2476871"/>
          </a:xfrm>
          <a:prstGeom prst="rect">
            <a:avLst/>
          </a:prstGeom>
          <a:noFill/>
          <a:extLst>
            <a:ext uri="{909E8E84-426E-40DD-AFC4-6F175D3DCCD1}">
              <a14:hiddenFill xmlns:a14="http://schemas.microsoft.com/office/drawing/2010/main">
                <a:solidFill>
                  <a:srgbClr val="FFFFFF"/>
                </a:solidFill>
              </a14:hiddenFill>
            </a:ext>
          </a:extLst>
        </p:spPr>
      </p:pic>
      <p:pic>
        <p:nvPicPr>
          <p:cNvPr id="14" name="Picture 10" descr="От амёбы до робота: модели поведения">
            <a:extLst>
              <a:ext uri="{FF2B5EF4-FFF2-40B4-BE49-F238E27FC236}">
                <a16:creationId xmlns:a16="http://schemas.microsoft.com/office/drawing/2014/main" id="{1EF3A65E-CB3C-180D-B6C5-F4693B1C5D6F}"/>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024409" y="2951965"/>
            <a:ext cx="1612250" cy="2767695"/>
          </a:xfrm>
          <a:prstGeom prst="rect">
            <a:avLst/>
          </a:prstGeom>
          <a:noFill/>
          <a:extLst>
            <a:ext uri="{909E8E84-426E-40DD-AFC4-6F175D3DCCD1}">
              <a14:hiddenFill xmlns:a14="http://schemas.microsoft.com/office/drawing/2010/main">
                <a:solidFill>
                  <a:srgbClr val="FFFFFF"/>
                </a:solidFill>
              </a14:hiddenFill>
            </a:ext>
          </a:extLst>
        </p:spPr>
      </p:pic>
      <p:pic>
        <p:nvPicPr>
          <p:cNvPr id="15" name="Picture 12" descr="Гаазе\-Рапопорт|Гаазе-Рапопорт Модест Георгиевич родился 02.06.1919. ✩ Воин...">
            <a:extLst>
              <a:ext uri="{FF2B5EF4-FFF2-40B4-BE49-F238E27FC236}">
                <a16:creationId xmlns:a16="http://schemas.microsoft.com/office/drawing/2014/main" id="{8E2DB210-8F41-18FC-8775-7FD062BC0A60}"/>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11044" y="4380319"/>
            <a:ext cx="1044176" cy="156871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6929787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31060" y="404664"/>
            <a:ext cx="8686800" cy="504056"/>
          </a:xfrm>
        </p:spPr>
        <p:txBody>
          <a:bodyPr>
            <a:noAutofit/>
          </a:bodyPr>
          <a:lstStyle/>
          <a:p>
            <a:r>
              <a:rPr lang="en-US" sz="3600" b="1" dirty="0">
                <a:solidFill>
                  <a:srgbClr val="002060"/>
                </a:solidFill>
              </a:rPr>
              <a:t>XX </a:t>
            </a:r>
            <a:r>
              <a:rPr lang="ru-RU" sz="3600" b="1" dirty="0">
                <a:solidFill>
                  <a:srgbClr val="002060"/>
                </a:solidFill>
              </a:rPr>
              <a:t>ВЕК, СЕРЕДИНА</a:t>
            </a:r>
          </a:p>
        </p:txBody>
      </p:sp>
      <p:sp>
        <p:nvSpPr>
          <p:cNvPr id="4" name="Номер слайда 3"/>
          <p:cNvSpPr>
            <a:spLocks noGrp="1"/>
          </p:cNvSpPr>
          <p:nvPr>
            <p:ph type="sldNum" sz="quarter" idx="12"/>
          </p:nvPr>
        </p:nvSpPr>
        <p:spPr>
          <a:xfrm>
            <a:off x="6804248" y="6237312"/>
            <a:ext cx="2133600" cy="365125"/>
          </a:xfrm>
        </p:spPr>
        <p:txBody>
          <a:bodyPr/>
          <a:lstStyle/>
          <a:p>
            <a:pPr algn="r"/>
            <a:fld id="{725C68B6-61C2-468F-89AB-4B9F7531AA68}" type="slidenum">
              <a:rPr lang="ru-RU" sz="1600" b="1" smtClean="0">
                <a:solidFill>
                  <a:schemeClr val="tx1"/>
                </a:solidFill>
                <a:latin typeface="Arial" pitchFamily="34" charset="0"/>
                <a:cs typeface="Arial" pitchFamily="34" charset="0"/>
              </a:rPr>
              <a:pPr algn="r"/>
              <a:t>10</a:t>
            </a:fld>
            <a:endParaRPr lang="ru-RU" sz="1600" b="1" dirty="0">
              <a:solidFill>
                <a:schemeClr val="tx1"/>
              </a:solidFill>
              <a:latin typeface="Arial" pitchFamily="34" charset="0"/>
              <a:cs typeface="Arial" pitchFamily="34" charset="0"/>
            </a:endParaRPr>
          </a:p>
        </p:txBody>
      </p:sp>
      <p:sp>
        <p:nvSpPr>
          <p:cNvPr id="53" name="Содержимое 52"/>
          <p:cNvSpPr>
            <a:spLocks noGrp="1"/>
          </p:cNvSpPr>
          <p:nvPr>
            <p:ph sz="quarter" idx="1"/>
          </p:nvPr>
        </p:nvSpPr>
        <p:spPr>
          <a:xfrm>
            <a:off x="251520" y="1221532"/>
            <a:ext cx="5040560" cy="3220540"/>
          </a:xfrm>
        </p:spPr>
        <p:txBody>
          <a:bodyPr>
            <a:noAutofit/>
          </a:bodyPr>
          <a:lstStyle/>
          <a:p>
            <a:pPr marL="0" indent="0">
              <a:buNone/>
            </a:pPr>
            <a:r>
              <a:rPr lang="ru-RU" sz="2400" dirty="0"/>
              <a:t> Джон Маккарти, язык </a:t>
            </a:r>
            <a:r>
              <a:rPr lang="en-US" sz="2400" dirty="0"/>
              <a:t>LISP</a:t>
            </a:r>
            <a:r>
              <a:rPr lang="ru-RU" sz="2400" dirty="0"/>
              <a:t> </a:t>
            </a:r>
            <a:endParaRPr lang="en-US" sz="2400" dirty="0"/>
          </a:p>
          <a:p>
            <a:pPr marL="0" indent="0">
              <a:buNone/>
            </a:pPr>
            <a:r>
              <a:rPr lang="ru-RU" sz="2400" dirty="0"/>
              <a:t>(</a:t>
            </a:r>
            <a:r>
              <a:rPr lang="en-US" sz="2400" dirty="0" err="1"/>
              <a:t>LISt</a:t>
            </a:r>
            <a:r>
              <a:rPr lang="en-US" sz="2400" dirty="0"/>
              <a:t> Processing)</a:t>
            </a:r>
            <a:r>
              <a:rPr lang="ru-RU" sz="2400" dirty="0"/>
              <a:t>.</a:t>
            </a:r>
          </a:p>
          <a:p>
            <a:pPr marL="0" indent="0">
              <a:buNone/>
            </a:pPr>
            <a:r>
              <a:rPr lang="ru-RU" sz="2400" dirty="0"/>
              <a:t>Дизайн разработан в 1960г.</a:t>
            </a:r>
            <a:endParaRPr lang="en-US" sz="2400" dirty="0"/>
          </a:p>
          <a:p>
            <a:pPr marL="0" indent="0">
              <a:buNone/>
            </a:pPr>
            <a:r>
              <a:rPr lang="ru-RU" sz="2400" dirty="0"/>
              <a:t>Первый компилятор – 1962г.</a:t>
            </a:r>
          </a:p>
          <a:p>
            <a:pPr marL="0" indent="0">
              <a:buNone/>
            </a:pPr>
            <a:endParaRPr lang="ru-RU" sz="2400" dirty="0"/>
          </a:p>
          <a:p>
            <a:endParaRPr lang="ru-RU" sz="2400" dirty="0"/>
          </a:p>
        </p:txBody>
      </p:sp>
      <p:pic>
        <p:nvPicPr>
          <p:cNvPr id="10242" name="Picture 2">
            <a:extLst>
              <a:ext uri="{FF2B5EF4-FFF2-40B4-BE49-F238E27FC236}">
                <a16:creationId xmlns:a16="http://schemas.microsoft.com/office/drawing/2014/main" id="{EBE51F46-C247-768D-B5BF-089A34E0103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148064" y="1219200"/>
            <a:ext cx="3273152" cy="379685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6049014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31060" y="404664"/>
            <a:ext cx="8686800" cy="504056"/>
          </a:xfrm>
        </p:spPr>
        <p:txBody>
          <a:bodyPr>
            <a:noAutofit/>
          </a:bodyPr>
          <a:lstStyle/>
          <a:p>
            <a:r>
              <a:rPr lang="en-US" sz="3600" b="1" dirty="0">
                <a:solidFill>
                  <a:srgbClr val="002060"/>
                </a:solidFill>
              </a:rPr>
              <a:t>XX </a:t>
            </a:r>
            <a:r>
              <a:rPr lang="ru-RU" sz="3600" b="1" dirty="0">
                <a:solidFill>
                  <a:srgbClr val="002060"/>
                </a:solidFill>
              </a:rPr>
              <a:t>ВЕК, СЕРЕДИНА</a:t>
            </a:r>
          </a:p>
        </p:txBody>
      </p:sp>
      <p:sp>
        <p:nvSpPr>
          <p:cNvPr id="4" name="Номер слайда 3"/>
          <p:cNvSpPr>
            <a:spLocks noGrp="1"/>
          </p:cNvSpPr>
          <p:nvPr>
            <p:ph type="sldNum" sz="quarter" idx="12"/>
          </p:nvPr>
        </p:nvSpPr>
        <p:spPr>
          <a:xfrm>
            <a:off x="6804248" y="6237312"/>
            <a:ext cx="2133600" cy="365125"/>
          </a:xfrm>
        </p:spPr>
        <p:txBody>
          <a:bodyPr/>
          <a:lstStyle/>
          <a:p>
            <a:pPr algn="r"/>
            <a:fld id="{725C68B6-61C2-468F-89AB-4B9F7531AA68}" type="slidenum">
              <a:rPr lang="ru-RU" sz="1600" b="1" smtClean="0">
                <a:solidFill>
                  <a:schemeClr val="tx1"/>
                </a:solidFill>
                <a:latin typeface="Arial" pitchFamily="34" charset="0"/>
                <a:cs typeface="Arial" pitchFamily="34" charset="0"/>
              </a:rPr>
              <a:pPr algn="r"/>
              <a:t>11</a:t>
            </a:fld>
            <a:endParaRPr lang="ru-RU" sz="1600" b="1" dirty="0">
              <a:solidFill>
                <a:schemeClr val="tx1"/>
              </a:solidFill>
              <a:latin typeface="Arial" pitchFamily="34" charset="0"/>
              <a:cs typeface="Arial" pitchFamily="34" charset="0"/>
            </a:endParaRPr>
          </a:p>
        </p:txBody>
      </p:sp>
      <p:sp>
        <p:nvSpPr>
          <p:cNvPr id="53" name="Содержимое 52"/>
          <p:cNvSpPr>
            <a:spLocks noGrp="1"/>
          </p:cNvSpPr>
          <p:nvPr>
            <p:ph sz="quarter" idx="1"/>
          </p:nvPr>
        </p:nvSpPr>
        <p:spPr>
          <a:xfrm>
            <a:off x="323528" y="1149524"/>
            <a:ext cx="6624736" cy="5087788"/>
          </a:xfrm>
        </p:spPr>
        <p:txBody>
          <a:bodyPr>
            <a:noAutofit/>
          </a:bodyPr>
          <a:lstStyle/>
          <a:p>
            <a:pPr marL="0" indent="0">
              <a:buNone/>
            </a:pPr>
            <a:r>
              <a:rPr lang="ru-RU" sz="2400" b="1" dirty="0"/>
              <a:t>Теория полезности </a:t>
            </a:r>
            <a:r>
              <a:rPr lang="ru-RU" sz="2400" dirty="0"/>
              <a:t>(экономика). Леон Вальрас.</a:t>
            </a:r>
          </a:p>
          <a:p>
            <a:pPr marL="0" indent="0">
              <a:buNone/>
            </a:pPr>
            <a:r>
              <a:rPr lang="ru-RU" sz="2400" b="1" dirty="0"/>
              <a:t>Теория принятия решений</a:t>
            </a:r>
            <a:r>
              <a:rPr lang="ru-RU" sz="2400" dirty="0"/>
              <a:t>. 1950. </a:t>
            </a:r>
            <a:r>
              <a:rPr lang="ru-RU" sz="2400" dirty="0" err="1"/>
              <a:t>Э.Л.Леман</a:t>
            </a:r>
            <a:r>
              <a:rPr lang="ru-RU" sz="2400" dirty="0"/>
              <a:t>.</a:t>
            </a:r>
          </a:p>
          <a:p>
            <a:pPr marL="0" indent="0">
              <a:buNone/>
            </a:pPr>
            <a:r>
              <a:rPr lang="ru-RU" sz="2400" b="1" dirty="0"/>
              <a:t>Исследование операций. </a:t>
            </a:r>
            <a:r>
              <a:rPr lang="ru-RU" sz="2400" dirty="0"/>
              <a:t>Ричард Беллман.</a:t>
            </a:r>
          </a:p>
          <a:p>
            <a:pPr marL="0" indent="0">
              <a:buNone/>
            </a:pPr>
            <a:r>
              <a:rPr lang="ru-RU" sz="2400" b="1" dirty="0"/>
              <a:t>Теория игр</a:t>
            </a:r>
            <a:r>
              <a:rPr lang="ru-RU" sz="2400" dirty="0"/>
              <a:t>. 1949. 		Джон Фон Нейман</a:t>
            </a:r>
          </a:p>
          <a:p>
            <a:pPr marL="0" indent="0">
              <a:buNone/>
            </a:pPr>
            <a:endParaRPr lang="ru-RU" sz="2400" dirty="0"/>
          </a:p>
          <a:p>
            <a:pPr marL="0" indent="0">
              <a:buNone/>
            </a:pPr>
            <a:r>
              <a:rPr lang="ru-RU" sz="2400" dirty="0"/>
              <a:t>				Джон Форбс Нэш</a:t>
            </a:r>
          </a:p>
          <a:p>
            <a:pPr marL="0" indent="0">
              <a:buNone/>
            </a:pPr>
            <a:endParaRPr lang="ru-RU" sz="2400" dirty="0"/>
          </a:p>
          <a:p>
            <a:pPr marL="0" indent="0">
              <a:buNone/>
            </a:pPr>
            <a:endParaRPr lang="ru-RU" sz="2400" dirty="0"/>
          </a:p>
          <a:p>
            <a:pPr marL="0" indent="0">
              <a:buNone/>
            </a:pPr>
            <a:endParaRPr lang="ru-RU" sz="2400" dirty="0"/>
          </a:p>
          <a:p>
            <a:pPr marL="0" indent="0">
              <a:buNone/>
            </a:pPr>
            <a:r>
              <a:rPr lang="ru-RU" sz="2400" dirty="0">
                <a:solidFill>
                  <a:srgbClr val="0070C0"/>
                </a:solidFill>
              </a:rPr>
              <a:t>Что общего?</a:t>
            </a:r>
          </a:p>
          <a:p>
            <a:pPr marL="0" indent="0">
              <a:buNone/>
            </a:pPr>
            <a:r>
              <a:rPr lang="ru-RU" sz="2400" dirty="0">
                <a:solidFill>
                  <a:srgbClr val="0070C0"/>
                </a:solidFill>
              </a:rPr>
              <a:t>-- Неопределенность.</a:t>
            </a:r>
            <a:endParaRPr lang="en-US" sz="2400" dirty="0">
              <a:solidFill>
                <a:srgbClr val="0070C0"/>
              </a:solidFill>
            </a:endParaRPr>
          </a:p>
          <a:p>
            <a:pPr marL="0" indent="0">
              <a:buNone/>
            </a:pPr>
            <a:endParaRPr lang="ru-RU" sz="2400" dirty="0"/>
          </a:p>
          <a:p>
            <a:pPr marL="0" indent="0">
              <a:buNone/>
            </a:pPr>
            <a:endParaRPr lang="ru-RU" sz="2400" dirty="0"/>
          </a:p>
          <a:p>
            <a:endParaRPr lang="ru-RU" sz="2400" dirty="0"/>
          </a:p>
        </p:txBody>
      </p:sp>
      <p:pic>
        <p:nvPicPr>
          <p:cNvPr id="11266" name="Picture 2" descr="Изображение с сайта dzen.ru">
            <a:extLst>
              <a:ext uri="{FF2B5EF4-FFF2-40B4-BE49-F238E27FC236}">
                <a16:creationId xmlns:a16="http://schemas.microsoft.com/office/drawing/2014/main" id="{623BDEF8-CCAA-B318-5B8D-741BFDCEE12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04046" y="2636912"/>
            <a:ext cx="1911233" cy="1440160"/>
          </a:xfrm>
          <a:prstGeom prst="rect">
            <a:avLst/>
          </a:prstGeom>
          <a:noFill/>
          <a:extLst>
            <a:ext uri="{909E8E84-426E-40DD-AFC4-6F175D3DCCD1}">
              <a14:hiddenFill xmlns:a14="http://schemas.microsoft.com/office/drawing/2010/main">
                <a:solidFill>
                  <a:srgbClr val="FFFFFF"/>
                </a:solidFill>
              </a14:hiddenFill>
            </a:ext>
          </a:extLst>
        </p:spPr>
      </p:pic>
      <p:pic>
        <p:nvPicPr>
          <p:cNvPr id="11268" name="Picture 4">
            <a:extLst>
              <a:ext uri="{FF2B5EF4-FFF2-40B4-BE49-F238E27FC236}">
                <a16:creationId xmlns:a16="http://schemas.microsoft.com/office/drawing/2014/main" id="{298C967E-80CC-0C68-EE52-F7908E506CF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139952" y="3861048"/>
            <a:ext cx="1951185" cy="129614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6539506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31060" y="404664"/>
            <a:ext cx="8686800" cy="504056"/>
          </a:xfrm>
        </p:spPr>
        <p:txBody>
          <a:bodyPr>
            <a:noAutofit/>
          </a:bodyPr>
          <a:lstStyle/>
          <a:p>
            <a:r>
              <a:rPr lang="en-US" sz="3600" b="1" dirty="0">
                <a:solidFill>
                  <a:srgbClr val="002060"/>
                </a:solidFill>
              </a:rPr>
              <a:t>XX </a:t>
            </a:r>
            <a:r>
              <a:rPr lang="ru-RU" sz="3600" b="1" dirty="0">
                <a:solidFill>
                  <a:srgbClr val="002060"/>
                </a:solidFill>
              </a:rPr>
              <a:t>ВЕК, ЭНТУЗИАЗМ (1952-1969)</a:t>
            </a:r>
          </a:p>
        </p:txBody>
      </p:sp>
      <p:sp>
        <p:nvSpPr>
          <p:cNvPr id="4" name="Номер слайда 3"/>
          <p:cNvSpPr>
            <a:spLocks noGrp="1"/>
          </p:cNvSpPr>
          <p:nvPr>
            <p:ph type="sldNum" sz="quarter" idx="12"/>
          </p:nvPr>
        </p:nvSpPr>
        <p:spPr>
          <a:xfrm>
            <a:off x="6804248" y="6237312"/>
            <a:ext cx="2133600" cy="365125"/>
          </a:xfrm>
        </p:spPr>
        <p:txBody>
          <a:bodyPr/>
          <a:lstStyle/>
          <a:p>
            <a:pPr algn="r"/>
            <a:fld id="{725C68B6-61C2-468F-89AB-4B9F7531AA68}" type="slidenum">
              <a:rPr lang="ru-RU" sz="1600" b="1" smtClean="0">
                <a:solidFill>
                  <a:schemeClr val="tx1"/>
                </a:solidFill>
                <a:latin typeface="Arial" pitchFamily="34" charset="0"/>
                <a:cs typeface="Arial" pitchFamily="34" charset="0"/>
              </a:rPr>
              <a:pPr algn="r"/>
              <a:t>12</a:t>
            </a:fld>
            <a:endParaRPr lang="ru-RU" sz="1600" b="1" dirty="0">
              <a:solidFill>
                <a:schemeClr val="tx1"/>
              </a:solidFill>
              <a:latin typeface="Arial" pitchFamily="34" charset="0"/>
              <a:cs typeface="Arial" pitchFamily="34" charset="0"/>
            </a:endParaRPr>
          </a:p>
        </p:txBody>
      </p:sp>
      <p:sp>
        <p:nvSpPr>
          <p:cNvPr id="53" name="Содержимое 52"/>
          <p:cNvSpPr>
            <a:spLocks noGrp="1"/>
          </p:cNvSpPr>
          <p:nvPr>
            <p:ph sz="quarter" idx="1"/>
          </p:nvPr>
        </p:nvSpPr>
        <p:spPr>
          <a:xfrm>
            <a:off x="323528" y="1149524"/>
            <a:ext cx="8424936" cy="5087788"/>
          </a:xfrm>
        </p:spPr>
        <p:txBody>
          <a:bodyPr>
            <a:noAutofit/>
          </a:bodyPr>
          <a:lstStyle/>
          <a:p>
            <a:pPr marL="0" indent="0">
              <a:buNone/>
            </a:pPr>
            <a:r>
              <a:rPr lang="ru-RU" sz="2400" dirty="0"/>
              <a:t>				Эпоха «Смотри мама, что я умею!»</a:t>
            </a:r>
          </a:p>
          <a:p>
            <a:pPr marL="0" indent="0">
              <a:buNone/>
            </a:pPr>
            <a:endParaRPr lang="ru-RU" sz="2400" dirty="0"/>
          </a:p>
          <a:p>
            <a:pPr marL="0" indent="0">
              <a:buNone/>
            </a:pPr>
            <a:r>
              <a:rPr lang="ru-RU" sz="2400" dirty="0"/>
              <a:t>«Ни одна машина не сможет выполнить Х». </a:t>
            </a:r>
          </a:p>
          <a:p>
            <a:pPr marL="0" indent="0">
              <a:buNone/>
            </a:pPr>
            <a:r>
              <a:rPr lang="ru-RU" sz="2400" dirty="0"/>
              <a:t>Список Х составил </a:t>
            </a:r>
            <a:r>
              <a:rPr lang="ru-RU" sz="2400" dirty="0" err="1"/>
              <a:t>А.Тьюринг</a:t>
            </a:r>
            <a:r>
              <a:rPr lang="ru-RU" sz="2400" dirty="0"/>
              <a:t>. Но он неуклонно сокращался.</a:t>
            </a:r>
          </a:p>
          <a:p>
            <a:pPr marL="0" indent="0">
              <a:buNone/>
            </a:pPr>
            <a:r>
              <a:rPr lang="ru-RU" sz="2400" dirty="0"/>
              <a:t>Методы – моделирование рассуждений, символьные вычисления. </a:t>
            </a:r>
          </a:p>
          <a:p>
            <a:pPr marL="0" indent="0">
              <a:buNone/>
            </a:pPr>
            <a:endParaRPr lang="ru-RU" sz="2400" dirty="0"/>
          </a:p>
          <a:p>
            <a:pPr marL="0" indent="0">
              <a:buNone/>
            </a:pPr>
            <a:r>
              <a:rPr lang="ru-RU" sz="2400" dirty="0">
                <a:solidFill>
                  <a:srgbClr val="0070C0"/>
                </a:solidFill>
              </a:rPr>
              <a:t>Энтузиазм в конце концов оказался неоправданным</a:t>
            </a:r>
          </a:p>
          <a:p>
            <a:pPr marL="0" indent="0">
              <a:buNone/>
            </a:pPr>
            <a:r>
              <a:rPr lang="ru-RU" sz="2400" dirty="0">
                <a:solidFill>
                  <a:srgbClr val="0070C0"/>
                </a:solidFill>
              </a:rPr>
              <a:t>Причина – сложность реального мира.</a:t>
            </a:r>
            <a:endParaRPr lang="en-US" sz="2400" dirty="0">
              <a:solidFill>
                <a:srgbClr val="0070C0"/>
              </a:solidFill>
            </a:endParaRPr>
          </a:p>
          <a:p>
            <a:pPr marL="0" indent="0">
              <a:buNone/>
            </a:pPr>
            <a:endParaRPr lang="ru-RU" sz="2400" dirty="0"/>
          </a:p>
          <a:p>
            <a:pPr marL="0" indent="0">
              <a:buNone/>
            </a:pPr>
            <a:endParaRPr lang="ru-RU" sz="2400" dirty="0"/>
          </a:p>
          <a:p>
            <a:endParaRPr lang="ru-RU" sz="2400" dirty="0"/>
          </a:p>
        </p:txBody>
      </p:sp>
    </p:spTree>
    <p:extLst>
      <p:ext uri="{BB962C8B-B14F-4D97-AF65-F5344CB8AC3E}">
        <p14:creationId xmlns:p14="http://schemas.microsoft.com/office/powerpoint/2010/main" val="215218885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31060" y="404664"/>
            <a:ext cx="8686800" cy="504056"/>
          </a:xfrm>
        </p:spPr>
        <p:txBody>
          <a:bodyPr>
            <a:noAutofit/>
          </a:bodyPr>
          <a:lstStyle/>
          <a:p>
            <a:r>
              <a:rPr lang="en-US" sz="3600" b="1" dirty="0">
                <a:solidFill>
                  <a:srgbClr val="002060"/>
                </a:solidFill>
              </a:rPr>
              <a:t>XX </a:t>
            </a:r>
            <a:r>
              <a:rPr lang="ru-RU" sz="3600" b="1" dirty="0">
                <a:solidFill>
                  <a:srgbClr val="002060"/>
                </a:solidFill>
              </a:rPr>
              <a:t>ВЕК, 70-е</a:t>
            </a:r>
          </a:p>
        </p:txBody>
      </p:sp>
      <p:sp>
        <p:nvSpPr>
          <p:cNvPr id="4" name="Номер слайда 3"/>
          <p:cNvSpPr>
            <a:spLocks noGrp="1"/>
          </p:cNvSpPr>
          <p:nvPr>
            <p:ph type="sldNum" sz="quarter" idx="12"/>
          </p:nvPr>
        </p:nvSpPr>
        <p:spPr>
          <a:xfrm>
            <a:off x="6804248" y="6237312"/>
            <a:ext cx="2133600" cy="365125"/>
          </a:xfrm>
        </p:spPr>
        <p:txBody>
          <a:bodyPr/>
          <a:lstStyle/>
          <a:p>
            <a:pPr algn="r"/>
            <a:fld id="{725C68B6-61C2-468F-89AB-4B9F7531AA68}" type="slidenum">
              <a:rPr lang="ru-RU" sz="1600" b="1" smtClean="0">
                <a:solidFill>
                  <a:schemeClr val="tx1"/>
                </a:solidFill>
                <a:latin typeface="Arial" pitchFamily="34" charset="0"/>
                <a:cs typeface="Arial" pitchFamily="34" charset="0"/>
              </a:rPr>
              <a:pPr algn="r"/>
              <a:t>13</a:t>
            </a:fld>
            <a:endParaRPr lang="ru-RU" sz="1600" b="1" dirty="0">
              <a:solidFill>
                <a:schemeClr val="tx1"/>
              </a:solidFill>
              <a:latin typeface="Arial" pitchFamily="34" charset="0"/>
              <a:cs typeface="Arial" pitchFamily="34" charset="0"/>
            </a:endParaRPr>
          </a:p>
        </p:txBody>
      </p:sp>
      <p:sp>
        <p:nvSpPr>
          <p:cNvPr id="53" name="Содержимое 52"/>
          <p:cNvSpPr>
            <a:spLocks noGrp="1"/>
          </p:cNvSpPr>
          <p:nvPr>
            <p:ph sz="quarter" idx="1"/>
          </p:nvPr>
        </p:nvSpPr>
        <p:spPr>
          <a:xfrm>
            <a:off x="251520" y="1196752"/>
            <a:ext cx="6840760" cy="4824536"/>
          </a:xfrm>
        </p:spPr>
        <p:txBody>
          <a:bodyPr>
            <a:noAutofit/>
          </a:bodyPr>
          <a:lstStyle/>
          <a:p>
            <a:pPr marL="0" indent="0">
              <a:buNone/>
            </a:pPr>
            <a:r>
              <a:rPr lang="ru-RU" sz="2400" dirty="0"/>
              <a:t>Язык </a:t>
            </a:r>
            <a:r>
              <a:rPr lang="en-US" sz="2400" dirty="0"/>
              <a:t>Prolog</a:t>
            </a:r>
            <a:r>
              <a:rPr lang="ru-RU" sz="2400" dirty="0"/>
              <a:t> - Программная реализация математической логики</a:t>
            </a:r>
          </a:p>
          <a:p>
            <a:pPr marL="0" indent="0">
              <a:buNone/>
            </a:pPr>
            <a:endParaRPr lang="ru-RU" sz="2400" dirty="0"/>
          </a:p>
          <a:p>
            <a:pPr marL="0" indent="0">
              <a:buNone/>
            </a:pPr>
            <a:r>
              <a:rPr lang="ru-RU" sz="2400" dirty="0"/>
              <a:t>Теоретические основы: Роберт Ковальский, Эдинбургский университет, конец 1960-х</a:t>
            </a:r>
          </a:p>
          <a:p>
            <a:pPr marL="0" indent="0">
              <a:buNone/>
            </a:pPr>
            <a:endParaRPr lang="ru-RU" sz="2400" dirty="0"/>
          </a:p>
          <a:p>
            <a:pPr marL="0" indent="0">
              <a:buNone/>
            </a:pPr>
            <a:r>
              <a:rPr lang="ru-RU" sz="2400" dirty="0"/>
              <a:t>Практическая реализация языка:1972</a:t>
            </a:r>
            <a:endParaRPr lang="en-US" sz="2400" dirty="0"/>
          </a:p>
          <a:p>
            <a:pPr marL="0" indent="0">
              <a:buNone/>
            </a:pPr>
            <a:r>
              <a:rPr lang="ru-RU" sz="2400" dirty="0"/>
              <a:t>Ален </a:t>
            </a:r>
            <a:r>
              <a:rPr lang="ru-RU" sz="2400" dirty="0" err="1"/>
              <a:t>Колмероэ</a:t>
            </a:r>
            <a:r>
              <a:rPr lang="ru-RU" sz="2400" dirty="0"/>
              <a:t>, Университет Марселя</a:t>
            </a:r>
          </a:p>
          <a:p>
            <a:pPr marL="0" indent="0">
              <a:buNone/>
            </a:pPr>
            <a:endParaRPr lang="ru-RU" sz="2400" dirty="0"/>
          </a:p>
        </p:txBody>
      </p:sp>
      <p:pic>
        <p:nvPicPr>
          <p:cNvPr id="5" name="Рисунок 4">
            <a:extLst>
              <a:ext uri="{FF2B5EF4-FFF2-40B4-BE49-F238E27FC236}">
                <a16:creationId xmlns:a16="http://schemas.microsoft.com/office/drawing/2014/main" id="{6DEB9C4A-2A28-D2C4-F2D7-97271351F5C3}"/>
              </a:ext>
            </a:extLst>
          </p:cNvPr>
          <p:cNvPicPr>
            <a:picLocks noChangeAspect="1"/>
          </p:cNvPicPr>
          <p:nvPr/>
        </p:nvPicPr>
        <p:blipFill>
          <a:blip r:embed="rId3"/>
          <a:stretch>
            <a:fillRect/>
          </a:stretch>
        </p:blipFill>
        <p:spPr>
          <a:xfrm>
            <a:off x="6300192" y="2470595"/>
            <a:ext cx="1838987" cy="2192882"/>
          </a:xfrm>
          <a:prstGeom prst="rect">
            <a:avLst/>
          </a:prstGeom>
        </p:spPr>
      </p:pic>
      <p:pic>
        <p:nvPicPr>
          <p:cNvPr id="9218" name="Picture 2">
            <a:extLst>
              <a:ext uri="{FF2B5EF4-FFF2-40B4-BE49-F238E27FC236}">
                <a16:creationId xmlns:a16="http://schemas.microsoft.com/office/drawing/2014/main" id="{989394E5-52C2-1CB4-1ECB-1C4A6C7099A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059832" y="4648360"/>
            <a:ext cx="2351286" cy="194421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6162601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31060" y="404664"/>
            <a:ext cx="8686800" cy="504056"/>
          </a:xfrm>
        </p:spPr>
        <p:txBody>
          <a:bodyPr>
            <a:noAutofit/>
          </a:bodyPr>
          <a:lstStyle/>
          <a:p>
            <a:r>
              <a:rPr lang="en-US" sz="3600" b="1" dirty="0">
                <a:solidFill>
                  <a:srgbClr val="002060"/>
                </a:solidFill>
              </a:rPr>
              <a:t>XX </a:t>
            </a:r>
            <a:r>
              <a:rPr lang="ru-RU" sz="3600" b="1" dirty="0">
                <a:solidFill>
                  <a:srgbClr val="002060"/>
                </a:solidFill>
              </a:rPr>
              <a:t>ВЕК, 70-е – 80-е </a:t>
            </a:r>
          </a:p>
        </p:txBody>
      </p:sp>
      <p:sp>
        <p:nvSpPr>
          <p:cNvPr id="4" name="Номер слайда 3"/>
          <p:cNvSpPr>
            <a:spLocks noGrp="1"/>
          </p:cNvSpPr>
          <p:nvPr>
            <p:ph type="sldNum" sz="quarter" idx="12"/>
          </p:nvPr>
        </p:nvSpPr>
        <p:spPr>
          <a:xfrm>
            <a:off x="6804248" y="6237312"/>
            <a:ext cx="2133600" cy="365125"/>
          </a:xfrm>
        </p:spPr>
        <p:txBody>
          <a:bodyPr/>
          <a:lstStyle/>
          <a:p>
            <a:pPr algn="r"/>
            <a:fld id="{725C68B6-61C2-468F-89AB-4B9F7531AA68}" type="slidenum">
              <a:rPr lang="ru-RU" sz="1600" b="1" smtClean="0">
                <a:solidFill>
                  <a:schemeClr val="tx1"/>
                </a:solidFill>
                <a:latin typeface="Arial" pitchFamily="34" charset="0"/>
                <a:cs typeface="Arial" pitchFamily="34" charset="0"/>
              </a:rPr>
              <a:pPr algn="r"/>
              <a:t>14</a:t>
            </a:fld>
            <a:endParaRPr lang="ru-RU" sz="1600" b="1" dirty="0">
              <a:solidFill>
                <a:schemeClr val="tx1"/>
              </a:solidFill>
              <a:latin typeface="Arial" pitchFamily="34" charset="0"/>
              <a:cs typeface="Arial" pitchFamily="34" charset="0"/>
            </a:endParaRPr>
          </a:p>
        </p:txBody>
      </p:sp>
      <p:sp>
        <p:nvSpPr>
          <p:cNvPr id="53" name="Содержимое 52"/>
          <p:cNvSpPr>
            <a:spLocks noGrp="1"/>
          </p:cNvSpPr>
          <p:nvPr>
            <p:ph sz="quarter" idx="1"/>
          </p:nvPr>
        </p:nvSpPr>
        <p:spPr>
          <a:xfrm>
            <a:off x="251520" y="1196752"/>
            <a:ext cx="8280920" cy="4824536"/>
          </a:xfrm>
        </p:spPr>
        <p:txBody>
          <a:bodyPr>
            <a:noAutofit/>
          </a:bodyPr>
          <a:lstStyle/>
          <a:p>
            <a:pPr marL="0" indent="0">
              <a:buNone/>
            </a:pPr>
            <a:r>
              <a:rPr lang="ru-RU" sz="2400" b="1" dirty="0"/>
              <a:t>Экспертные системы</a:t>
            </a:r>
          </a:p>
          <a:p>
            <a:pPr marL="0" indent="0">
              <a:buNone/>
            </a:pPr>
            <a:r>
              <a:rPr lang="ru-RU" sz="2400" dirty="0"/>
              <a:t>«Слабые методы». Не причинно-следственные связи (могут быть длинными и разветвленными), а связи признак – результат (простые).</a:t>
            </a:r>
          </a:p>
          <a:p>
            <a:pPr marL="0" indent="0">
              <a:buNone/>
            </a:pPr>
            <a:r>
              <a:rPr lang="en-US" sz="2400" dirty="0" err="1">
                <a:latin typeface="Times New Roman" panose="02020603050405020304" pitchFamily="18" charset="0"/>
                <a:cs typeface="Times New Roman" panose="02020603050405020304" pitchFamily="18" charset="0"/>
              </a:rPr>
              <a:t>Dendral</a:t>
            </a:r>
            <a:r>
              <a:rPr lang="en-US" sz="2400" dirty="0"/>
              <a:t>, </a:t>
            </a:r>
            <a:r>
              <a:rPr lang="en-US" sz="2400" dirty="0">
                <a:latin typeface="Times New Roman" panose="02020603050405020304" pitchFamily="18" charset="0"/>
                <a:cs typeface="Times New Roman" panose="02020603050405020304" pitchFamily="18" charset="0"/>
              </a:rPr>
              <a:t>1969</a:t>
            </a:r>
            <a:r>
              <a:rPr lang="en-US" sz="2400" dirty="0"/>
              <a:t> – </a:t>
            </a:r>
            <a:r>
              <a:rPr lang="ru-RU" sz="2400" dirty="0"/>
              <a:t>органический синтез.</a:t>
            </a:r>
          </a:p>
          <a:p>
            <a:pPr marL="0" indent="0">
              <a:buNone/>
            </a:pPr>
            <a:r>
              <a:rPr lang="en-US" sz="2400" dirty="0">
                <a:latin typeface="Times New Roman" panose="02020603050405020304" pitchFamily="18" charset="0"/>
                <a:cs typeface="Times New Roman" panose="02020603050405020304" pitchFamily="18" charset="0"/>
              </a:rPr>
              <a:t>MYCIN</a:t>
            </a:r>
            <a:r>
              <a:rPr lang="en-US" sz="2400" dirty="0"/>
              <a:t> – </a:t>
            </a:r>
            <a:r>
              <a:rPr lang="ru-RU" sz="2400" dirty="0"/>
              <a:t>диагностика инфекций крови.</a:t>
            </a:r>
          </a:p>
          <a:p>
            <a:pPr marL="0" indent="0">
              <a:buNone/>
            </a:pPr>
            <a:r>
              <a:rPr lang="en-US" sz="2400" dirty="0">
                <a:latin typeface="Times New Roman" panose="02020603050405020304" pitchFamily="18" charset="0"/>
                <a:cs typeface="Times New Roman" panose="02020603050405020304" pitchFamily="18" charset="0"/>
              </a:rPr>
              <a:t>R1, 1982</a:t>
            </a:r>
            <a:r>
              <a:rPr lang="en-US" sz="2400" dirty="0"/>
              <a:t> – </a:t>
            </a:r>
            <a:r>
              <a:rPr lang="ru-RU" sz="2400" dirty="0"/>
              <a:t>конфигурирование компьютеров </a:t>
            </a:r>
            <a:r>
              <a:rPr lang="en-US" sz="2400" dirty="0"/>
              <a:t>DEC. </a:t>
            </a:r>
          </a:p>
          <a:p>
            <a:pPr marL="0" indent="0">
              <a:buNone/>
            </a:pPr>
            <a:r>
              <a:rPr lang="en-US" sz="2400" dirty="0">
                <a:latin typeface="Times New Roman" panose="02020603050405020304" pitchFamily="18" charset="0"/>
                <a:cs typeface="Times New Roman" panose="02020603050405020304" pitchFamily="18" charset="0"/>
              </a:rPr>
              <a:t>Prospector </a:t>
            </a:r>
            <a:r>
              <a:rPr lang="en-US" sz="2400" dirty="0"/>
              <a:t>– </a:t>
            </a:r>
            <a:r>
              <a:rPr lang="ru-RU" sz="2400" dirty="0"/>
              <a:t>геологоразведка.</a:t>
            </a:r>
          </a:p>
          <a:p>
            <a:pPr marL="0" indent="0">
              <a:buNone/>
            </a:pPr>
            <a:endParaRPr lang="ru-RU" sz="2400" dirty="0"/>
          </a:p>
        </p:txBody>
      </p:sp>
    </p:spTree>
    <p:extLst>
      <p:ext uri="{BB962C8B-B14F-4D97-AF65-F5344CB8AC3E}">
        <p14:creationId xmlns:p14="http://schemas.microsoft.com/office/powerpoint/2010/main" val="305088158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31060" y="404664"/>
            <a:ext cx="8686800" cy="504056"/>
          </a:xfrm>
        </p:spPr>
        <p:txBody>
          <a:bodyPr>
            <a:noAutofit/>
          </a:bodyPr>
          <a:lstStyle/>
          <a:p>
            <a:r>
              <a:rPr lang="en-US" sz="3600" b="1" dirty="0">
                <a:solidFill>
                  <a:srgbClr val="002060"/>
                </a:solidFill>
              </a:rPr>
              <a:t>XX </a:t>
            </a:r>
            <a:r>
              <a:rPr lang="ru-RU" sz="3600" b="1" dirty="0">
                <a:solidFill>
                  <a:srgbClr val="002060"/>
                </a:solidFill>
              </a:rPr>
              <a:t>ВЕК, 80-е </a:t>
            </a:r>
          </a:p>
        </p:txBody>
      </p:sp>
      <p:sp>
        <p:nvSpPr>
          <p:cNvPr id="4" name="Номер слайда 3"/>
          <p:cNvSpPr>
            <a:spLocks noGrp="1"/>
          </p:cNvSpPr>
          <p:nvPr>
            <p:ph type="sldNum" sz="quarter" idx="12"/>
          </p:nvPr>
        </p:nvSpPr>
        <p:spPr>
          <a:xfrm>
            <a:off x="6804248" y="6237312"/>
            <a:ext cx="2133600" cy="365125"/>
          </a:xfrm>
        </p:spPr>
        <p:txBody>
          <a:bodyPr/>
          <a:lstStyle/>
          <a:p>
            <a:pPr algn="r"/>
            <a:fld id="{725C68B6-61C2-468F-89AB-4B9F7531AA68}" type="slidenum">
              <a:rPr lang="ru-RU" sz="1600" b="1" smtClean="0">
                <a:solidFill>
                  <a:schemeClr val="tx1"/>
                </a:solidFill>
                <a:latin typeface="Arial" pitchFamily="34" charset="0"/>
                <a:cs typeface="Arial" pitchFamily="34" charset="0"/>
              </a:rPr>
              <a:pPr algn="r"/>
              <a:t>15</a:t>
            </a:fld>
            <a:endParaRPr lang="ru-RU" sz="1600" b="1" dirty="0">
              <a:solidFill>
                <a:schemeClr val="tx1"/>
              </a:solidFill>
              <a:latin typeface="Arial" pitchFamily="34" charset="0"/>
              <a:cs typeface="Arial" pitchFamily="34" charset="0"/>
            </a:endParaRPr>
          </a:p>
        </p:txBody>
      </p:sp>
      <p:sp>
        <p:nvSpPr>
          <p:cNvPr id="53" name="Содержимое 52"/>
          <p:cNvSpPr>
            <a:spLocks noGrp="1"/>
          </p:cNvSpPr>
          <p:nvPr>
            <p:ph sz="quarter" idx="1"/>
          </p:nvPr>
        </p:nvSpPr>
        <p:spPr>
          <a:xfrm>
            <a:off x="251520" y="1196752"/>
            <a:ext cx="8280920" cy="4824536"/>
          </a:xfrm>
        </p:spPr>
        <p:txBody>
          <a:bodyPr>
            <a:noAutofit/>
          </a:bodyPr>
          <a:lstStyle/>
          <a:p>
            <a:pPr marL="0" indent="0">
              <a:buNone/>
            </a:pPr>
            <a:r>
              <a:rPr lang="ru-RU" sz="2400" b="1" dirty="0"/>
              <a:t>Проект «ЭВМ 5-го поколения»</a:t>
            </a:r>
            <a:r>
              <a:rPr lang="en-US" sz="2400" b="1" dirty="0"/>
              <a:t>, </a:t>
            </a:r>
            <a:r>
              <a:rPr lang="ru-RU" sz="2400" dirty="0"/>
              <a:t>Япония, 1981</a:t>
            </a:r>
            <a:r>
              <a:rPr lang="ru-RU" sz="2400" b="1" dirty="0"/>
              <a:t>.</a:t>
            </a:r>
          </a:p>
          <a:p>
            <a:r>
              <a:rPr lang="ru-RU" sz="2400" dirty="0"/>
              <a:t>Интеллектуальные компьютеры под управлением </a:t>
            </a:r>
            <a:r>
              <a:rPr lang="en-US" sz="2400" dirty="0"/>
              <a:t>Prolog.</a:t>
            </a:r>
            <a:endParaRPr lang="ru-RU" sz="2400" dirty="0"/>
          </a:p>
          <a:p>
            <a:r>
              <a:rPr lang="ru-RU" sz="2400" dirty="0"/>
              <a:t>Массовый параллелизм.</a:t>
            </a:r>
          </a:p>
          <a:p>
            <a:r>
              <a:rPr lang="ru-RU" sz="2400" dirty="0"/>
              <a:t>Базы знаний.</a:t>
            </a:r>
          </a:p>
          <a:p>
            <a:r>
              <a:rPr lang="ru-RU" sz="2400" dirty="0"/>
              <a:t>Естественно-языковой интерфейс.</a:t>
            </a:r>
          </a:p>
          <a:p>
            <a:pPr marL="0" indent="0">
              <a:buNone/>
            </a:pPr>
            <a:endParaRPr lang="ru-RU" sz="2400" dirty="0"/>
          </a:p>
          <a:p>
            <a:pPr marL="0" indent="0">
              <a:buNone/>
            </a:pPr>
            <a:r>
              <a:rPr lang="ru-RU" sz="2400" dirty="0">
                <a:solidFill>
                  <a:srgbClr val="0070C0"/>
                </a:solidFill>
              </a:rPr>
              <a:t>Закончился в 1988г. ничем.</a:t>
            </a:r>
          </a:p>
          <a:p>
            <a:pPr marL="0" indent="0">
              <a:buNone/>
            </a:pPr>
            <a:r>
              <a:rPr lang="ru-RU" sz="2400" dirty="0">
                <a:solidFill>
                  <a:srgbClr val="0070C0"/>
                </a:solidFill>
              </a:rPr>
              <a:t>Наступила «Зима искусственного интеллекта».</a:t>
            </a:r>
          </a:p>
          <a:p>
            <a:pPr marL="0" indent="0">
              <a:buNone/>
            </a:pPr>
            <a:endParaRPr lang="ru-RU" sz="2400" dirty="0"/>
          </a:p>
          <a:p>
            <a:pPr marL="0" indent="0">
              <a:buNone/>
            </a:pPr>
            <a:r>
              <a:rPr lang="ru-RU" sz="2400" dirty="0"/>
              <a:t>Возрождение ИИ – нейронные сети, вероятностные рассуждения и машинное обучение</a:t>
            </a:r>
          </a:p>
        </p:txBody>
      </p:sp>
    </p:spTree>
    <p:extLst>
      <p:ext uri="{BB962C8B-B14F-4D97-AF65-F5344CB8AC3E}">
        <p14:creationId xmlns:p14="http://schemas.microsoft.com/office/powerpoint/2010/main" val="401637063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31060" y="404664"/>
            <a:ext cx="8686800" cy="504056"/>
          </a:xfrm>
        </p:spPr>
        <p:txBody>
          <a:bodyPr>
            <a:noAutofit/>
          </a:bodyPr>
          <a:lstStyle/>
          <a:p>
            <a:r>
              <a:rPr lang="en-US" sz="3600" b="1" dirty="0">
                <a:solidFill>
                  <a:srgbClr val="002060"/>
                </a:solidFill>
              </a:rPr>
              <a:t>XXI </a:t>
            </a:r>
            <a:r>
              <a:rPr lang="ru-RU" sz="3600" b="1" dirty="0">
                <a:solidFill>
                  <a:srgbClr val="002060"/>
                </a:solidFill>
              </a:rPr>
              <a:t>ВЕК, </a:t>
            </a:r>
            <a:r>
              <a:rPr lang="en-US" sz="3600" b="1" dirty="0">
                <a:solidFill>
                  <a:srgbClr val="002060"/>
                </a:solidFill>
              </a:rPr>
              <a:t>2000</a:t>
            </a:r>
            <a:r>
              <a:rPr lang="ru-RU" sz="3600" b="1" dirty="0">
                <a:solidFill>
                  <a:srgbClr val="002060"/>
                </a:solidFill>
              </a:rPr>
              <a:t>-е </a:t>
            </a:r>
          </a:p>
        </p:txBody>
      </p:sp>
      <p:sp>
        <p:nvSpPr>
          <p:cNvPr id="4" name="Номер слайда 3"/>
          <p:cNvSpPr>
            <a:spLocks noGrp="1"/>
          </p:cNvSpPr>
          <p:nvPr>
            <p:ph type="sldNum" sz="quarter" idx="12"/>
          </p:nvPr>
        </p:nvSpPr>
        <p:spPr>
          <a:xfrm>
            <a:off x="6804248" y="6237312"/>
            <a:ext cx="2133600" cy="365125"/>
          </a:xfrm>
        </p:spPr>
        <p:txBody>
          <a:bodyPr/>
          <a:lstStyle/>
          <a:p>
            <a:pPr algn="r"/>
            <a:fld id="{725C68B6-61C2-468F-89AB-4B9F7531AA68}" type="slidenum">
              <a:rPr lang="ru-RU" sz="1600" b="1" smtClean="0">
                <a:solidFill>
                  <a:schemeClr val="tx1"/>
                </a:solidFill>
                <a:latin typeface="Arial" pitchFamily="34" charset="0"/>
                <a:cs typeface="Arial" pitchFamily="34" charset="0"/>
              </a:rPr>
              <a:pPr algn="r"/>
              <a:t>16</a:t>
            </a:fld>
            <a:endParaRPr lang="ru-RU" sz="1600" b="1" dirty="0">
              <a:solidFill>
                <a:schemeClr val="tx1"/>
              </a:solidFill>
              <a:latin typeface="Arial" pitchFamily="34" charset="0"/>
              <a:cs typeface="Arial" pitchFamily="34" charset="0"/>
            </a:endParaRPr>
          </a:p>
        </p:txBody>
      </p:sp>
      <p:sp>
        <p:nvSpPr>
          <p:cNvPr id="53" name="Содержимое 52"/>
          <p:cNvSpPr>
            <a:spLocks noGrp="1"/>
          </p:cNvSpPr>
          <p:nvPr>
            <p:ph sz="quarter" idx="1"/>
          </p:nvPr>
        </p:nvSpPr>
        <p:spPr>
          <a:xfrm>
            <a:off x="251520" y="1196752"/>
            <a:ext cx="8280920" cy="4824536"/>
          </a:xfrm>
        </p:spPr>
        <p:txBody>
          <a:bodyPr>
            <a:noAutofit/>
          </a:bodyPr>
          <a:lstStyle/>
          <a:p>
            <a:pPr marL="0" indent="0">
              <a:buNone/>
            </a:pPr>
            <a:r>
              <a:rPr lang="ru-RU" sz="2400" b="1" dirty="0"/>
              <a:t>Большие данные</a:t>
            </a:r>
          </a:p>
          <a:p>
            <a:pPr marL="0" indent="0">
              <a:buNone/>
            </a:pPr>
            <a:r>
              <a:rPr lang="ru-RU" sz="2400" dirty="0"/>
              <a:t>Предпосылки – </a:t>
            </a:r>
            <a:r>
              <a:rPr lang="en-US" sz="2400" dirty="0"/>
              <a:t>World Wide Web</a:t>
            </a:r>
            <a:endParaRPr lang="ru-RU" sz="2400" dirty="0"/>
          </a:p>
          <a:p>
            <a:r>
              <a:rPr lang="ru-RU" sz="2400" dirty="0"/>
              <a:t>Триллионы слов текста</a:t>
            </a:r>
          </a:p>
          <a:p>
            <a:r>
              <a:rPr lang="ru-RU" sz="2400" dirty="0"/>
              <a:t>Миллиарды изображений</a:t>
            </a:r>
          </a:p>
          <a:p>
            <a:r>
              <a:rPr lang="ru-RU" sz="2400" dirty="0"/>
              <a:t>Миллиарды часов звука и видео</a:t>
            </a:r>
          </a:p>
          <a:p>
            <a:r>
              <a:rPr lang="ru-RU" sz="2400" dirty="0"/>
              <a:t>Геномные данные</a:t>
            </a:r>
          </a:p>
          <a:p>
            <a:r>
              <a:rPr lang="ru-RU" sz="2400" dirty="0"/>
              <a:t>Мониторинг перемещения транспорта и абонентов мобильной связи</a:t>
            </a:r>
          </a:p>
          <a:p>
            <a:r>
              <a:rPr lang="ru-RU" sz="2400" dirty="0"/>
              <a:t>…</a:t>
            </a:r>
          </a:p>
          <a:p>
            <a:pPr marL="0" indent="0">
              <a:buNone/>
            </a:pPr>
            <a:r>
              <a:rPr lang="ru-RU" sz="2400" dirty="0"/>
              <a:t> </a:t>
            </a:r>
            <a:r>
              <a:rPr lang="ru-RU" sz="2400" dirty="0">
                <a:solidFill>
                  <a:srgbClr val="0070C0"/>
                </a:solidFill>
              </a:rPr>
              <a:t>Проблема: данные не размечены</a:t>
            </a:r>
          </a:p>
          <a:p>
            <a:pPr marL="0" indent="0">
              <a:buNone/>
            </a:pPr>
            <a:endParaRPr lang="ru-RU" sz="2400" dirty="0"/>
          </a:p>
          <a:p>
            <a:pPr marL="0" indent="0">
              <a:buNone/>
            </a:pPr>
            <a:r>
              <a:rPr lang="en-US" sz="2400" dirty="0">
                <a:solidFill>
                  <a:srgbClr val="0070C0"/>
                </a:solidFill>
              </a:rPr>
              <a:t> </a:t>
            </a:r>
            <a:endParaRPr lang="ru-RU" sz="2400" dirty="0">
              <a:solidFill>
                <a:srgbClr val="0070C0"/>
              </a:solidFill>
            </a:endParaRPr>
          </a:p>
          <a:p>
            <a:pPr marL="0" indent="0">
              <a:buNone/>
            </a:pPr>
            <a:endParaRPr lang="ru-RU" sz="2400" dirty="0"/>
          </a:p>
          <a:p>
            <a:pPr marL="0" indent="0">
              <a:buNone/>
            </a:pPr>
            <a:r>
              <a:rPr lang="ru-RU" sz="2400" dirty="0"/>
              <a:t>Возрождение ИИ – нейронные сети, вероятностные рассуждения и машинное обучение</a:t>
            </a:r>
          </a:p>
        </p:txBody>
      </p:sp>
    </p:spTree>
    <p:extLst>
      <p:ext uri="{BB962C8B-B14F-4D97-AF65-F5344CB8AC3E}">
        <p14:creationId xmlns:p14="http://schemas.microsoft.com/office/powerpoint/2010/main" val="318121782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31060" y="404664"/>
            <a:ext cx="8686800" cy="504056"/>
          </a:xfrm>
        </p:spPr>
        <p:txBody>
          <a:bodyPr>
            <a:noAutofit/>
          </a:bodyPr>
          <a:lstStyle/>
          <a:p>
            <a:r>
              <a:rPr lang="en-US" sz="3600" b="1" dirty="0">
                <a:solidFill>
                  <a:srgbClr val="002060"/>
                </a:solidFill>
              </a:rPr>
              <a:t>XXI </a:t>
            </a:r>
            <a:r>
              <a:rPr lang="ru-RU" sz="3600" b="1" dirty="0">
                <a:solidFill>
                  <a:srgbClr val="002060"/>
                </a:solidFill>
              </a:rPr>
              <a:t>ВЕК, </a:t>
            </a:r>
            <a:r>
              <a:rPr lang="en-US" sz="3600" b="1" dirty="0">
                <a:solidFill>
                  <a:srgbClr val="002060"/>
                </a:solidFill>
              </a:rPr>
              <a:t>20</a:t>
            </a:r>
            <a:r>
              <a:rPr lang="ru-RU" sz="3600" b="1" dirty="0">
                <a:solidFill>
                  <a:srgbClr val="002060"/>
                </a:solidFill>
              </a:rPr>
              <a:t>1</a:t>
            </a:r>
            <a:r>
              <a:rPr lang="en-US" sz="3600" b="1" dirty="0">
                <a:solidFill>
                  <a:srgbClr val="002060"/>
                </a:solidFill>
              </a:rPr>
              <a:t>0</a:t>
            </a:r>
            <a:r>
              <a:rPr lang="ru-RU" sz="3600" b="1" dirty="0">
                <a:solidFill>
                  <a:srgbClr val="002060"/>
                </a:solidFill>
              </a:rPr>
              <a:t>-е </a:t>
            </a:r>
          </a:p>
        </p:txBody>
      </p:sp>
      <p:sp>
        <p:nvSpPr>
          <p:cNvPr id="4" name="Номер слайда 3"/>
          <p:cNvSpPr>
            <a:spLocks noGrp="1"/>
          </p:cNvSpPr>
          <p:nvPr>
            <p:ph type="sldNum" sz="quarter" idx="12"/>
          </p:nvPr>
        </p:nvSpPr>
        <p:spPr>
          <a:xfrm>
            <a:off x="6804248" y="6237312"/>
            <a:ext cx="2133600" cy="365125"/>
          </a:xfrm>
        </p:spPr>
        <p:txBody>
          <a:bodyPr/>
          <a:lstStyle/>
          <a:p>
            <a:pPr algn="r"/>
            <a:fld id="{725C68B6-61C2-468F-89AB-4B9F7531AA68}" type="slidenum">
              <a:rPr lang="ru-RU" sz="1600" b="1" smtClean="0">
                <a:solidFill>
                  <a:schemeClr val="tx1"/>
                </a:solidFill>
                <a:latin typeface="Arial" pitchFamily="34" charset="0"/>
                <a:cs typeface="Arial" pitchFamily="34" charset="0"/>
              </a:rPr>
              <a:pPr algn="r"/>
              <a:t>17</a:t>
            </a:fld>
            <a:endParaRPr lang="ru-RU" sz="1600" b="1" dirty="0">
              <a:solidFill>
                <a:schemeClr val="tx1"/>
              </a:solidFill>
              <a:latin typeface="Arial" pitchFamily="34" charset="0"/>
              <a:cs typeface="Arial" pitchFamily="34" charset="0"/>
            </a:endParaRPr>
          </a:p>
        </p:txBody>
      </p:sp>
      <p:sp>
        <p:nvSpPr>
          <p:cNvPr id="53" name="Содержимое 52"/>
          <p:cNvSpPr>
            <a:spLocks noGrp="1"/>
          </p:cNvSpPr>
          <p:nvPr>
            <p:ph sz="quarter" idx="1"/>
          </p:nvPr>
        </p:nvSpPr>
        <p:spPr>
          <a:xfrm>
            <a:off x="251520" y="1196752"/>
            <a:ext cx="8280920" cy="4824536"/>
          </a:xfrm>
        </p:spPr>
        <p:txBody>
          <a:bodyPr>
            <a:noAutofit/>
          </a:bodyPr>
          <a:lstStyle/>
          <a:p>
            <a:pPr marL="0" indent="0">
              <a:buNone/>
            </a:pPr>
            <a:r>
              <a:rPr lang="ru-RU" sz="2400" b="1" dirty="0"/>
              <a:t>Глубокое обучение </a:t>
            </a:r>
          </a:p>
          <a:p>
            <a:pPr marL="0" indent="0">
              <a:buNone/>
            </a:pPr>
            <a:r>
              <a:rPr lang="ru-RU" sz="2400" dirty="0"/>
              <a:t>Нейронные сети из  многих слоев</a:t>
            </a:r>
          </a:p>
          <a:p>
            <a:r>
              <a:rPr lang="ru-RU" sz="2400" dirty="0"/>
              <a:t> Распознавание речи и изображений</a:t>
            </a:r>
          </a:p>
          <a:p>
            <a:r>
              <a:rPr lang="ru-RU" sz="2400" dirty="0"/>
              <a:t>Машинный перевод</a:t>
            </a:r>
          </a:p>
          <a:p>
            <a:r>
              <a:rPr lang="ru-RU" sz="2400" dirty="0"/>
              <a:t>Медицинская диагностика</a:t>
            </a:r>
          </a:p>
          <a:p>
            <a:r>
              <a:rPr lang="ru-RU" sz="2400" dirty="0"/>
              <a:t>Компьютерные игры</a:t>
            </a:r>
          </a:p>
          <a:p>
            <a:pPr marL="0" indent="0">
              <a:buNone/>
            </a:pPr>
            <a:r>
              <a:rPr lang="ru-RU" sz="2400" dirty="0"/>
              <a:t> </a:t>
            </a:r>
            <a:r>
              <a:rPr lang="ru-RU" sz="2400" dirty="0">
                <a:solidFill>
                  <a:srgbClr val="0070C0"/>
                </a:solidFill>
              </a:rPr>
              <a:t> </a:t>
            </a:r>
          </a:p>
          <a:p>
            <a:pPr marL="0" indent="0">
              <a:buNone/>
            </a:pPr>
            <a:r>
              <a:rPr lang="ru-RU" sz="2400" dirty="0">
                <a:solidFill>
                  <a:srgbClr val="0070C0"/>
                </a:solidFill>
              </a:rPr>
              <a:t>Проблема: Резкое увеличение требований к вычислительным мощностям (с 10</a:t>
            </a:r>
            <a:r>
              <a:rPr lang="ru-RU" sz="2400" baseline="30000" dirty="0">
                <a:solidFill>
                  <a:srgbClr val="0070C0"/>
                </a:solidFill>
              </a:rPr>
              <a:t>9</a:t>
            </a:r>
            <a:r>
              <a:rPr lang="ru-RU" sz="2400" dirty="0">
                <a:solidFill>
                  <a:srgbClr val="0070C0"/>
                </a:solidFill>
              </a:rPr>
              <a:t> до 10</a:t>
            </a:r>
            <a:r>
              <a:rPr lang="ru-RU" sz="2400" baseline="30000" dirty="0">
                <a:solidFill>
                  <a:srgbClr val="0070C0"/>
                </a:solidFill>
              </a:rPr>
              <a:t>17</a:t>
            </a:r>
            <a:r>
              <a:rPr lang="ru-RU" sz="2400" dirty="0">
                <a:solidFill>
                  <a:srgbClr val="0070C0"/>
                </a:solidFill>
              </a:rPr>
              <a:t>оп/с  на </a:t>
            </a:r>
            <a:r>
              <a:rPr lang="en-US" sz="2400" dirty="0">
                <a:solidFill>
                  <a:srgbClr val="0070C0"/>
                </a:solidFill>
              </a:rPr>
              <a:t>GPU</a:t>
            </a:r>
            <a:r>
              <a:rPr lang="ru-RU" sz="2400" dirty="0">
                <a:solidFill>
                  <a:srgbClr val="0070C0"/>
                </a:solidFill>
              </a:rPr>
              <a:t>)</a:t>
            </a:r>
            <a:r>
              <a:rPr lang="en-US" sz="2400" dirty="0">
                <a:solidFill>
                  <a:srgbClr val="0070C0"/>
                </a:solidFill>
              </a:rPr>
              <a:t>.</a:t>
            </a:r>
            <a:endParaRPr lang="ru-RU" sz="2400" dirty="0">
              <a:solidFill>
                <a:srgbClr val="0070C0"/>
              </a:solidFill>
            </a:endParaRPr>
          </a:p>
        </p:txBody>
      </p:sp>
    </p:spTree>
    <p:extLst>
      <p:ext uri="{BB962C8B-B14F-4D97-AF65-F5344CB8AC3E}">
        <p14:creationId xmlns:p14="http://schemas.microsoft.com/office/powerpoint/2010/main" val="171918331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31060" y="404664"/>
            <a:ext cx="8686800" cy="504056"/>
          </a:xfrm>
        </p:spPr>
        <p:txBody>
          <a:bodyPr>
            <a:noAutofit/>
          </a:bodyPr>
          <a:lstStyle/>
          <a:p>
            <a:r>
              <a:rPr lang="en-US" sz="3600" b="1" dirty="0">
                <a:solidFill>
                  <a:srgbClr val="002060"/>
                </a:solidFill>
              </a:rPr>
              <a:t>XXI </a:t>
            </a:r>
            <a:r>
              <a:rPr lang="ru-RU" sz="3600" b="1" dirty="0">
                <a:solidFill>
                  <a:srgbClr val="002060"/>
                </a:solidFill>
              </a:rPr>
              <a:t>ВЕК, </a:t>
            </a:r>
            <a:r>
              <a:rPr lang="en-US" sz="3600" b="1" dirty="0">
                <a:solidFill>
                  <a:srgbClr val="002060"/>
                </a:solidFill>
              </a:rPr>
              <a:t>2020</a:t>
            </a:r>
            <a:r>
              <a:rPr lang="ru-RU" sz="3600" b="1" dirty="0">
                <a:solidFill>
                  <a:srgbClr val="002060"/>
                </a:solidFill>
              </a:rPr>
              <a:t>-е </a:t>
            </a:r>
          </a:p>
        </p:txBody>
      </p:sp>
      <p:sp>
        <p:nvSpPr>
          <p:cNvPr id="4" name="Номер слайда 3"/>
          <p:cNvSpPr>
            <a:spLocks noGrp="1"/>
          </p:cNvSpPr>
          <p:nvPr>
            <p:ph type="sldNum" sz="quarter" idx="12"/>
          </p:nvPr>
        </p:nvSpPr>
        <p:spPr>
          <a:xfrm>
            <a:off x="6804248" y="6237312"/>
            <a:ext cx="2133600" cy="365125"/>
          </a:xfrm>
        </p:spPr>
        <p:txBody>
          <a:bodyPr/>
          <a:lstStyle/>
          <a:p>
            <a:pPr algn="r"/>
            <a:fld id="{725C68B6-61C2-468F-89AB-4B9F7531AA68}" type="slidenum">
              <a:rPr lang="ru-RU" sz="1600" b="1" smtClean="0">
                <a:solidFill>
                  <a:schemeClr val="tx1"/>
                </a:solidFill>
                <a:latin typeface="Arial" pitchFamily="34" charset="0"/>
                <a:cs typeface="Arial" pitchFamily="34" charset="0"/>
              </a:rPr>
              <a:pPr algn="r"/>
              <a:t>18</a:t>
            </a:fld>
            <a:endParaRPr lang="ru-RU" sz="1600" b="1" dirty="0">
              <a:solidFill>
                <a:schemeClr val="tx1"/>
              </a:solidFill>
              <a:latin typeface="Arial" pitchFamily="34" charset="0"/>
              <a:cs typeface="Arial" pitchFamily="34" charset="0"/>
            </a:endParaRPr>
          </a:p>
        </p:txBody>
      </p:sp>
      <p:sp>
        <p:nvSpPr>
          <p:cNvPr id="53" name="Содержимое 52"/>
          <p:cNvSpPr>
            <a:spLocks noGrp="1"/>
          </p:cNvSpPr>
          <p:nvPr>
            <p:ph sz="quarter" idx="1"/>
          </p:nvPr>
        </p:nvSpPr>
        <p:spPr>
          <a:xfrm>
            <a:off x="251520" y="1196752"/>
            <a:ext cx="8280920" cy="4824536"/>
          </a:xfrm>
        </p:spPr>
        <p:txBody>
          <a:bodyPr>
            <a:noAutofit/>
          </a:bodyPr>
          <a:lstStyle/>
          <a:p>
            <a:pPr marL="0" indent="0">
              <a:buNone/>
            </a:pPr>
            <a:r>
              <a:rPr lang="en-US" sz="2400" b="1" dirty="0"/>
              <a:t>GPT – </a:t>
            </a:r>
            <a:r>
              <a:rPr lang="ru-RU" sz="2400" b="1" dirty="0"/>
              <a:t>генеративные </a:t>
            </a:r>
            <a:r>
              <a:rPr lang="ru-RU" sz="2400" b="1" dirty="0" err="1"/>
              <a:t>предобученные</a:t>
            </a:r>
            <a:r>
              <a:rPr lang="ru-RU" sz="2400" b="1" dirty="0"/>
              <a:t> трансформеры</a:t>
            </a:r>
          </a:p>
          <a:p>
            <a:pPr marL="0" indent="0">
              <a:buNone/>
            </a:pPr>
            <a:r>
              <a:rPr lang="en-US" sz="2400" dirty="0"/>
              <a:t>GPT</a:t>
            </a:r>
            <a:r>
              <a:rPr lang="ru-RU" sz="2400" dirty="0"/>
              <a:t>-1 </a:t>
            </a:r>
            <a:r>
              <a:rPr lang="en-US" sz="2400" dirty="0"/>
              <a:t>(OpenAI):</a:t>
            </a:r>
            <a:endParaRPr lang="ru-RU" sz="2400" dirty="0"/>
          </a:p>
          <a:p>
            <a:pPr algn="l">
              <a:buFont typeface="Arial" panose="020B0604020202020204" pitchFamily="34" charset="0"/>
              <a:buChar char="•"/>
            </a:pPr>
            <a:r>
              <a:rPr lang="ru-RU" sz="1600" b="0" i="0" dirty="0">
                <a:solidFill>
                  <a:srgbClr val="000000"/>
                </a:solidFill>
                <a:effectLst/>
                <a:latin typeface="Proxima Nova"/>
              </a:rPr>
              <a:t>максимальный размер запроса — 512 токенов (токены можно примерно считать как морфемы в словах);</a:t>
            </a:r>
          </a:p>
          <a:p>
            <a:pPr algn="l">
              <a:buFont typeface="Arial" panose="020B0604020202020204" pitchFamily="34" charset="0"/>
              <a:buChar char="•"/>
            </a:pPr>
            <a:r>
              <a:rPr lang="ru-RU" sz="1600" b="0" i="0" dirty="0">
                <a:solidFill>
                  <a:srgbClr val="000000"/>
                </a:solidFill>
                <a:effectLst/>
                <a:latin typeface="Proxima Nova"/>
              </a:rPr>
              <a:t>обучающая информация — 7 000 книг;</a:t>
            </a:r>
          </a:p>
          <a:p>
            <a:pPr algn="l">
              <a:buFont typeface="Arial" panose="020B0604020202020204" pitchFamily="34" charset="0"/>
              <a:buChar char="•"/>
            </a:pPr>
            <a:r>
              <a:rPr lang="ru-RU" sz="1600" b="0" i="0" dirty="0">
                <a:solidFill>
                  <a:srgbClr val="000000"/>
                </a:solidFill>
                <a:effectLst/>
                <a:latin typeface="Proxima Nova"/>
              </a:rPr>
              <a:t>количество параметров — 120 миллионов;</a:t>
            </a:r>
          </a:p>
          <a:p>
            <a:pPr algn="l">
              <a:buFont typeface="Arial" panose="020B0604020202020204" pitchFamily="34" charset="0"/>
              <a:buChar char="•"/>
            </a:pPr>
            <a:r>
              <a:rPr lang="ru-RU" sz="1600" b="0" i="0" dirty="0">
                <a:solidFill>
                  <a:srgbClr val="000000"/>
                </a:solidFill>
                <a:effectLst/>
                <a:latin typeface="Proxima Nova"/>
              </a:rPr>
              <a:t>12 слоев.</a:t>
            </a:r>
          </a:p>
          <a:p>
            <a:pPr marL="0" indent="0">
              <a:buNone/>
            </a:pPr>
            <a:r>
              <a:rPr lang="en-US" sz="2400" dirty="0"/>
              <a:t>GPT</a:t>
            </a:r>
            <a:r>
              <a:rPr lang="ru-RU" sz="2400" dirty="0"/>
              <a:t>-</a:t>
            </a:r>
            <a:r>
              <a:rPr lang="en-US" sz="2400" dirty="0"/>
              <a:t>2: </a:t>
            </a:r>
            <a:endParaRPr lang="ru-RU" sz="2400" dirty="0"/>
          </a:p>
          <a:p>
            <a:pPr algn="l">
              <a:buFont typeface="Arial" panose="020B0604020202020204" pitchFamily="34" charset="0"/>
              <a:buChar char="•"/>
            </a:pPr>
            <a:r>
              <a:rPr lang="ru-RU" sz="1800" dirty="0"/>
              <a:t>максимальный размер запроса — 1 024 токена;</a:t>
            </a:r>
          </a:p>
          <a:p>
            <a:pPr algn="l">
              <a:buFont typeface="Arial" panose="020B0604020202020204" pitchFamily="34" charset="0"/>
              <a:buChar char="•"/>
            </a:pPr>
            <a:r>
              <a:rPr lang="ru-RU" sz="1800" dirty="0"/>
              <a:t>обучающая информация — 8 миллионов веб-страниц или 40 Гб данных;</a:t>
            </a:r>
          </a:p>
          <a:p>
            <a:pPr algn="l">
              <a:buFont typeface="Arial" panose="020B0604020202020204" pitchFamily="34" charset="0"/>
              <a:buChar char="•"/>
            </a:pPr>
            <a:r>
              <a:rPr lang="ru-RU" sz="1800" dirty="0"/>
              <a:t>количество параметров — 1,5 миллиарда;</a:t>
            </a:r>
          </a:p>
          <a:p>
            <a:pPr algn="l">
              <a:buFont typeface="Arial" panose="020B0604020202020204" pitchFamily="34" charset="0"/>
              <a:buChar char="•"/>
            </a:pPr>
            <a:r>
              <a:rPr lang="ru-RU" sz="1800" dirty="0"/>
              <a:t>48 слоев.</a:t>
            </a:r>
            <a:endParaRPr lang="ru-RU" sz="1800" dirty="0">
              <a:solidFill>
                <a:srgbClr val="0070C0"/>
              </a:solidFill>
            </a:endParaRPr>
          </a:p>
          <a:p>
            <a:pPr marL="0" indent="0">
              <a:buNone/>
            </a:pPr>
            <a:r>
              <a:rPr lang="en-US" sz="2400" dirty="0">
                <a:solidFill>
                  <a:srgbClr val="0070C0"/>
                </a:solidFill>
              </a:rPr>
              <a:t> </a:t>
            </a:r>
            <a:endParaRPr lang="ru-RU" sz="2400" dirty="0">
              <a:solidFill>
                <a:srgbClr val="0070C0"/>
              </a:solidFill>
            </a:endParaRPr>
          </a:p>
        </p:txBody>
      </p:sp>
      <p:sp>
        <p:nvSpPr>
          <p:cNvPr id="5" name="TextBox 4">
            <a:extLst>
              <a:ext uri="{FF2B5EF4-FFF2-40B4-BE49-F238E27FC236}">
                <a16:creationId xmlns:a16="http://schemas.microsoft.com/office/drawing/2014/main" id="{133CA127-6B81-BDFE-3339-FE05BCBC8E5F}"/>
              </a:ext>
            </a:extLst>
          </p:cNvPr>
          <p:cNvSpPr txBox="1"/>
          <p:nvPr/>
        </p:nvSpPr>
        <p:spPr>
          <a:xfrm>
            <a:off x="683568" y="6419874"/>
            <a:ext cx="7776864" cy="307777"/>
          </a:xfrm>
          <a:prstGeom prst="rect">
            <a:avLst/>
          </a:prstGeom>
          <a:noFill/>
        </p:spPr>
        <p:txBody>
          <a:bodyPr wrap="square">
            <a:spAutoFit/>
          </a:bodyPr>
          <a:lstStyle/>
          <a:p>
            <a:r>
              <a:rPr lang="en-US" sz="1400" b="0" i="0" dirty="0">
                <a:solidFill>
                  <a:srgbClr val="0070C0"/>
                </a:solidFill>
                <a:effectLst/>
                <a:latin typeface="Proxima Nova"/>
              </a:rPr>
              <a:t>https://workspace.ru/blog/istoriya-chatgpt-chto-umeet-chat-gpt-4-i-chego-zhdat-ot-gpt-5/</a:t>
            </a:r>
            <a:endParaRPr lang="ru-RU" sz="1400" dirty="0">
              <a:solidFill>
                <a:srgbClr val="0070C0"/>
              </a:solidFill>
            </a:endParaRPr>
          </a:p>
        </p:txBody>
      </p:sp>
    </p:spTree>
    <p:extLst>
      <p:ext uri="{BB962C8B-B14F-4D97-AF65-F5344CB8AC3E}">
        <p14:creationId xmlns:p14="http://schemas.microsoft.com/office/powerpoint/2010/main" val="289218549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31060" y="404664"/>
            <a:ext cx="8686800" cy="504056"/>
          </a:xfrm>
        </p:spPr>
        <p:txBody>
          <a:bodyPr>
            <a:noAutofit/>
          </a:bodyPr>
          <a:lstStyle/>
          <a:p>
            <a:r>
              <a:rPr lang="en-US" sz="3600" b="1" dirty="0">
                <a:solidFill>
                  <a:srgbClr val="002060"/>
                </a:solidFill>
              </a:rPr>
              <a:t>XXI </a:t>
            </a:r>
            <a:r>
              <a:rPr lang="ru-RU" sz="3600" b="1" dirty="0">
                <a:solidFill>
                  <a:srgbClr val="002060"/>
                </a:solidFill>
              </a:rPr>
              <a:t>ВЕК, </a:t>
            </a:r>
            <a:r>
              <a:rPr lang="en-US" sz="3600" b="1" dirty="0">
                <a:solidFill>
                  <a:srgbClr val="002060"/>
                </a:solidFill>
              </a:rPr>
              <a:t>2020</a:t>
            </a:r>
            <a:r>
              <a:rPr lang="ru-RU" sz="3600" b="1" dirty="0">
                <a:solidFill>
                  <a:srgbClr val="002060"/>
                </a:solidFill>
              </a:rPr>
              <a:t>-е </a:t>
            </a:r>
          </a:p>
        </p:txBody>
      </p:sp>
      <p:sp>
        <p:nvSpPr>
          <p:cNvPr id="4" name="Номер слайда 3"/>
          <p:cNvSpPr>
            <a:spLocks noGrp="1"/>
          </p:cNvSpPr>
          <p:nvPr>
            <p:ph type="sldNum" sz="quarter" idx="12"/>
          </p:nvPr>
        </p:nvSpPr>
        <p:spPr>
          <a:xfrm>
            <a:off x="6804248" y="6237312"/>
            <a:ext cx="2133600" cy="365125"/>
          </a:xfrm>
        </p:spPr>
        <p:txBody>
          <a:bodyPr/>
          <a:lstStyle/>
          <a:p>
            <a:pPr algn="r"/>
            <a:fld id="{725C68B6-61C2-468F-89AB-4B9F7531AA68}" type="slidenum">
              <a:rPr lang="ru-RU" sz="1600" b="1" smtClean="0">
                <a:solidFill>
                  <a:schemeClr val="tx1"/>
                </a:solidFill>
                <a:latin typeface="Arial" pitchFamily="34" charset="0"/>
                <a:cs typeface="Arial" pitchFamily="34" charset="0"/>
              </a:rPr>
              <a:pPr algn="r"/>
              <a:t>19</a:t>
            </a:fld>
            <a:endParaRPr lang="ru-RU" sz="1600" b="1" dirty="0">
              <a:solidFill>
                <a:schemeClr val="tx1"/>
              </a:solidFill>
              <a:latin typeface="Arial" pitchFamily="34" charset="0"/>
              <a:cs typeface="Arial" pitchFamily="34" charset="0"/>
            </a:endParaRPr>
          </a:p>
        </p:txBody>
      </p:sp>
      <p:sp>
        <p:nvSpPr>
          <p:cNvPr id="53" name="Содержимое 52"/>
          <p:cNvSpPr>
            <a:spLocks noGrp="1"/>
          </p:cNvSpPr>
          <p:nvPr>
            <p:ph sz="quarter" idx="1"/>
          </p:nvPr>
        </p:nvSpPr>
        <p:spPr>
          <a:xfrm>
            <a:off x="251520" y="1196752"/>
            <a:ext cx="8280920" cy="4824536"/>
          </a:xfrm>
        </p:spPr>
        <p:txBody>
          <a:bodyPr>
            <a:noAutofit/>
          </a:bodyPr>
          <a:lstStyle/>
          <a:p>
            <a:pPr marL="0" indent="0">
              <a:buNone/>
            </a:pPr>
            <a:r>
              <a:rPr lang="en-US" sz="2400" b="1" dirty="0"/>
              <a:t> </a:t>
            </a:r>
            <a:r>
              <a:rPr lang="en-US" sz="2400" dirty="0"/>
              <a:t>GPT</a:t>
            </a:r>
            <a:r>
              <a:rPr lang="ru-RU" sz="2400" dirty="0"/>
              <a:t>-</a:t>
            </a:r>
            <a:r>
              <a:rPr lang="en-US" sz="2400" dirty="0"/>
              <a:t>3:</a:t>
            </a:r>
            <a:endParaRPr lang="ru-RU" sz="2400" dirty="0"/>
          </a:p>
          <a:p>
            <a:pPr algn="l">
              <a:buFont typeface="Arial" panose="020B0604020202020204" pitchFamily="34" charset="0"/>
              <a:buChar char="•"/>
            </a:pPr>
            <a:r>
              <a:rPr lang="ru-RU" sz="1600" b="0" i="0" dirty="0">
                <a:solidFill>
                  <a:srgbClr val="000000"/>
                </a:solidFill>
                <a:effectLst/>
                <a:latin typeface="Proxima Nova"/>
              </a:rPr>
              <a:t>максимальный размер запроса — 2 048 токенов;</a:t>
            </a:r>
          </a:p>
          <a:p>
            <a:pPr algn="l">
              <a:buFont typeface="Arial" panose="020B0604020202020204" pitchFamily="34" charset="0"/>
              <a:buChar char="•"/>
            </a:pPr>
            <a:r>
              <a:rPr lang="ru-RU" sz="1600" b="0" i="0" dirty="0">
                <a:solidFill>
                  <a:srgbClr val="000000"/>
                </a:solidFill>
                <a:effectLst/>
                <a:latin typeface="Proxima Nova"/>
              </a:rPr>
              <a:t>обучающая информация — 570 Гб данных;</a:t>
            </a:r>
          </a:p>
          <a:p>
            <a:pPr algn="l">
              <a:buFont typeface="Arial" panose="020B0604020202020204" pitchFamily="34" charset="0"/>
              <a:buChar char="•"/>
            </a:pPr>
            <a:r>
              <a:rPr lang="ru-RU" sz="1600" b="0" i="0" dirty="0">
                <a:solidFill>
                  <a:srgbClr val="000000"/>
                </a:solidFill>
                <a:effectLst/>
                <a:latin typeface="Proxima Nova"/>
              </a:rPr>
              <a:t>объем нейросети — 800 гигабайт;</a:t>
            </a:r>
          </a:p>
          <a:p>
            <a:pPr algn="l">
              <a:buFont typeface="Arial" panose="020B0604020202020204" pitchFamily="34" charset="0"/>
              <a:buChar char="•"/>
            </a:pPr>
            <a:r>
              <a:rPr lang="ru-RU" sz="1600" b="0" i="0" dirty="0">
                <a:solidFill>
                  <a:srgbClr val="000000"/>
                </a:solidFill>
                <a:effectLst/>
                <a:latin typeface="Proxima Nova"/>
              </a:rPr>
              <a:t>число параметров — 175 миллиардов;</a:t>
            </a:r>
          </a:p>
          <a:p>
            <a:pPr algn="l">
              <a:buFont typeface="Arial" panose="020B0604020202020204" pitchFamily="34" charset="0"/>
              <a:buChar char="•"/>
            </a:pPr>
            <a:r>
              <a:rPr lang="ru-RU" sz="1600" b="0" i="0" dirty="0">
                <a:solidFill>
                  <a:srgbClr val="000000"/>
                </a:solidFill>
                <a:effectLst/>
                <a:latin typeface="Proxima Nova"/>
              </a:rPr>
              <a:t>96 слоев.</a:t>
            </a:r>
            <a:endParaRPr lang="en-US" sz="1600" b="0" i="0" dirty="0">
              <a:solidFill>
                <a:srgbClr val="000000"/>
              </a:solidFill>
              <a:effectLst/>
              <a:latin typeface="Proxima Nova"/>
            </a:endParaRPr>
          </a:p>
          <a:p>
            <a:pPr algn="l">
              <a:buFont typeface="Arial" panose="020B0604020202020204" pitchFamily="34" charset="0"/>
              <a:buChar char="•"/>
            </a:pPr>
            <a:r>
              <a:rPr lang="en-US" sz="2400" dirty="0"/>
              <a:t>GPT</a:t>
            </a:r>
            <a:r>
              <a:rPr lang="ru-RU" sz="2400" dirty="0"/>
              <a:t>-</a:t>
            </a:r>
            <a:r>
              <a:rPr lang="en-US" sz="2400" dirty="0"/>
              <a:t>4 (2023): </a:t>
            </a:r>
            <a:endParaRPr lang="ru-RU" sz="2400" dirty="0"/>
          </a:p>
          <a:p>
            <a:pPr algn="l">
              <a:buFont typeface="Arial" panose="020B0604020202020204" pitchFamily="34" charset="0"/>
              <a:buChar char="•"/>
            </a:pPr>
            <a:r>
              <a:rPr lang="ru-RU" sz="1800" dirty="0"/>
              <a:t>Может работать с изображениями;</a:t>
            </a:r>
          </a:p>
          <a:p>
            <a:pPr algn="l">
              <a:buFont typeface="Arial" panose="020B0604020202020204" pitchFamily="34" charset="0"/>
              <a:buChar char="•"/>
            </a:pPr>
            <a:r>
              <a:rPr lang="ru-RU" sz="1800" dirty="0"/>
              <a:t>число параметров </a:t>
            </a:r>
            <a:r>
              <a:rPr lang="en-US" sz="1800" dirty="0"/>
              <a:t>~</a:t>
            </a:r>
            <a:r>
              <a:rPr lang="ru-RU" sz="1800" dirty="0"/>
              <a:t> </a:t>
            </a:r>
            <a:r>
              <a:rPr lang="en-US" sz="1800" dirty="0"/>
              <a:t>500 </a:t>
            </a:r>
            <a:r>
              <a:rPr lang="ru-RU" sz="1800" dirty="0"/>
              <a:t>миллиардов</a:t>
            </a:r>
          </a:p>
          <a:p>
            <a:pPr algn="l">
              <a:buFont typeface="Arial" panose="020B0604020202020204" pitchFamily="34" charset="0"/>
              <a:buChar char="•"/>
            </a:pPr>
            <a:endParaRPr lang="ru-RU" sz="1800" dirty="0">
              <a:solidFill>
                <a:srgbClr val="0070C0"/>
              </a:solidFill>
            </a:endParaRPr>
          </a:p>
          <a:p>
            <a:pPr marL="0" indent="0" algn="l">
              <a:buNone/>
            </a:pPr>
            <a:r>
              <a:rPr lang="ru-RU" sz="1800" dirty="0">
                <a:solidFill>
                  <a:srgbClr val="0070C0"/>
                </a:solidFill>
              </a:rPr>
              <a:t>При всех впечатляющих способностях генеративный трансформер – всего лишь большой попугай.</a:t>
            </a:r>
          </a:p>
          <a:p>
            <a:pPr marL="0" indent="0" algn="l">
              <a:buNone/>
            </a:pPr>
            <a:r>
              <a:rPr lang="ru-RU" sz="1800" dirty="0">
                <a:solidFill>
                  <a:srgbClr val="0070C0"/>
                </a:solidFill>
              </a:rPr>
              <a:t>Проблема: Качество исходных данных </a:t>
            </a:r>
            <a:r>
              <a:rPr lang="ru-RU" sz="1800">
                <a:solidFill>
                  <a:srgbClr val="0070C0"/>
                </a:solidFill>
              </a:rPr>
              <a:t>для обучения. </a:t>
            </a:r>
            <a:endParaRPr lang="ru-RU" sz="1800" dirty="0">
              <a:solidFill>
                <a:srgbClr val="0070C0"/>
              </a:solidFill>
            </a:endParaRPr>
          </a:p>
        </p:txBody>
      </p:sp>
      <p:sp>
        <p:nvSpPr>
          <p:cNvPr id="5" name="TextBox 4">
            <a:extLst>
              <a:ext uri="{FF2B5EF4-FFF2-40B4-BE49-F238E27FC236}">
                <a16:creationId xmlns:a16="http://schemas.microsoft.com/office/drawing/2014/main" id="{133CA127-6B81-BDFE-3339-FE05BCBC8E5F}"/>
              </a:ext>
            </a:extLst>
          </p:cNvPr>
          <p:cNvSpPr txBox="1"/>
          <p:nvPr/>
        </p:nvSpPr>
        <p:spPr>
          <a:xfrm>
            <a:off x="683568" y="6419874"/>
            <a:ext cx="7776864" cy="307777"/>
          </a:xfrm>
          <a:prstGeom prst="rect">
            <a:avLst/>
          </a:prstGeom>
          <a:noFill/>
        </p:spPr>
        <p:txBody>
          <a:bodyPr wrap="square">
            <a:spAutoFit/>
          </a:bodyPr>
          <a:lstStyle/>
          <a:p>
            <a:r>
              <a:rPr lang="en-US" sz="1400" b="0" i="0" dirty="0">
                <a:solidFill>
                  <a:srgbClr val="0070C0"/>
                </a:solidFill>
                <a:effectLst/>
                <a:latin typeface="Proxima Nova"/>
              </a:rPr>
              <a:t>https://workspace.ru/blog/istoriya-chatgpt-chto-umeet-chat-gpt-4-i-chego-zhdat-ot-gpt-5/</a:t>
            </a:r>
            <a:endParaRPr lang="ru-RU" sz="1400" dirty="0">
              <a:solidFill>
                <a:srgbClr val="0070C0"/>
              </a:solidFill>
            </a:endParaRPr>
          </a:p>
        </p:txBody>
      </p:sp>
    </p:spTree>
    <p:extLst>
      <p:ext uri="{BB962C8B-B14F-4D97-AF65-F5344CB8AC3E}">
        <p14:creationId xmlns:p14="http://schemas.microsoft.com/office/powerpoint/2010/main" val="164031001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31060" y="404664"/>
            <a:ext cx="8686800" cy="504056"/>
          </a:xfrm>
        </p:spPr>
        <p:txBody>
          <a:bodyPr>
            <a:noAutofit/>
          </a:bodyPr>
          <a:lstStyle/>
          <a:p>
            <a:r>
              <a:rPr lang="ru-RU" sz="3600" b="1" dirty="0">
                <a:solidFill>
                  <a:srgbClr val="002060"/>
                </a:solidFill>
              </a:rPr>
              <a:t>ВЫВОДЫ</a:t>
            </a:r>
          </a:p>
        </p:txBody>
      </p:sp>
      <p:sp>
        <p:nvSpPr>
          <p:cNvPr id="4" name="Номер слайда 3"/>
          <p:cNvSpPr>
            <a:spLocks noGrp="1"/>
          </p:cNvSpPr>
          <p:nvPr>
            <p:ph type="sldNum" sz="quarter" idx="12"/>
          </p:nvPr>
        </p:nvSpPr>
        <p:spPr>
          <a:xfrm>
            <a:off x="6804248" y="6237312"/>
            <a:ext cx="2133600" cy="365125"/>
          </a:xfrm>
        </p:spPr>
        <p:txBody>
          <a:bodyPr/>
          <a:lstStyle/>
          <a:p>
            <a:pPr algn="r"/>
            <a:fld id="{725C68B6-61C2-468F-89AB-4B9F7531AA68}" type="slidenum">
              <a:rPr lang="ru-RU" sz="1600" b="1" smtClean="0">
                <a:solidFill>
                  <a:schemeClr val="tx1"/>
                </a:solidFill>
                <a:latin typeface="Arial" pitchFamily="34" charset="0"/>
                <a:cs typeface="Arial" pitchFamily="34" charset="0"/>
              </a:rPr>
              <a:pPr algn="r"/>
              <a:t>20</a:t>
            </a:fld>
            <a:endParaRPr lang="ru-RU" sz="1600" b="1" dirty="0">
              <a:solidFill>
                <a:schemeClr val="tx1"/>
              </a:solidFill>
              <a:latin typeface="Arial" pitchFamily="34" charset="0"/>
              <a:cs typeface="Arial" pitchFamily="34" charset="0"/>
            </a:endParaRPr>
          </a:p>
        </p:txBody>
      </p:sp>
      <p:sp>
        <p:nvSpPr>
          <p:cNvPr id="53" name="Содержимое 52"/>
          <p:cNvSpPr>
            <a:spLocks noGrp="1"/>
          </p:cNvSpPr>
          <p:nvPr>
            <p:ph sz="quarter" idx="1"/>
          </p:nvPr>
        </p:nvSpPr>
        <p:spPr>
          <a:xfrm>
            <a:off x="251520" y="1196752"/>
            <a:ext cx="8280920" cy="4824536"/>
          </a:xfrm>
        </p:spPr>
        <p:txBody>
          <a:bodyPr>
            <a:noAutofit/>
          </a:bodyPr>
          <a:lstStyle/>
          <a:p>
            <a:r>
              <a:rPr lang="ru-RU" sz="2400" dirty="0"/>
              <a:t>Эволюция ИИ двигалась от инженерии знаний к инженерии больших данных.</a:t>
            </a:r>
            <a:r>
              <a:rPr lang="en-US" sz="2400" dirty="0"/>
              <a:t> </a:t>
            </a:r>
            <a:endParaRPr lang="ru-RU" sz="2400" dirty="0"/>
          </a:p>
          <a:p>
            <a:r>
              <a:rPr lang="en-US" sz="2400" dirty="0"/>
              <a:t>GPT</a:t>
            </a:r>
            <a:r>
              <a:rPr lang="ru-RU" sz="2400" dirty="0"/>
              <a:t> – пример реализации сильного ИИ.</a:t>
            </a:r>
          </a:p>
          <a:p>
            <a:r>
              <a:rPr lang="ru-RU" sz="2400" dirty="0"/>
              <a:t>Актуальной становится проблема этики ИИ.</a:t>
            </a:r>
          </a:p>
          <a:p>
            <a:pPr algn="l">
              <a:buFont typeface="Arial" panose="020B0604020202020204" pitchFamily="34" charset="0"/>
              <a:buChar char="•"/>
            </a:pPr>
            <a:r>
              <a:rPr lang="ru-RU" sz="1600" b="0" i="0" dirty="0">
                <a:solidFill>
                  <a:srgbClr val="000000"/>
                </a:solidFill>
                <a:effectLst/>
                <a:latin typeface="Proxima Nova"/>
              </a:rPr>
              <a:t> </a:t>
            </a:r>
            <a:endParaRPr lang="ru-RU" sz="1800" dirty="0">
              <a:solidFill>
                <a:srgbClr val="0070C0"/>
              </a:solidFill>
            </a:endParaRPr>
          </a:p>
        </p:txBody>
      </p:sp>
    </p:spTree>
    <p:extLst>
      <p:ext uri="{BB962C8B-B14F-4D97-AF65-F5344CB8AC3E}">
        <p14:creationId xmlns:p14="http://schemas.microsoft.com/office/powerpoint/2010/main" val="135970339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251520" y="188640"/>
            <a:ext cx="8686800" cy="504056"/>
          </a:xfrm>
        </p:spPr>
        <p:txBody>
          <a:bodyPr>
            <a:noAutofit/>
          </a:bodyPr>
          <a:lstStyle/>
          <a:p>
            <a:endParaRPr lang="ru-RU" sz="3600" b="1" dirty="0">
              <a:solidFill>
                <a:srgbClr val="002060"/>
              </a:solidFill>
            </a:endParaRPr>
          </a:p>
        </p:txBody>
      </p:sp>
      <p:sp>
        <p:nvSpPr>
          <p:cNvPr id="4" name="Номер слайда 3"/>
          <p:cNvSpPr>
            <a:spLocks noGrp="1"/>
          </p:cNvSpPr>
          <p:nvPr>
            <p:ph type="sldNum" sz="quarter" idx="12"/>
          </p:nvPr>
        </p:nvSpPr>
        <p:spPr>
          <a:xfrm>
            <a:off x="6804248" y="6237312"/>
            <a:ext cx="2133600" cy="365125"/>
          </a:xfrm>
        </p:spPr>
        <p:txBody>
          <a:bodyPr/>
          <a:lstStyle/>
          <a:p>
            <a:pPr algn="r"/>
            <a:fld id="{725C68B6-61C2-468F-89AB-4B9F7531AA68}" type="slidenum">
              <a:rPr lang="ru-RU" sz="1600" b="1" smtClean="0">
                <a:solidFill>
                  <a:schemeClr val="tx1"/>
                </a:solidFill>
                <a:latin typeface="Arial" pitchFamily="34" charset="0"/>
                <a:cs typeface="Arial" pitchFamily="34" charset="0"/>
              </a:rPr>
              <a:pPr algn="r"/>
              <a:t>21</a:t>
            </a:fld>
            <a:endParaRPr lang="ru-RU" sz="1600" b="1" dirty="0">
              <a:solidFill>
                <a:schemeClr val="tx1"/>
              </a:solidFill>
              <a:latin typeface="Arial" pitchFamily="34" charset="0"/>
              <a:cs typeface="Arial" pitchFamily="34" charset="0"/>
            </a:endParaRPr>
          </a:p>
        </p:txBody>
      </p:sp>
      <p:sp>
        <p:nvSpPr>
          <p:cNvPr id="53" name="Содержимое 52"/>
          <p:cNvSpPr>
            <a:spLocks noGrp="1"/>
          </p:cNvSpPr>
          <p:nvPr>
            <p:ph sz="quarter" idx="1"/>
          </p:nvPr>
        </p:nvSpPr>
        <p:spPr>
          <a:xfrm>
            <a:off x="467544" y="2276872"/>
            <a:ext cx="8229600" cy="1224136"/>
          </a:xfrm>
        </p:spPr>
        <p:txBody>
          <a:bodyPr>
            <a:normAutofit/>
          </a:bodyPr>
          <a:lstStyle/>
          <a:p>
            <a:pPr marL="0" indent="0" algn="ctr">
              <a:buNone/>
            </a:pPr>
            <a:r>
              <a:rPr lang="ru-RU" sz="3200" dirty="0">
                <a:solidFill>
                  <a:srgbClr val="0070C0"/>
                </a:solidFill>
              </a:rPr>
              <a:t>Вопросы?</a:t>
            </a:r>
            <a:endParaRPr lang="en-US" sz="3200" dirty="0">
              <a:solidFill>
                <a:srgbClr val="0070C0"/>
              </a:solidFill>
            </a:endParaRPr>
          </a:p>
          <a:p>
            <a:pPr marL="0" indent="0" algn="ctr">
              <a:buNone/>
            </a:pPr>
            <a:r>
              <a:rPr lang="ru-RU" sz="3200" dirty="0">
                <a:solidFill>
                  <a:srgbClr val="0070C0"/>
                </a:solidFill>
              </a:rPr>
              <a:t> </a:t>
            </a:r>
            <a:endParaRPr lang="en-US" sz="4000" b="1" dirty="0"/>
          </a:p>
        </p:txBody>
      </p:sp>
    </p:spTree>
    <p:extLst>
      <p:ext uri="{BB962C8B-B14F-4D97-AF65-F5344CB8AC3E}">
        <p14:creationId xmlns:p14="http://schemas.microsoft.com/office/powerpoint/2010/main" val="2779768731"/>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Начальная">
  <a:themeElements>
    <a:clrScheme name="Начальная">
      <a:dk1>
        <a:sysClr val="windowText" lastClr="000000"/>
      </a:dk1>
      <a:lt1>
        <a:sysClr val="window" lastClr="FFFFFF"/>
      </a:lt1>
      <a:dk2>
        <a:srgbClr val="464653"/>
      </a:dk2>
      <a:lt2>
        <a:srgbClr val="DDE9EC"/>
      </a:lt2>
      <a:accent1>
        <a:srgbClr val="727CA3"/>
      </a:accent1>
      <a:accent2>
        <a:srgbClr val="9FB8CD"/>
      </a:accent2>
      <a:accent3>
        <a:srgbClr val="D2DA7A"/>
      </a:accent3>
      <a:accent4>
        <a:srgbClr val="FADA7A"/>
      </a:accent4>
      <a:accent5>
        <a:srgbClr val="B88472"/>
      </a:accent5>
      <a:accent6>
        <a:srgbClr val="8E736A"/>
      </a:accent6>
      <a:hlink>
        <a:srgbClr val="B292CA"/>
      </a:hlink>
      <a:folHlink>
        <a:srgbClr val="6B5680"/>
      </a:folHlink>
    </a:clrScheme>
    <a:fontScheme name="Начальная">
      <a:majorFont>
        <a:latin typeface="Bookman Old Style"/>
        <a:ea typeface=""/>
        <a:cs typeface=""/>
        <a:font script="Grek" typeface="Cambria"/>
        <a:font script="Cyrl" typeface="Cambria"/>
        <a:font script="Jpan" typeface="HG明朝E"/>
        <a:font script="Hang" typeface="돋움"/>
        <a:font script="Hans" typeface="宋体"/>
        <a:font script="Hant" typeface="標楷體"/>
        <a:font script="Arab" typeface="Times New Roman"/>
        <a:font script="Hebr" typeface="Times New Roman"/>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Gill Sans MT"/>
        <a:ea typeface=""/>
        <a:cs typeface=""/>
        <a:font script="Grek" typeface="Calibri"/>
        <a:font script="Cyrl" typeface="Calibri"/>
        <a:font script="Jpan" typeface="ＭＳ Ｐゴシック"/>
        <a:font script="Hang" typeface="맑은 고딕"/>
        <a:font script="Hans" typeface="华文新魏"/>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Начальная">
      <a:fillStyleLst>
        <a:solidFill>
          <a:schemeClr val="phClr"/>
        </a:solidFill>
        <a:gradFill rotWithShape="1">
          <a:gsLst>
            <a:gs pos="0">
              <a:schemeClr val="phClr">
                <a:tint val="45000"/>
                <a:satMod val="200000"/>
              </a:schemeClr>
            </a:gs>
            <a:gs pos="30000">
              <a:schemeClr val="phClr">
                <a:tint val="61000"/>
                <a:satMod val="200000"/>
              </a:schemeClr>
            </a:gs>
            <a:gs pos="45000">
              <a:schemeClr val="phClr">
                <a:tint val="66000"/>
                <a:satMod val="200000"/>
              </a:schemeClr>
            </a:gs>
            <a:gs pos="55000">
              <a:schemeClr val="phClr">
                <a:tint val="66000"/>
                <a:satMod val="200000"/>
              </a:schemeClr>
            </a:gs>
            <a:gs pos="73000">
              <a:schemeClr val="phClr">
                <a:tint val="61000"/>
                <a:satMod val="200000"/>
              </a:schemeClr>
            </a:gs>
            <a:gs pos="100000">
              <a:schemeClr val="phClr">
                <a:tint val="45000"/>
                <a:satMod val="200000"/>
              </a:schemeClr>
            </a:gs>
          </a:gsLst>
          <a:lin ang="950000" scaled="1"/>
        </a:gradFill>
        <a:gradFill rotWithShape="1">
          <a:gsLst>
            <a:gs pos="0">
              <a:schemeClr val="phClr">
                <a:shade val="63000"/>
              </a:schemeClr>
            </a:gs>
            <a:gs pos="30000">
              <a:schemeClr val="phClr">
                <a:shade val="90000"/>
                <a:satMod val="110000"/>
              </a:schemeClr>
            </a:gs>
            <a:gs pos="45000">
              <a:schemeClr val="phClr">
                <a:shade val="100000"/>
                <a:satMod val="118000"/>
              </a:schemeClr>
            </a:gs>
            <a:gs pos="55000">
              <a:schemeClr val="phClr">
                <a:shade val="100000"/>
                <a:satMod val="118000"/>
              </a:schemeClr>
            </a:gs>
            <a:gs pos="73000">
              <a:schemeClr val="phClr">
                <a:shade val="90000"/>
                <a:satMod val="110000"/>
              </a:schemeClr>
            </a:gs>
            <a:gs pos="100000">
              <a:schemeClr val="phClr">
                <a:shade val="63000"/>
              </a:schemeClr>
            </a:gs>
          </a:gsLst>
          <a:lin ang="950000" scaled="1"/>
        </a:gradFill>
      </a:fillStyleLst>
      <a:lnStyleLst>
        <a:ln w="9525" cap="flat" cmpd="sng" algn="ctr">
          <a:solidFill>
            <a:schemeClr val="phClr"/>
          </a:solidFill>
          <a:prstDash val="solid"/>
        </a:ln>
        <a:ln w="19050" cap="flat" cmpd="sng" algn="ctr">
          <a:solidFill>
            <a:schemeClr val="phClr"/>
          </a:solidFill>
          <a:prstDash val="solid"/>
        </a:ln>
        <a:ln w="25400" cap="flat" cmpd="sng" algn="ctr">
          <a:solidFill>
            <a:schemeClr val="phClr"/>
          </a:solidFill>
          <a:prstDash val="solid"/>
        </a:ln>
      </a:lnStyleLst>
      <a:effectStyleLst>
        <a:effectStyle>
          <a:effectLst>
            <a:outerShdw blurRad="38100" dist="25400" dir="5400000" rotWithShape="0">
              <a:srgbClr val="000000">
                <a:alpha val="40000"/>
              </a:srgbClr>
            </a:outerShdw>
          </a:effectLst>
        </a:effectStyle>
        <a:effectStyle>
          <a:effectLst>
            <a:outerShdw blurRad="50800" dist="43000" dir="5400000" rotWithShape="0">
              <a:srgbClr val="000000">
                <a:alpha val="40000"/>
              </a:srgbClr>
            </a:outerShdw>
          </a:effectLst>
          <a:scene3d>
            <a:camera prst="orthographicFront" fov="0">
              <a:rot lat="0" lon="0" rev="0"/>
            </a:camera>
            <a:lightRig rig="balanced" dir="t">
              <a:rot lat="0" lon="0" rev="0"/>
            </a:lightRig>
          </a:scene3d>
          <a:sp3d prstMaterial="matte">
            <a:bevelT w="0" h="0"/>
            <a:contourClr>
              <a:schemeClr val="phClr">
                <a:tint val="100000"/>
                <a:shade val="100000"/>
                <a:hueMod val="100000"/>
                <a:satMod val="100000"/>
              </a:schemeClr>
            </a:contourClr>
          </a:sp3d>
        </a:effectStyle>
        <a:effectStyle>
          <a:effectLst>
            <a:outerShdw blurRad="50800" dist="25400" dir="5400000" rotWithShape="0">
              <a:srgbClr val="000000">
                <a:alpha val="50000"/>
              </a:srgbClr>
            </a:outerShdw>
          </a:effectLst>
          <a:scene3d>
            <a:camera prst="orthographicFront" fov="0">
              <a:rot lat="0" lon="0" rev="0"/>
            </a:camera>
            <a:lightRig rig="soft" dir="t">
              <a:rot lat="0" lon="0" rev="2700000"/>
            </a:lightRig>
          </a:scene3d>
          <a:sp3d prstMaterial="matte">
            <a:bevelT w="50800" h="50800"/>
            <a:contourClr>
              <a:schemeClr val="phClr"/>
            </a:contourClr>
          </a:sp3d>
        </a:effectStyle>
      </a:effectStyleLst>
      <a:bgFillStyleLst>
        <a:solidFill>
          <a:schemeClr val="phClr"/>
        </a:solidFill>
        <a:gradFill rotWithShape="1">
          <a:gsLst>
            <a:gs pos="0">
              <a:schemeClr val="phClr">
                <a:shade val="60000"/>
                <a:satMod val="300000"/>
              </a:schemeClr>
            </a:gs>
            <a:gs pos="30000">
              <a:schemeClr val="phClr">
                <a:shade val="80000"/>
                <a:satMod val="230000"/>
              </a:schemeClr>
            </a:gs>
            <a:gs pos="100000">
              <a:schemeClr val="phClr">
                <a:tint val="97000"/>
                <a:satMod val="220000"/>
              </a:schemeClr>
            </a:gs>
          </a:gsLst>
          <a:lin ang="16200000" scaled="1"/>
        </a:gradFill>
        <a:blipFill>
          <a:blip xmlns:r="http://schemas.openxmlformats.org/officeDocument/2006/relationships" r:embed="rId1">
            <a:duotone>
              <a:schemeClr val="phClr">
                <a:shade val="6000"/>
                <a:satMod val="120000"/>
              </a:schemeClr>
              <a:schemeClr val="phClr">
                <a:tint val="90000"/>
              </a:schemeClr>
            </a:duotone>
          </a:blip>
          <a:tile tx="0" ty="0" sx="35000" sy="40000" flip="x" algn="tl"/>
        </a:blipFill>
      </a:bgFillStyleLst>
    </a:fmtScheme>
  </a:themeElements>
  <a:objectDefaults/>
  <a:extraClrSchemeLst/>
</a:theme>
</file>

<file path=ppt/theme/theme2.xml><?xml version="1.0" encoding="utf-8"?>
<a:theme xmlns:a="http://schemas.openxmlformats.org/drawingml/2006/main" name="Тема Office">
  <a:themeElements>
    <a:clrScheme name="Стандартная">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Стандартная">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Стандартная">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Origin</Template>
  <TotalTime>3154</TotalTime>
  <Words>1092</Words>
  <Application>Microsoft Office PowerPoint</Application>
  <PresentationFormat>Экран (4:3)</PresentationFormat>
  <Paragraphs>251</Paragraphs>
  <Slides>21</Slides>
  <Notes>20</Notes>
  <HiddenSlides>0</HiddenSlides>
  <MMClips>0</MMClips>
  <ScaleCrop>false</ScaleCrop>
  <HeadingPairs>
    <vt:vector size="6" baseType="variant">
      <vt:variant>
        <vt:lpstr>Использованные шрифты</vt:lpstr>
      </vt:variant>
      <vt:variant>
        <vt:i4>10</vt:i4>
      </vt:variant>
      <vt:variant>
        <vt:lpstr>Тема</vt:lpstr>
      </vt:variant>
      <vt:variant>
        <vt:i4>1</vt:i4>
      </vt:variant>
      <vt:variant>
        <vt:lpstr>Заголовки слайдов</vt:lpstr>
      </vt:variant>
      <vt:variant>
        <vt:i4>21</vt:i4>
      </vt:variant>
    </vt:vector>
  </HeadingPairs>
  <TitlesOfParts>
    <vt:vector size="32" baseType="lpstr">
      <vt:lpstr>Arial</vt:lpstr>
      <vt:lpstr>Bookman Old Style</vt:lpstr>
      <vt:lpstr>Calibri</vt:lpstr>
      <vt:lpstr>Cambria</vt:lpstr>
      <vt:lpstr>Gill Sans MT</vt:lpstr>
      <vt:lpstr>Proxima Nova</vt:lpstr>
      <vt:lpstr>Times New Roman</vt:lpstr>
      <vt:lpstr>Verdana</vt:lpstr>
      <vt:lpstr>Wingdings</vt:lpstr>
      <vt:lpstr>Wingdings 3</vt:lpstr>
      <vt:lpstr>Начальная</vt:lpstr>
      <vt:lpstr>Искусственный интеллект: История</vt:lpstr>
      <vt:lpstr>АНТИЧНОСТЬ</vt:lpstr>
      <vt:lpstr>СРЕДНЕВЕКОВЬЕ</vt:lpstr>
      <vt:lpstr>О КОМБИНАТОРИКЕ ПОНЯТИЙ…</vt:lpstr>
      <vt:lpstr>XIX ВЕК</vt:lpstr>
      <vt:lpstr>XX ВЕК, СЕРЕДИНА</vt:lpstr>
      <vt:lpstr>XX ВЕК, СЕРЕДИНА</vt:lpstr>
      <vt:lpstr>XX ВЕК, СЕРЕДИНА</vt:lpstr>
      <vt:lpstr>XX ВЕК, СЕРЕДИНА</vt:lpstr>
      <vt:lpstr>XX ВЕК, СЕРЕДИНА</vt:lpstr>
      <vt:lpstr>XX ВЕК, СЕРЕДИНА</vt:lpstr>
      <vt:lpstr>XX ВЕК, ЭНТУЗИАЗМ (1952-1969)</vt:lpstr>
      <vt:lpstr>XX ВЕК, 70-е</vt:lpstr>
      <vt:lpstr>XX ВЕК, 70-е – 80-е </vt:lpstr>
      <vt:lpstr>XX ВЕК, 80-е </vt:lpstr>
      <vt:lpstr>XXI ВЕК, 2000-е </vt:lpstr>
      <vt:lpstr>XXI ВЕК, 2010-е </vt:lpstr>
      <vt:lpstr>XXI ВЕК, 2020-е </vt:lpstr>
      <vt:lpstr>XXI ВЕК, 2020-е </vt:lpstr>
      <vt:lpstr>ВЫВОДЫ</vt:lpstr>
      <vt:lpstr>Презентация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РЕАЛИЗАЦИЯ ЛОГИК В ИНТЕЛЛЕКТУАЛЬНЫХ СИСТЕМАХ</dc:title>
  <dc:creator>BIA</dc:creator>
  <cp:lastModifiedBy>Igor Bessmertny</cp:lastModifiedBy>
  <cp:revision>142</cp:revision>
  <dcterms:modified xsi:type="dcterms:W3CDTF">2024-09-04T19:14:18Z</dcterms:modified>
</cp:coreProperties>
</file>