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72" r:id="rId3"/>
    <p:sldId id="257" r:id="rId4"/>
    <p:sldId id="274" r:id="rId5"/>
    <p:sldId id="259" r:id="rId6"/>
    <p:sldId id="270" r:id="rId7"/>
    <p:sldId id="271" r:id="rId8"/>
    <p:sldId id="268" r:id="rId9"/>
    <p:sldId id="277" r:id="rId10"/>
    <p:sldId id="275" r:id="rId11"/>
    <p:sldId id="276" r:id="rId12"/>
    <p:sldId id="269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6" autoAdjust="0"/>
    <p:restoredTop sz="94660"/>
  </p:normalViewPr>
  <p:slideViewPr>
    <p:cSldViewPr>
      <p:cViewPr varScale="1">
        <p:scale>
          <a:sx n="118" d="100"/>
          <a:sy n="118" d="100"/>
        </p:scale>
        <p:origin x="1834" y="10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ессмертный Игорь Александрович" userId="4f489ec6-c9ca-4727-b2ff-e9e7b63d68f3" providerId="ADAL" clId="{F21FB2D5-E6F4-4583-8DF7-1A5984ED8FA7}"/>
    <pc:docChg chg="custSel modSld">
      <pc:chgData name="Бессмертный Игорь Александрович" userId="4f489ec6-c9ca-4727-b2ff-e9e7b63d68f3" providerId="ADAL" clId="{F21FB2D5-E6F4-4583-8DF7-1A5984ED8FA7}" dt="2026-09-03T11:26:24.762" v="21" actId="27636"/>
      <pc:docMkLst>
        <pc:docMk/>
      </pc:docMkLst>
      <pc:sldChg chg="modSp mod">
        <pc:chgData name="Бессмертный Игорь Александрович" userId="4f489ec6-c9ca-4727-b2ff-e9e7b63d68f3" providerId="ADAL" clId="{F21FB2D5-E6F4-4583-8DF7-1A5984ED8FA7}" dt="2026-09-03T11:24:27.473" v="19" actId="6549"/>
        <pc:sldMkLst>
          <pc:docMk/>
          <pc:sldMk cId="2779768731" sldId="269"/>
        </pc:sldMkLst>
        <pc:spChg chg="mod">
          <ac:chgData name="Бессмертный Игорь Александрович" userId="4f489ec6-c9ca-4727-b2ff-e9e7b63d68f3" providerId="ADAL" clId="{F21FB2D5-E6F4-4583-8DF7-1A5984ED8FA7}" dt="2026-09-03T11:24:27.473" v="19" actId="6549"/>
          <ac:spMkLst>
            <pc:docMk/>
            <pc:sldMk cId="2779768731" sldId="269"/>
            <ac:spMk id="53" creationId="{00000000-0000-0000-0000-000000000000}"/>
          </ac:spMkLst>
        </pc:spChg>
      </pc:sldChg>
      <pc:sldChg chg="modSp mod modAnim">
        <pc:chgData name="Бессмертный Игорь Александрович" userId="4f489ec6-c9ca-4727-b2ff-e9e7b63d68f3" providerId="ADAL" clId="{F21FB2D5-E6F4-4583-8DF7-1A5984ED8FA7}" dt="2026-09-03T11:26:24.762" v="21" actId="27636"/>
        <pc:sldMkLst>
          <pc:docMk/>
          <pc:sldMk cId="1165908997" sldId="276"/>
        </pc:sldMkLst>
        <pc:spChg chg="mod">
          <ac:chgData name="Бессмертный Игорь Александрович" userId="4f489ec6-c9ca-4727-b2ff-e9e7b63d68f3" providerId="ADAL" clId="{F21FB2D5-E6F4-4583-8DF7-1A5984ED8FA7}" dt="2026-09-03T11:26:24.762" v="21" actId="27636"/>
          <ac:spMkLst>
            <pc:docMk/>
            <pc:sldMk cId="1165908997" sldId="276"/>
            <ac:spMk id="53" creationId="{00000000-0000-0000-0000-000000000000}"/>
          </ac:spMkLst>
        </pc:spChg>
      </pc:sldChg>
    </pc:docChg>
  </pc:docChgLst>
  <pc:docChgLst>
    <pc:chgData name="Игорь Александрович Бессмертный" userId="4f489ec6-c9ca-4727-b2ff-e9e7b63d68f3" providerId="ADAL" clId="{C0E49730-8109-4BBB-A323-B06E066BA452}"/>
    <pc:docChg chg="modSld">
      <pc:chgData name="Игорь Александрович Бессмертный" userId="4f489ec6-c9ca-4727-b2ff-e9e7b63d68f3" providerId="ADAL" clId="{C0E49730-8109-4BBB-A323-B06E066BA452}" dt="2025-09-01T14:18:17.586" v="1" actId="20577"/>
      <pc:docMkLst>
        <pc:docMk/>
      </pc:docMkLst>
      <pc:sldChg chg="modSp mod">
        <pc:chgData name="Игорь Александрович Бессмертный" userId="4f489ec6-c9ca-4727-b2ff-e9e7b63d68f3" providerId="ADAL" clId="{C0E49730-8109-4BBB-A323-B06E066BA452}" dt="2025-09-01T14:03:43.496" v="0" actId="20577"/>
        <pc:sldMkLst>
          <pc:docMk/>
          <pc:sldMk cId="0" sldId="256"/>
        </pc:sldMkLst>
        <pc:spChg chg="mod">
          <ac:chgData name="Игорь Александрович Бессмертный" userId="4f489ec6-c9ca-4727-b2ff-e9e7b63d68f3" providerId="ADAL" clId="{C0E49730-8109-4BBB-A323-B06E066BA452}" dt="2025-09-01T14:03:43.496" v="0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Игорь Александрович Бессмертный" userId="4f489ec6-c9ca-4727-b2ff-e9e7b63d68f3" providerId="ADAL" clId="{C0E49730-8109-4BBB-A323-B06E066BA452}" dt="2025-09-01T14:18:17.586" v="1" actId="20577"/>
        <pc:sldMkLst>
          <pc:docMk/>
          <pc:sldMk cId="3102974076" sldId="277"/>
        </pc:sldMkLst>
        <pc:spChg chg="mod">
          <ac:chgData name="Игорь Александрович Бессмертный" userId="4f489ec6-c9ca-4727-b2ff-e9e7b63d68f3" providerId="ADAL" clId="{C0E49730-8109-4BBB-A323-B06E066BA452}" dt="2025-09-01T14:18:17.586" v="1" actId="20577"/>
          <ac:spMkLst>
            <pc:docMk/>
            <pc:sldMk cId="3102974076" sldId="277"/>
            <ac:spMk id="53" creationId="{00000000-0000-0000-0000-000000000000}"/>
          </ac:spMkLst>
        </pc:spChg>
      </pc:sldChg>
    </pc:docChg>
  </pc:docChgLst>
  <pc:docChgLst>
    <pc:chgData name="Игорь Александрович Бессмертный" userId="4f489ec6-c9ca-4727-b2ff-e9e7b63d68f3" providerId="ADAL" clId="{53C3702A-A391-4BCD-8908-60060694A628}"/>
    <pc:docChg chg="delSld modSld">
      <pc:chgData name="Игорь Александрович Бессмертный" userId="4f489ec6-c9ca-4727-b2ff-e9e7b63d68f3" providerId="ADAL" clId="{53C3702A-A391-4BCD-8908-60060694A628}" dt="2026-09-18T07:57:07.702" v="8" actId="20577"/>
      <pc:docMkLst>
        <pc:docMk/>
      </pc:docMkLst>
      <pc:sldChg chg="modSp mod">
        <pc:chgData name="Игорь Александрович Бессмертный" userId="4f489ec6-c9ca-4727-b2ff-e9e7b63d68f3" providerId="ADAL" clId="{53C3702A-A391-4BCD-8908-60060694A628}" dt="2026-09-18T07:56:55.990" v="1" actId="20577"/>
        <pc:sldMkLst>
          <pc:docMk/>
          <pc:sldMk cId="0" sldId="257"/>
        </pc:sldMkLst>
        <pc:spChg chg="mod">
          <ac:chgData name="Игорь Александрович Бессмертный" userId="4f489ec6-c9ca-4727-b2ff-e9e7b63d68f3" providerId="ADAL" clId="{53C3702A-A391-4BCD-8908-60060694A628}" dt="2026-09-18T07:56:55.990" v="1" actId="20577"/>
          <ac:spMkLst>
            <pc:docMk/>
            <pc:sldMk cId="0" sldId="257"/>
            <ac:spMk id="2" creationId="{00000000-0000-0000-0000-000000000000}"/>
          </ac:spMkLst>
        </pc:spChg>
      </pc:sldChg>
      <pc:sldChg chg="del">
        <pc:chgData name="Игорь Александрович Бессмертный" userId="4f489ec6-c9ca-4727-b2ff-e9e7b63d68f3" providerId="ADAL" clId="{53C3702A-A391-4BCD-8908-60060694A628}" dt="2026-09-18T07:56:48.200" v="0" actId="47"/>
        <pc:sldMkLst>
          <pc:docMk/>
          <pc:sldMk cId="605745163" sldId="273"/>
        </pc:sldMkLst>
      </pc:sldChg>
      <pc:sldChg chg="modSp mod">
        <pc:chgData name="Игорь Александрович Бессмертный" userId="4f489ec6-c9ca-4727-b2ff-e9e7b63d68f3" providerId="ADAL" clId="{53C3702A-A391-4BCD-8908-60060694A628}" dt="2026-09-18T07:57:07.702" v="8" actId="20577"/>
        <pc:sldMkLst>
          <pc:docMk/>
          <pc:sldMk cId="4064963570" sldId="274"/>
        </pc:sldMkLst>
        <pc:spChg chg="mod">
          <ac:chgData name="Игорь Александрович Бессмертный" userId="4f489ec6-c9ca-4727-b2ff-e9e7b63d68f3" providerId="ADAL" clId="{53C3702A-A391-4BCD-8908-60060694A628}" dt="2026-09-18T07:57:01.179" v="2" actId="20577"/>
          <ac:spMkLst>
            <pc:docMk/>
            <pc:sldMk cId="4064963570" sldId="274"/>
            <ac:spMk id="2" creationId="{00000000-0000-0000-0000-000000000000}"/>
          </ac:spMkLst>
        </pc:spChg>
        <pc:spChg chg="mod">
          <ac:chgData name="Игорь Александрович Бессмертный" userId="4f489ec6-c9ca-4727-b2ff-e9e7b63d68f3" providerId="ADAL" clId="{53C3702A-A391-4BCD-8908-60060694A628}" dt="2026-09-18T07:57:07.702" v="8" actId="20577"/>
          <ac:spMkLst>
            <pc:docMk/>
            <pc:sldMk cId="4064963570" sldId="274"/>
            <ac:spMk id="53" creationId="{00000000-0000-0000-0000-000000000000}"/>
          </ac:spMkLst>
        </pc:spChg>
      </pc:sldChg>
    </pc:docChg>
  </pc:docChgLst>
  <pc:docChgLst>
    <pc:chgData name="Бессмертный Игорь Александрович" userId="4f489ec6-c9ca-4727-b2ff-e9e7b63d68f3" providerId="ADAL" clId="{9DD76EF9-5B91-48B1-AF4C-55D38A8ED269}"/>
    <pc:docChg chg="custSel addSld delSld modSld sldOrd">
      <pc:chgData name="Бессмертный Игорь Александрович" userId="4f489ec6-c9ca-4727-b2ff-e9e7b63d68f3" providerId="ADAL" clId="{9DD76EF9-5B91-48B1-AF4C-55D38A8ED269}" dt="2024-09-05T16:08:00.602" v="2583" actId="20577"/>
      <pc:docMkLst>
        <pc:docMk/>
      </pc:docMkLst>
      <pc:sldChg chg="modSp mod">
        <pc:chgData name="Бессмертный Игорь Александрович" userId="4f489ec6-c9ca-4727-b2ff-e9e7b63d68f3" providerId="ADAL" clId="{9DD76EF9-5B91-48B1-AF4C-55D38A8ED269}" dt="2024-09-05T15:55:49.966" v="2576" actId="1036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9DD76EF9-5B91-48B1-AF4C-55D38A8ED269}" dt="2024-09-05T15:10:28.752" v="2342" actId="20577"/>
          <ac:spMkLst>
            <pc:docMk/>
            <pc:sldMk cId="0" sldId="256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9DD76EF9-5B91-48B1-AF4C-55D38A8ED269}" dt="2024-09-05T15:55:49.966" v="2576" actId="1036"/>
          <ac:picMkLst>
            <pc:docMk/>
            <pc:sldMk cId="0" sldId="256"/>
            <ac:picMk id="6" creationId="{F1F102EC-046D-4612-BAA2-F4EF16CACD7F}"/>
          </ac:picMkLst>
        </pc:picChg>
      </pc:sldChg>
      <pc:sldChg chg="addSp delSp modSp mod ord modAnim">
        <pc:chgData name="Бессмертный Игорь Александрович" userId="4f489ec6-c9ca-4727-b2ff-e9e7b63d68f3" providerId="ADAL" clId="{9DD76EF9-5B91-48B1-AF4C-55D38A8ED269}" dt="2024-09-04T09:11:07.189" v="1252" actId="20577"/>
        <pc:sldMkLst>
          <pc:docMk/>
          <pc:sldMk cId="0" sldId="257"/>
        </pc:sldMkLst>
        <pc:spChg chg="mod">
          <ac:chgData name="Бессмертный Игорь Александрович" userId="4f489ec6-c9ca-4727-b2ff-e9e7b63d68f3" providerId="ADAL" clId="{9DD76EF9-5B91-48B1-AF4C-55D38A8ED269}" dt="2024-09-04T09:11:07.189" v="1252" actId="2057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Бессмертный Игорь Александрович" userId="4f489ec6-c9ca-4727-b2ff-e9e7b63d68f3" providerId="ADAL" clId="{9DD76EF9-5B91-48B1-AF4C-55D38A8ED269}" dt="2024-09-04T09:10:08.275" v="1203" actId="14100"/>
          <ac:spMkLst>
            <pc:docMk/>
            <pc:sldMk cId="0" sldId="257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0:51.531" v="1244" actId="12"/>
          <ac:spMkLst>
            <pc:docMk/>
            <pc:sldMk cId="0" sldId="257"/>
            <ac:spMk id="53" creationId="{00000000-0000-0000-0000-000000000000}"/>
          </ac:spMkLst>
        </pc:spChg>
        <pc:picChg chg="add del mod">
          <ac:chgData name="Бессмертный Игорь Александрович" userId="4f489ec6-c9ca-4727-b2ff-e9e7b63d68f3" providerId="ADAL" clId="{9DD76EF9-5B91-48B1-AF4C-55D38A8ED269}" dt="2024-09-04T09:09:52.001" v="1198" actId="478"/>
          <ac:picMkLst>
            <pc:docMk/>
            <pc:sldMk cId="0" sldId="257"/>
            <ac:picMk id="5" creationId="{59613328-DAB9-5971-2BC1-56E39773F458}"/>
          </ac:picMkLst>
        </pc:picChg>
        <pc:picChg chg="add del mod">
          <ac:chgData name="Бессмертный Игорь Александрович" userId="4f489ec6-c9ca-4727-b2ff-e9e7b63d68f3" providerId="ADAL" clId="{9DD76EF9-5B91-48B1-AF4C-55D38A8ED269}" dt="2024-09-04T09:09:53.376" v="1199" actId="478"/>
          <ac:picMkLst>
            <pc:docMk/>
            <pc:sldMk cId="0" sldId="257"/>
            <ac:picMk id="7" creationId="{D222FC25-DEE4-9FB0-AE70-77C8BAFE4402}"/>
          </ac:picMkLst>
        </pc:picChg>
        <pc:picChg chg="add del mod">
          <ac:chgData name="Бессмертный Игорь Александрович" userId="4f489ec6-c9ca-4727-b2ff-e9e7b63d68f3" providerId="ADAL" clId="{9DD76EF9-5B91-48B1-AF4C-55D38A8ED269}" dt="2024-09-04T09:10:10.898" v="1204" actId="478"/>
          <ac:picMkLst>
            <pc:docMk/>
            <pc:sldMk cId="0" sldId="257"/>
            <ac:picMk id="9" creationId="{49896739-9A53-10F4-E908-BB6FBA5E5D4A}"/>
          </ac:picMkLst>
        </pc:picChg>
      </pc:sldChg>
      <pc:sldChg chg="del">
        <pc:chgData name="Бессмертный Игорь Александрович" userId="4f489ec6-c9ca-4727-b2ff-e9e7b63d68f3" providerId="ADAL" clId="{9DD76EF9-5B91-48B1-AF4C-55D38A8ED269}" dt="2024-09-04T08:54:46.393" v="425" actId="47"/>
        <pc:sldMkLst>
          <pc:docMk/>
          <pc:sldMk cId="1077682040" sldId="258"/>
        </pc:sldMkLst>
      </pc:sldChg>
      <pc:sldChg chg="addSp modSp mod modAnim">
        <pc:chgData name="Бессмертный Игорь Александрович" userId="4f489ec6-c9ca-4727-b2ff-e9e7b63d68f3" providerId="ADAL" clId="{9DD76EF9-5B91-48B1-AF4C-55D38A8ED269}" dt="2024-09-04T09:03:25.030" v="817" actId="20577"/>
        <pc:sldMkLst>
          <pc:docMk/>
          <pc:sldMk cId="861915824" sldId="259"/>
        </pc:sldMkLst>
        <pc:spChg chg="mod">
          <ac:chgData name="Бессмертный Игорь Александрович" userId="4f489ec6-c9ca-4727-b2ff-e9e7b63d68f3" providerId="ADAL" clId="{9DD76EF9-5B91-48B1-AF4C-55D38A8ED269}" dt="2024-09-04T08:42:55.644" v="329" actId="20577"/>
          <ac:spMkLst>
            <pc:docMk/>
            <pc:sldMk cId="861915824" sldId="25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03:25.030" v="817" actId="20577"/>
          <ac:spMkLst>
            <pc:docMk/>
            <pc:sldMk cId="861915824" sldId="259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4T08:44:18.806" v="334" actId="1076"/>
          <ac:picMkLst>
            <pc:docMk/>
            <pc:sldMk cId="861915824" sldId="259"/>
            <ac:picMk id="5" creationId="{AA6244EA-AAAD-3473-BDA4-9C164C270C67}"/>
          </ac:picMkLst>
        </pc:picChg>
      </pc:sldChg>
      <pc:sldChg chg="del">
        <pc:chgData name="Бессмертный Игорь Александрович" userId="4f489ec6-c9ca-4727-b2ff-e9e7b63d68f3" providerId="ADAL" clId="{9DD76EF9-5B91-48B1-AF4C-55D38A8ED269}" dt="2024-09-04T08:54:44.806" v="423" actId="47"/>
        <pc:sldMkLst>
          <pc:docMk/>
          <pc:sldMk cId="1124646620" sldId="260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5.883" v="424" actId="47"/>
        <pc:sldMkLst>
          <pc:docMk/>
          <pc:sldMk cId="768683728" sldId="261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001" v="426" actId="47"/>
        <pc:sldMkLst>
          <pc:docMk/>
          <pc:sldMk cId="2388396241" sldId="262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959" v="428" actId="47"/>
        <pc:sldMkLst>
          <pc:docMk/>
          <pc:sldMk cId="1909020098" sldId="263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7.438" v="427" actId="47"/>
        <pc:sldMkLst>
          <pc:docMk/>
          <pc:sldMk cId="2384707103" sldId="264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8.972" v="430" actId="47"/>
        <pc:sldMkLst>
          <pc:docMk/>
          <pc:sldMk cId="2646160606" sldId="265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9.539" v="431" actId="47"/>
        <pc:sldMkLst>
          <pc:docMk/>
          <pc:sldMk cId="4052705401" sldId="266"/>
        </pc:sldMkLst>
      </pc:sldChg>
      <pc:sldChg chg="del">
        <pc:chgData name="Бессмертный Игорь Александрович" userId="4f489ec6-c9ca-4727-b2ff-e9e7b63d68f3" providerId="ADAL" clId="{9DD76EF9-5B91-48B1-AF4C-55D38A8ED269}" dt="2024-09-04T08:54:48.421" v="429" actId="47"/>
        <pc:sldMkLst>
          <pc:docMk/>
          <pc:sldMk cId="1067854121" sldId="267"/>
        </pc:sldMkLst>
      </pc:sldChg>
      <pc:sldChg chg="modSp mod modAnim">
        <pc:chgData name="Бессмертный Игорь Александрович" userId="4f489ec6-c9ca-4727-b2ff-e9e7b63d68f3" providerId="ADAL" clId="{9DD76EF9-5B91-48B1-AF4C-55D38A8ED269}" dt="2024-09-04T15:32:43.089" v="2316" actId="20577"/>
        <pc:sldMkLst>
          <pc:docMk/>
          <pc:sldMk cId="2292299937" sldId="268"/>
        </pc:sldMkLst>
        <pc:spChg chg="mod">
          <ac:chgData name="Бессмертный Игорь Александрович" userId="4f489ec6-c9ca-4727-b2ff-e9e7b63d68f3" providerId="ADAL" clId="{9DD76EF9-5B91-48B1-AF4C-55D38A8ED269}" dt="2024-09-04T15:15:28.514" v="1542" actId="20577"/>
          <ac:spMkLst>
            <pc:docMk/>
            <pc:sldMk cId="2292299937" sldId="268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32:43.089" v="2316" actId="20577"/>
          <ac:spMkLst>
            <pc:docMk/>
            <pc:sldMk cId="2292299937" sldId="268"/>
            <ac:spMk id="53" creationId="{00000000-0000-0000-0000-000000000000}"/>
          </ac:spMkLst>
        </pc:spChg>
      </pc:sldChg>
      <pc:sldChg chg="delSp modSp mod">
        <pc:chgData name="Бессмертный Игорь Александрович" userId="4f489ec6-c9ca-4727-b2ff-e9e7b63d68f3" providerId="ADAL" clId="{9DD76EF9-5B91-48B1-AF4C-55D38A8ED269}" dt="2024-09-05T16:08:00.602" v="2583" actId="20577"/>
        <pc:sldMkLst>
          <pc:docMk/>
          <pc:sldMk cId="2779768731" sldId="269"/>
        </pc:sldMkLst>
        <pc:spChg chg="mod">
          <ac:chgData name="Бессмертный Игорь Александрович" userId="4f489ec6-c9ca-4727-b2ff-e9e7b63d68f3" providerId="ADAL" clId="{9DD76EF9-5B91-48B1-AF4C-55D38A8ED269}" dt="2024-09-04T08:57:30.387" v="607" actId="20577"/>
          <ac:spMkLst>
            <pc:docMk/>
            <pc:sldMk cId="2779768731" sldId="26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5T16:08:00.602" v="2583" actId="20577"/>
          <ac:spMkLst>
            <pc:docMk/>
            <pc:sldMk cId="2779768731" sldId="269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8:55:02.344" v="432" actId="478"/>
          <ac:picMkLst>
            <pc:docMk/>
            <pc:sldMk cId="2779768731" sldId="269"/>
            <ac:picMk id="5" creationId="{36A561D7-8448-4DAC-890D-CADA168B8BDC}"/>
          </ac:picMkLst>
        </pc:picChg>
      </pc:sldChg>
      <pc:sldChg chg="addSp delSp modSp add mod modAnim">
        <pc:chgData name="Бессмертный Игорь Александрович" userId="4f489ec6-c9ca-4727-b2ff-e9e7b63d68f3" providerId="ADAL" clId="{9DD76EF9-5B91-48B1-AF4C-55D38A8ED269}" dt="2024-09-04T08:49:41.070" v="413" actId="20577"/>
        <pc:sldMkLst>
          <pc:docMk/>
          <pc:sldMk cId="3330129573" sldId="270"/>
        </pc:sldMkLst>
        <pc:spChg chg="mod">
          <ac:chgData name="Бессмертный Игорь Александрович" userId="4f489ec6-c9ca-4727-b2ff-e9e7b63d68f3" providerId="ADAL" clId="{9DD76EF9-5B91-48B1-AF4C-55D38A8ED269}" dt="2024-09-04T08:48:52.411" v="406" actId="20577"/>
          <ac:spMkLst>
            <pc:docMk/>
            <pc:sldMk cId="3330129573" sldId="27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8:49:41.070" v="413" actId="20577"/>
          <ac:spMkLst>
            <pc:docMk/>
            <pc:sldMk cId="3330129573" sldId="270"/>
            <ac:spMk id="53" creationId="{00000000-0000-0000-0000-000000000000}"/>
          </ac:spMkLst>
        </pc:spChg>
        <pc:picChg chg="del mod">
          <ac:chgData name="Бессмертный Игорь Александрович" userId="4f489ec6-c9ca-4727-b2ff-e9e7b63d68f3" providerId="ADAL" clId="{9DD76EF9-5B91-48B1-AF4C-55D38A8ED269}" dt="2024-09-04T08:46:51.809" v="400" actId="478"/>
          <ac:picMkLst>
            <pc:docMk/>
            <pc:sldMk cId="3330129573" sldId="270"/>
            <ac:picMk id="5" creationId="{AA6244EA-AAAD-3473-BDA4-9C164C270C67}"/>
          </ac:picMkLst>
        </pc:picChg>
        <pc:picChg chg="add mod">
          <ac:chgData name="Бессмертный Игорь Александрович" userId="4f489ec6-c9ca-4727-b2ff-e9e7b63d68f3" providerId="ADAL" clId="{9DD76EF9-5B91-48B1-AF4C-55D38A8ED269}" dt="2024-09-04T08:48:48.656" v="402" actId="1076"/>
          <ac:picMkLst>
            <pc:docMk/>
            <pc:sldMk cId="3330129573" sldId="270"/>
            <ac:picMk id="6" creationId="{05A638AB-CCFD-D6F1-EC1C-E22E7F44397E}"/>
          </ac:picMkLst>
        </pc:picChg>
      </pc:sldChg>
      <pc:sldChg chg="addSp delSp modSp add mod">
        <pc:chgData name="Бессмертный Игорь Александрович" userId="4f489ec6-c9ca-4727-b2ff-e9e7b63d68f3" providerId="ADAL" clId="{9DD76EF9-5B91-48B1-AF4C-55D38A8ED269}" dt="2024-09-04T09:16:11.306" v="1384" actId="14100"/>
        <pc:sldMkLst>
          <pc:docMk/>
          <pc:sldMk cId="2234827059" sldId="271"/>
        </pc:sldMkLst>
        <pc:spChg chg="mod">
          <ac:chgData name="Бессмертный Игорь Александрович" userId="4f489ec6-c9ca-4727-b2ff-e9e7b63d68f3" providerId="ADAL" clId="{9DD76EF9-5B91-48B1-AF4C-55D38A8ED269}" dt="2024-09-04T08:51:37.498" v="415" actId="20577"/>
          <ac:spMkLst>
            <pc:docMk/>
            <pc:sldMk cId="2234827059" sldId="27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6:11.306" v="1384" actId="14100"/>
          <ac:spMkLst>
            <pc:docMk/>
            <pc:sldMk cId="2234827059" sldId="271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4T08:54:18.018" v="422" actId="14100"/>
          <ac:picMkLst>
            <pc:docMk/>
            <pc:sldMk cId="2234827059" sldId="271"/>
            <ac:picMk id="5" creationId="{53C22771-79EC-A312-63BA-99DDB6C9D398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8:54:07.989" v="418" actId="478"/>
          <ac:picMkLst>
            <pc:docMk/>
            <pc:sldMk cId="2234827059" sldId="271"/>
            <ac:picMk id="6" creationId="{05A638AB-CCFD-D6F1-EC1C-E22E7F44397E}"/>
          </ac:picMkLst>
        </pc:picChg>
      </pc:sldChg>
      <pc:sldChg chg="addSp delSp modSp add mod modAnim">
        <pc:chgData name="Бессмертный Игорь Александрович" userId="4f489ec6-c9ca-4727-b2ff-e9e7b63d68f3" providerId="ADAL" clId="{9DD76EF9-5B91-48B1-AF4C-55D38A8ED269}" dt="2024-09-04T09:15:17.919" v="1380" actId="27636"/>
        <pc:sldMkLst>
          <pc:docMk/>
          <pc:sldMk cId="2875450643" sldId="272"/>
        </pc:sldMkLst>
        <pc:spChg chg="del mod">
          <ac:chgData name="Бессмертный Игорь Александрович" userId="4f489ec6-c9ca-4727-b2ff-e9e7b63d68f3" providerId="ADAL" clId="{9DD76EF9-5B91-48B1-AF4C-55D38A8ED269}" dt="2024-09-04T09:04:20.591" v="823" actId="478"/>
          <ac:spMkLst>
            <pc:docMk/>
            <pc:sldMk cId="2875450643" sldId="272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5:17.919" v="1380" actId="27636"/>
          <ac:spMkLst>
            <pc:docMk/>
            <pc:sldMk cId="2875450643" sldId="272"/>
            <ac:spMk id="53" creationId="{00000000-0000-0000-0000-000000000000}"/>
          </ac:spMkLst>
        </pc:spChg>
        <pc:picChg chg="del mod">
          <ac:chgData name="Бессмертный Игорь Александрович" userId="4f489ec6-c9ca-4727-b2ff-e9e7b63d68f3" providerId="ADAL" clId="{9DD76EF9-5B91-48B1-AF4C-55D38A8ED269}" dt="2024-09-04T09:14:15.073" v="1352" actId="478"/>
          <ac:picMkLst>
            <pc:docMk/>
            <pc:sldMk cId="2875450643" sldId="272"/>
            <ac:picMk id="5" creationId="{59613328-DAB9-5971-2BC1-56E39773F458}"/>
          </ac:picMkLst>
        </pc:picChg>
        <pc:picChg chg="add mod">
          <ac:chgData name="Бессмертный Игорь Александрович" userId="4f489ec6-c9ca-4727-b2ff-e9e7b63d68f3" providerId="ADAL" clId="{9DD76EF9-5B91-48B1-AF4C-55D38A8ED269}" dt="2024-09-04T09:14:32.497" v="1358" actId="14100"/>
          <ac:picMkLst>
            <pc:docMk/>
            <pc:sldMk cId="2875450643" sldId="272"/>
            <ac:picMk id="6" creationId="{75DCD3D7-31DB-E599-96AD-A23DE6721E79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4:16.701" v="820" actId="478"/>
          <ac:picMkLst>
            <pc:docMk/>
            <pc:sldMk cId="2875450643" sldId="272"/>
            <ac:picMk id="7" creationId="{D222FC25-DEE4-9FB0-AE70-77C8BAFE4402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4:21.554" v="824" actId="478"/>
          <ac:picMkLst>
            <pc:docMk/>
            <pc:sldMk cId="2875450643" sldId="272"/>
            <ac:picMk id="9" creationId="{49896739-9A53-10F4-E908-BB6FBA5E5D4A}"/>
          </ac:picMkLst>
        </pc:picChg>
      </pc:sldChg>
      <pc:sldChg chg="delSp modSp add mod ord modAnim">
        <pc:chgData name="Бессмертный Игорь Александрович" userId="4f489ec6-c9ca-4727-b2ff-e9e7b63d68f3" providerId="ADAL" clId="{9DD76EF9-5B91-48B1-AF4C-55D38A8ED269}" dt="2024-09-04T09:13:19.467" v="1348" actId="14100"/>
        <pc:sldMkLst>
          <pc:docMk/>
          <pc:sldMk cId="605745163" sldId="273"/>
        </pc:sldMkLst>
        <pc:spChg chg="mod">
          <ac:chgData name="Бессмертный Игорь Александрович" userId="4f489ec6-c9ca-4727-b2ff-e9e7b63d68f3" providerId="ADAL" clId="{9DD76EF9-5B91-48B1-AF4C-55D38A8ED269}" dt="2024-09-04T09:11:01.335" v="1248" actId="20577"/>
          <ac:spMkLst>
            <pc:docMk/>
            <pc:sldMk cId="605745163" sldId="273"/>
            <ac:spMk id="2" creationId="{00000000-0000-0000-0000-000000000000}"/>
          </ac:spMkLst>
        </pc:spChg>
        <pc:spChg chg="del">
          <ac:chgData name="Бессмертный Игорь Александрович" userId="4f489ec6-c9ca-4727-b2ff-e9e7b63d68f3" providerId="ADAL" clId="{9DD76EF9-5B91-48B1-AF4C-55D38A8ED269}" dt="2024-09-04T09:07:20.225" v="974" actId="478"/>
          <ac:spMkLst>
            <pc:docMk/>
            <pc:sldMk cId="605745163" sldId="273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3:15.428" v="1347" actId="27636"/>
          <ac:spMkLst>
            <pc:docMk/>
            <pc:sldMk cId="605745163" sldId="273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9:07:14.962" v="972" actId="478"/>
          <ac:picMkLst>
            <pc:docMk/>
            <pc:sldMk cId="605745163" sldId="273"/>
            <ac:picMk id="5" creationId="{59613328-DAB9-5971-2BC1-56E39773F458}"/>
          </ac:picMkLst>
        </pc:picChg>
        <pc:picChg chg="mod">
          <ac:chgData name="Бессмертный Игорь Александрович" userId="4f489ec6-c9ca-4727-b2ff-e9e7b63d68f3" providerId="ADAL" clId="{9DD76EF9-5B91-48B1-AF4C-55D38A8ED269}" dt="2024-09-04T09:13:19.467" v="1348" actId="14100"/>
          <ac:picMkLst>
            <pc:docMk/>
            <pc:sldMk cId="605745163" sldId="273"/>
            <ac:picMk id="7" creationId="{D222FC25-DEE4-9FB0-AE70-77C8BAFE4402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07:23.423" v="975" actId="478"/>
          <ac:picMkLst>
            <pc:docMk/>
            <pc:sldMk cId="605745163" sldId="273"/>
            <ac:picMk id="9" creationId="{49896739-9A53-10F4-E908-BB6FBA5E5D4A}"/>
          </ac:picMkLst>
        </pc:picChg>
      </pc:sldChg>
      <pc:sldChg chg="delSp modSp add mod modAnim">
        <pc:chgData name="Бессмертный Игорь Александрович" userId="4f489ec6-c9ca-4727-b2ff-e9e7b63d68f3" providerId="ADAL" clId="{9DD76EF9-5B91-48B1-AF4C-55D38A8ED269}" dt="2024-09-04T09:15:29.738" v="1382" actId="14100"/>
        <pc:sldMkLst>
          <pc:docMk/>
          <pc:sldMk cId="4064963570" sldId="274"/>
        </pc:sldMkLst>
        <pc:spChg chg="mod">
          <ac:chgData name="Бессмертный Игорь Александрович" userId="4f489ec6-c9ca-4727-b2ff-e9e7b63d68f3" providerId="ADAL" clId="{9DD76EF9-5B91-48B1-AF4C-55D38A8ED269}" dt="2024-09-04T09:11:13.092" v="1256" actId="20577"/>
          <ac:spMkLst>
            <pc:docMk/>
            <pc:sldMk cId="4064963570" sldId="274"/>
            <ac:spMk id="2" creationId="{00000000-0000-0000-0000-000000000000}"/>
          </ac:spMkLst>
        </pc:spChg>
        <pc:spChg chg="del">
          <ac:chgData name="Бессмертный Игорь Александрович" userId="4f489ec6-c9ca-4727-b2ff-e9e7b63d68f3" providerId="ADAL" clId="{9DD76EF9-5B91-48B1-AF4C-55D38A8ED269}" dt="2024-09-04T09:11:21.297" v="1258" actId="478"/>
          <ac:spMkLst>
            <pc:docMk/>
            <pc:sldMk cId="4064963570" sldId="274"/>
            <ac:spMk id="10" creationId="{622DF28A-D0F3-B13D-8397-8051D2ADF3B6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09:15:27.311" v="1381" actId="14100"/>
          <ac:spMkLst>
            <pc:docMk/>
            <pc:sldMk cId="4064963570" sldId="274"/>
            <ac:spMk id="53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9DD76EF9-5B91-48B1-AF4C-55D38A8ED269}" dt="2024-09-04T09:11:23.264" v="1260" actId="478"/>
          <ac:picMkLst>
            <pc:docMk/>
            <pc:sldMk cId="4064963570" sldId="274"/>
            <ac:picMk id="5" creationId="{59613328-DAB9-5971-2BC1-56E39773F458}"/>
          </ac:picMkLst>
        </pc:picChg>
        <pc:picChg chg="del">
          <ac:chgData name="Бессмертный Игорь Александрович" userId="4f489ec6-c9ca-4727-b2ff-e9e7b63d68f3" providerId="ADAL" clId="{9DD76EF9-5B91-48B1-AF4C-55D38A8ED269}" dt="2024-09-04T09:11:22.463" v="1259" actId="478"/>
          <ac:picMkLst>
            <pc:docMk/>
            <pc:sldMk cId="4064963570" sldId="274"/>
            <ac:picMk id="7" creationId="{D222FC25-DEE4-9FB0-AE70-77C8BAFE4402}"/>
          </ac:picMkLst>
        </pc:picChg>
        <pc:picChg chg="mod">
          <ac:chgData name="Бессмертный Игорь Александрович" userId="4f489ec6-c9ca-4727-b2ff-e9e7b63d68f3" providerId="ADAL" clId="{9DD76EF9-5B91-48B1-AF4C-55D38A8ED269}" dt="2024-09-04T09:15:29.738" v="1382" actId="14100"/>
          <ac:picMkLst>
            <pc:docMk/>
            <pc:sldMk cId="4064963570" sldId="274"/>
            <ac:picMk id="9" creationId="{49896739-9A53-10F4-E908-BB6FBA5E5D4A}"/>
          </ac:picMkLst>
        </pc:picChg>
      </pc:sldChg>
      <pc:sldChg chg="modSp add mod">
        <pc:chgData name="Бессмертный Игорь Александрович" userId="4f489ec6-c9ca-4727-b2ff-e9e7b63d68f3" providerId="ADAL" clId="{9DD76EF9-5B91-48B1-AF4C-55D38A8ED269}" dt="2024-09-04T15:22:18.019" v="1902" actId="207"/>
        <pc:sldMkLst>
          <pc:docMk/>
          <pc:sldMk cId="3874641712" sldId="275"/>
        </pc:sldMkLst>
        <pc:spChg chg="mod">
          <ac:chgData name="Бессмертный Игорь Александрович" userId="4f489ec6-c9ca-4727-b2ff-e9e7b63d68f3" providerId="ADAL" clId="{9DD76EF9-5B91-48B1-AF4C-55D38A8ED269}" dt="2024-09-04T15:15:43.153" v="1551" actId="20577"/>
          <ac:spMkLst>
            <pc:docMk/>
            <pc:sldMk cId="3874641712" sldId="27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22:18.019" v="1902" actId="207"/>
          <ac:spMkLst>
            <pc:docMk/>
            <pc:sldMk cId="3874641712" sldId="275"/>
            <ac:spMk id="53" creationId="{00000000-0000-0000-0000-000000000000}"/>
          </ac:spMkLst>
        </pc:spChg>
      </pc:sldChg>
      <pc:sldChg chg="modSp add mod modAnim">
        <pc:chgData name="Бессмертный Игорь Александрович" userId="4f489ec6-c9ca-4727-b2ff-e9e7b63d68f3" providerId="ADAL" clId="{9DD76EF9-5B91-48B1-AF4C-55D38A8ED269}" dt="2024-09-04T15:31:21.411" v="2312" actId="20577"/>
        <pc:sldMkLst>
          <pc:docMk/>
          <pc:sldMk cId="1165908997" sldId="276"/>
        </pc:sldMkLst>
        <pc:spChg chg="mod">
          <ac:chgData name="Бессмертный Игорь Александрович" userId="4f489ec6-c9ca-4727-b2ff-e9e7b63d68f3" providerId="ADAL" clId="{9DD76EF9-5B91-48B1-AF4C-55D38A8ED269}" dt="2024-09-04T15:23:15.295" v="1912" actId="20577"/>
          <ac:spMkLst>
            <pc:docMk/>
            <pc:sldMk cId="1165908997" sldId="27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4T15:31:21.411" v="2312" actId="20577"/>
          <ac:spMkLst>
            <pc:docMk/>
            <pc:sldMk cId="1165908997" sldId="276"/>
            <ac:spMk id="53" creationId="{00000000-0000-0000-0000-000000000000}"/>
          </ac:spMkLst>
        </pc:spChg>
      </pc:sldChg>
      <pc:sldChg chg="addSp modSp add mod modAnim">
        <pc:chgData name="Бессмертный Игорь Александрович" userId="4f489ec6-c9ca-4727-b2ff-e9e7b63d68f3" providerId="ADAL" clId="{9DD76EF9-5B91-48B1-AF4C-55D38A8ED269}" dt="2024-09-05T15:16:21.757" v="2574" actId="14100"/>
        <pc:sldMkLst>
          <pc:docMk/>
          <pc:sldMk cId="3102974076" sldId="277"/>
        </pc:sldMkLst>
        <pc:spChg chg="mod">
          <ac:chgData name="Бессмертный Игорь Александрович" userId="4f489ec6-c9ca-4727-b2ff-e9e7b63d68f3" providerId="ADAL" clId="{9DD76EF9-5B91-48B1-AF4C-55D38A8ED269}" dt="2024-09-05T15:11:39.166" v="2370" actId="20577"/>
          <ac:spMkLst>
            <pc:docMk/>
            <pc:sldMk cId="3102974076" sldId="27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DD76EF9-5B91-48B1-AF4C-55D38A8ED269}" dt="2024-09-05T15:16:15.281" v="2572" actId="1076"/>
          <ac:spMkLst>
            <pc:docMk/>
            <pc:sldMk cId="3102974076" sldId="277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9DD76EF9-5B91-48B1-AF4C-55D38A8ED269}" dt="2024-09-05T15:16:21.757" v="2574" actId="14100"/>
          <ac:picMkLst>
            <pc:docMk/>
            <pc:sldMk cId="3102974076" sldId="277"/>
            <ac:picMk id="1026" creationId="{53DCC5E2-21E9-40E6-ED4B-4BEF726CF6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DF642-0DD6-4B53-8C98-661B2CC859B4}" type="datetimeFigureOut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A9EA2-61A8-4263-9769-4BC4C74C7EC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71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6012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29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602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917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5092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8035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924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4295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459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190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15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F2F032D-6BC6-4234-9999-898F413A31C5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F7E3-8A6C-4E88-BEC3-E1D2045028EB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7EB4978-0867-4AEF-A28C-7086D1853D40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949-39BC-4E58-BB44-6E9D9DCE8265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F5D-E0D6-4941-8D1D-462B0D00F7D2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47115-3EDC-4CC6-8FC1-94535E8B4D74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79DE-9336-4E89-AC78-9AC387CCE782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7B75-DC03-44F5-AAE7-C73CCAB6C2BC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55E1-D86F-4524-9CEC-87627E269D26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AF3C-1D40-43A0-9546-19B445D95B53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55E1-D4F8-4E89-8EE8-F10A5968D96D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1C9D63-57E2-46CF-A7F0-CDF2BC021BD9}" type="datetime1">
              <a:rPr lang="ru-RU" smtClean="0"/>
              <a:pPr/>
              <a:t>18.09.2026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Geek_book_hub/30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ait.ru/bcode/54130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bessmertny@itmo.ru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419872" y="81032"/>
            <a:ext cx="5580112" cy="3636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Профессор Игорь Александрович Бессмертный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3639572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ru-RU" sz="4300" b="1" dirty="0"/>
              <a:t>Системы искусственного интеллекта</a:t>
            </a:r>
            <a:r>
              <a:rPr lang="en-US" sz="4300" b="1" dirty="0"/>
              <a:t>:</a:t>
            </a:r>
            <a:r>
              <a:rPr lang="ru-RU" sz="4300" b="1" dirty="0"/>
              <a:t> Введение</a:t>
            </a:r>
            <a:r>
              <a:rPr lang="en-US" sz="4300" b="1" dirty="0"/>
              <a:t> </a:t>
            </a:r>
            <a:endParaRPr lang="ru-RU" sz="4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203848" y="1309030"/>
            <a:ext cx="5757871" cy="4640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200" dirty="0"/>
              <a:t>Бессмертный Игорь Александрович, профессор, руководитель магистерской программы «Системное и прикладное ПО»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Научные интересы:</a:t>
            </a:r>
          </a:p>
          <a:p>
            <a:r>
              <a:rPr lang="ru-RU" sz="3200" dirty="0"/>
              <a:t>ИИ на основе знаний</a:t>
            </a:r>
          </a:p>
          <a:p>
            <a:r>
              <a:rPr lang="ru-RU" sz="3200" dirty="0"/>
              <a:t>Извлечение знаний из текстов</a:t>
            </a:r>
          </a:p>
          <a:p>
            <a:r>
              <a:rPr lang="ru-RU" sz="3200" dirty="0"/>
              <a:t>Квантовая информатика</a:t>
            </a:r>
          </a:p>
          <a:p>
            <a:pPr marL="0" indent="0">
              <a:buNone/>
            </a:pPr>
            <a:endParaRPr lang="ru-RU" sz="3200" dirty="0"/>
          </a:p>
        </p:txBody>
      </p:sp>
      <p:pic>
        <p:nvPicPr>
          <p:cNvPr id="6" name="Рисунок 5" descr="Изображение выглядит как человек, одежда, на открытом воздухе, Человеческое лицо&#10;&#10;Автоматически созданное описание">
            <a:extLst>
              <a:ext uri="{FF2B5EF4-FFF2-40B4-BE49-F238E27FC236}">
                <a16:creationId xmlns:a16="http://schemas.microsoft.com/office/drawing/2014/main" id="{75DCD3D7-31DB-E599-96AD-A23DE6721E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" y="1340769"/>
            <a:ext cx="3011890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5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(2)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3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267744" y="1412776"/>
            <a:ext cx="6429400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Королёва Юлия Александровна, доцент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/>
              <a:t>Научные интересы:</a:t>
            </a:r>
          </a:p>
          <a:p>
            <a:r>
              <a:rPr lang="ru-RU" sz="3600" dirty="0"/>
              <a:t>ИИ на основе знаний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DF28A-D0F3-B13D-8397-8051D2ADF3B6}"/>
              </a:ext>
            </a:extLst>
          </p:cNvPr>
          <p:cNvSpPr txBox="1"/>
          <p:nvPr/>
        </p:nvSpPr>
        <p:spPr>
          <a:xfrm>
            <a:off x="217891" y="1412776"/>
            <a:ext cx="1809149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Фото нет, но клянусь, я красивая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Команда (3) 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4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203848" y="1340768"/>
            <a:ext cx="5493296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Авдюшина Анна Евгеньевна, доцент.</a:t>
            </a:r>
          </a:p>
          <a:p>
            <a:pPr marL="0" indent="0">
              <a:buNone/>
            </a:pPr>
            <a:r>
              <a:rPr lang="ru-RU" sz="3600" dirty="0"/>
              <a:t>Научные интересы:</a:t>
            </a:r>
          </a:p>
          <a:p>
            <a:r>
              <a:rPr lang="ru-RU" sz="3600" dirty="0"/>
              <a:t>Большие языковые модели</a:t>
            </a:r>
          </a:p>
          <a:p>
            <a:r>
              <a:rPr lang="ru-RU" sz="3600" dirty="0"/>
              <a:t>Квантовая информатика</a:t>
            </a:r>
            <a:endParaRPr lang="en-US" sz="3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896739-9A53-10F4-E908-BB6FBA5E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40768"/>
            <a:ext cx="2592288" cy="281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6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5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779912" y="1052736"/>
            <a:ext cx="5157936" cy="2952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Трехтомник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Есть в библиотеке, а также можно скачать  с </a:t>
            </a:r>
            <a:r>
              <a:rPr lang="ru-RU" dirty="0"/>
              <a:t>ТГ (</a:t>
            </a:r>
            <a:r>
              <a:rPr lang="en-US" dirty="0"/>
              <a:t>~190</a:t>
            </a:r>
            <a:r>
              <a:rPr lang="ru-RU" dirty="0"/>
              <a:t>Мб): </a:t>
            </a:r>
            <a:r>
              <a:rPr lang="ru-RU" dirty="0">
                <a:hlinkClick r:id="rId3"/>
              </a:rPr>
              <a:t>https://t.me/Geek_book_hub/307</a:t>
            </a:r>
            <a:endParaRPr lang="en-US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6244EA-AAAD-3473-BDA4-9C164C270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052736"/>
            <a:ext cx="3522684" cy="454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1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 (2)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6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563888" y="1052736"/>
            <a:ext cx="5373960" cy="47525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200" dirty="0"/>
              <a:t>Есть в библиотеке: </a:t>
            </a:r>
          </a:p>
          <a:p>
            <a:pPr marL="0" indent="0">
              <a:buNone/>
            </a:pPr>
            <a:r>
              <a:rPr lang="ru-RU" i="1" dirty="0"/>
              <a:t>Бессмертный, И. А. </a:t>
            </a:r>
            <a:r>
              <a:rPr lang="ru-RU" dirty="0"/>
              <a:t> Интеллектуальные системы : учебник и практикум для среднего профессионального образования / И. А. Бессмертный, А. Б. Нугуманова, А. В. Платонов. — Москва : Издательство </a:t>
            </a:r>
            <a:r>
              <a:rPr lang="ru-RU" dirty="0" err="1"/>
              <a:t>Юрайт</a:t>
            </a:r>
            <a:r>
              <a:rPr lang="ru-RU" dirty="0"/>
              <a:t>, 2024. — 243 с. — (Профессиональное образование). — ISBN 978-5-534-07818-3. — Текст : электронный // Образовательная платформа </a:t>
            </a:r>
            <a:r>
              <a:rPr lang="ru-RU" dirty="0" err="1"/>
              <a:t>Юрайт</a:t>
            </a:r>
            <a:r>
              <a:rPr lang="ru-RU" dirty="0"/>
              <a:t> [сайт]. — URL: </a:t>
            </a:r>
            <a:r>
              <a:rPr lang="ru-RU" dirty="0">
                <a:hlinkClick r:id="rId3"/>
              </a:rPr>
              <a:t>https://urait.ru/bcode/541301</a:t>
            </a:r>
            <a:r>
              <a:rPr lang="ru-RU" dirty="0"/>
              <a:t> (дата обращения: 04.09.2024).</a:t>
            </a:r>
            <a:endParaRPr lang="en-US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A638AB-CCFD-D6F1-EC1C-E22E7F443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32" y="1124744"/>
            <a:ext cx="30670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2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ЛИТЕРАТУРА (3)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7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779912" y="1052736"/>
            <a:ext cx="5157936" cy="4752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Есть в библиотеке: </a:t>
            </a:r>
          </a:p>
          <a:p>
            <a:pPr marL="0" indent="0">
              <a:buNone/>
            </a:pPr>
            <a:r>
              <a:rPr lang="ru-RU" dirty="0"/>
              <a:t>И.А. Бессмертный, А.Е. Авдюшина, А.В. Кугаевских, Ю.А. Королева, Н.Г. </a:t>
            </a:r>
            <a:r>
              <a:rPr lang="ru-RU" dirty="0" err="1"/>
              <a:t>Рущенко</a:t>
            </a:r>
            <a:r>
              <a:rPr lang="ru-RU" dirty="0"/>
              <a:t>. Системы искусственного интеллекта – СПб: Университет ИТМО, 2024. – 81 с.</a:t>
            </a:r>
            <a:endParaRPr lang="en-US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C22771-79EC-A312-63BA-99DDB6C9D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5" y="795065"/>
            <a:ext cx="3467070" cy="486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2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ЦЕЛЬ И НАЗНАЧЕНИЕ КУРСА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8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Понимание перспектив развития современного общества с учетом широкого распространения технологий искусственного интеллекта.</a:t>
            </a:r>
          </a:p>
          <a:p>
            <a:pPr algn="just"/>
            <a:r>
              <a:rPr lang="ru-RU" sz="2800" dirty="0"/>
              <a:t>Ознакомление с основными возможностями, методами и алгоритмами искусственного интеллекта.</a:t>
            </a:r>
          </a:p>
          <a:p>
            <a:pPr algn="just"/>
            <a:r>
              <a:rPr lang="ru-RU" sz="2800" dirty="0"/>
              <a:t>Приобретение практических навыков применения технологий искусственного интеллекта.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600" b="1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9229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ОТЛИЧИЕ ОТ ДРУГИХ КУРСОВ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9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99517" y="1136576"/>
            <a:ext cx="8229600" cy="5040560"/>
          </a:xfrm>
        </p:spPr>
        <p:txBody>
          <a:bodyPr>
            <a:normAutofit/>
          </a:bodyPr>
          <a:lstStyle/>
          <a:p>
            <a:pPr algn="just"/>
            <a:r>
              <a:rPr lang="ru-RU" sz="2800"/>
              <a:t>Фокусировка не </a:t>
            </a:r>
            <a:r>
              <a:rPr lang="ru-RU" sz="2800" dirty="0" err="1"/>
              <a:t>на</a:t>
            </a:r>
            <a:r>
              <a:rPr lang="ru-RU" sz="2800" dirty="0"/>
              <a:t> теорию ИИ, а на практическую реализацию.</a:t>
            </a:r>
          </a:p>
          <a:p>
            <a:pPr algn="just"/>
            <a:r>
              <a:rPr lang="ru-RU" sz="2800" dirty="0"/>
              <a:t>Особое внимание – скорее на проблемы, чем на методы решения.</a:t>
            </a:r>
          </a:p>
          <a:p>
            <a:pPr algn="just"/>
            <a:r>
              <a:rPr lang="ru-RU" sz="2800" dirty="0"/>
              <a:t>Ответы на  вопросы – не КАК?, а ЗАЧЕМ?.</a:t>
            </a:r>
          </a:p>
          <a:p>
            <a:pPr algn="just"/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600" b="1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DCC5E2-21E9-40E6-ED4B-4BEF726CF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68" y="4133529"/>
            <a:ext cx="3564484" cy="246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97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ПЛАН КУРСА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10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r>
              <a:rPr lang="ru-RU" sz="3200" dirty="0"/>
              <a:t>Мотивация</a:t>
            </a:r>
          </a:p>
          <a:p>
            <a:r>
              <a:rPr lang="ru-RU" sz="3200" dirty="0"/>
              <a:t>История искусственного интеллекта</a:t>
            </a:r>
            <a:endParaRPr lang="en-US" sz="3200" dirty="0"/>
          </a:p>
          <a:p>
            <a:r>
              <a:rPr lang="ru-RU" sz="3200" dirty="0"/>
              <a:t>ИИ на основе знаний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Логическое программирование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Методы поиска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Семантические сети</a:t>
            </a:r>
          </a:p>
          <a:p>
            <a:r>
              <a:rPr lang="ru-RU" sz="3200" dirty="0"/>
              <a:t>ИИ на основе данных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Статистические методы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Нейронные сети</a:t>
            </a:r>
            <a:endParaRPr lang="en-US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4000" b="1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7464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РЕЖИМ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11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r>
              <a:rPr lang="ru-RU" sz="3200" dirty="0"/>
              <a:t>Лекции: дистанционные.</a:t>
            </a:r>
          </a:p>
          <a:p>
            <a:r>
              <a:rPr lang="ru-RU" sz="3200" dirty="0">
                <a:solidFill>
                  <a:schemeClr val="tx1"/>
                </a:solidFill>
              </a:rPr>
              <a:t>Лабораторные занятия: очные.  </a:t>
            </a:r>
          </a:p>
          <a:p>
            <a:r>
              <a:rPr lang="ru-RU" sz="3200" dirty="0"/>
              <a:t>Промежуточная аттестация:</a:t>
            </a:r>
          </a:p>
          <a:p>
            <a:pPr lvl="1"/>
            <a:r>
              <a:rPr lang="ru-RU" sz="2900" dirty="0">
                <a:solidFill>
                  <a:schemeClr val="tx1"/>
                </a:solidFill>
              </a:rPr>
              <a:t>Два теста рубежного контроля</a:t>
            </a:r>
          </a:p>
          <a:p>
            <a:pPr lvl="1"/>
            <a:r>
              <a:rPr lang="ru-RU" sz="2900" dirty="0"/>
              <a:t>Финальный тест</a:t>
            </a:r>
          </a:p>
          <a:p>
            <a:pPr marL="0" indent="0">
              <a:buNone/>
            </a:pPr>
            <a:endParaRPr lang="ru-RU" sz="2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900" dirty="0"/>
              <a:t>Тесты проводятся онлайн в </a:t>
            </a:r>
            <a:r>
              <a:rPr lang="en-US" sz="2900" dirty="0"/>
              <a:t>Google Forms.</a:t>
            </a:r>
            <a:endParaRPr lang="ru-RU" sz="2900" dirty="0"/>
          </a:p>
          <a:p>
            <a:pPr marL="0" indent="0">
              <a:buNone/>
            </a:pPr>
            <a:endParaRPr lang="en-US" sz="2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90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КООРДИНАТЫ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196752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Бессмертный Игорь Александрович</a:t>
            </a:r>
          </a:p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Кронверкский пр., 49, </a:t>
            </a:r>
            <a:r>
              <a:rPr lang="ru-RU" sz="3200" dirty="0" err="1">
                <a:solidFill>
                  <a:srgbClr val="0070C0"/>
                </a:solidFill>
              </a:rPr>
              <a:t>каб</a:t>
            </a:r>
            <a:r>
              <a:rPr lang="ru-RU" sz="3200" dirty="0">
                <a:solidFill>
                  <a:srgbClr val="0070C0"/>
                </a:solidFill>
              </a:rPr>
              <a:t>. 1332 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hlinkClick r:id="rId3"/>
              </a:rPr>
              <a:t>bessmertny@itmo.ru</a:t>
            </a:r>
            <a:endParaRPr lang="en-US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Группа в Макс:  создавайте.</a:t>
            </a:r>
          </a:p>
          <a:p>
            <a:pPr marL="0" indent="0" algn="ctr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779768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4506</TotalTime>
  <Words>427</Words>
  <Application>Microsoft Office PowerPoint</Application>
  <PresentationFormat>Экран (4:3)</PresentationFormat>
  <Paragraphs>102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Cambria</vt:lpstr>
      <vt:lpstr>Gill Sans MT</vt:lpstr>
      <vt:lpstr>Wingdings</vt:lpstr>
      <vt:lpstr>Wingdings 3</vt:lpstr>
      <vt:lpstr>Начальная</vt:lpstr>
      <vt:lpstr>Системы искусственного интеллекта: Введение </vt:lpstr>
      <vt:lpstr>Команда  </vt:lpstr>
      <vt:lpstr>Команда (2)  </vt:lpstr>
      <vt:lpstr>Команда (3)  </vt:lpstr>
      <vt:lpstr>ЛИТЕРАТУРА </vt:lpstr>
      <vt:lpstr>ЛИТЕРАТУРА (2) </vt:lpstr>
      <vt:lpstr>ЛИТЕРАТУРА (3) </vt:lpstr>
      <vt:lpstr>ЦЕЛЬ И НАЗНАЧЕНИЕ КУРСА</vt:lpstr>
      <vt:lpstr>ОТЛИЧИЕ ОТ ДРУГИХ КУРСОВ ИИ</vt:lpstr>
      <vt:lpstr>ПЛАН КУРСА</vt:lpstr>
      <vt:lpstr>РЕЖИМ </vt:lpstr>
      <vt:lpstr>КООРДИНАТЫ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ЛОГИК В ИНТЕЛЛЕКТУАЛЬНЫХ СИСТЕМАХ</dc:title>
  <dc:creator>BIA</dc:creator>
  <cp:lastModifiedBy>Igor Bessmertny</cp:lastModifiedBy>
  <cp:revision>143</cp:revision>
  <dcterms:modified xsi:type="dcterms:W3CDTF">2026-09-18T07:58:05Z</dcterms:modified>
</cp:coreProperties>
</file>